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3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4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5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6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7.xml" ContentType="application/vnd.openxmlformats-officedocument.drawingml.chart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3574edd934e03" /><Relationship Type="http://schemas.openxmlformats.org/officeDocument/2006/relationships/extended-properties" Target="/docProps/app.xml" Id="Rb3d9cf48b71e4bb8" /><Relationship Type="http://schemas.openxmlformats.org/officeDocument/2006/relationships/officeDocument" Target="/ppt/presentation.xml" Id="R1645274cb756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64e843cc6439d"/>
  </p:sldMasterIdLst>
  <p:notesMasterIdLst>
    <p:notesMasterId xmlns:r="http://schemas.openxmlformats.org/officeDocument/2006/relationships" r:id="R9f0703ae27e54541"/>
  </p:notesMasterIdLst>
  <p:sldIdLst>
    <p:sldId xmlns:r="http://schemas.openxmlformats.org/officeDocument/2006/relationships" id="256" r:id="Rbe63190aee9244fa"/>
    <p:sldId xmlns:r="http://schemas.openxmlformats.org/officeDocument/2006/relationships" id="257" r:id="R9a45516fe8414042"/>
    <p:sldId xmlns:r="http://schemas.openxmlformats.org/officeDocument/2006/relationships" id="258" r:id="Redf113ce826b432c"/>
    <p:sldId xmlns:r="http://schemas.openxmlformats.org/officeDocument/2006/relationships" id="259" r:id="Rc730d64dad4b4c5f"/>
    <p:sldId xmlns:r="http://schemas.openxmlformats.org/officeDocument/2006/relationships" id="260" r:id="R286a2140cec04334"/>
    <p:sldId xmlns:r="http://schemas.openxmlformats.org/officeDocument/2006/relationships" id="261" r:id="R47112eb2959b47ba"/>
    <p:sldId xmlns:r="http://schemas.openxmlformats.org/officeDocument/2006/relationships" id="262" r:id="Ref0efffda4c0478e"/>
    <p:sldId xmlns:r="http://schemas.openxmlformats.org/officeDocument/2006/relationships" id="263" r:id="R9a507946d8ed46dd"/>
    <p:sldId xmlns:r="http://schemas.openxmlformats.org/officeDocument/2006/relationships" id="264" r:id="R810613b06d624c96"/>
    <p:sldId xmlns:r="http://schemas.openxmlformats.org/officeDocument/2006/relationships" id="265" r:id="Ra5eeadbed5134839"/>
    <p:sldId xmlns:r="http://schemas.openxmlformats.org/officeDocument/2006/relationships" id="266" r:id="R0a603d0451a849b3"/>
    <p:sldId xmlns:r="http://schemas.openxmlformats.org/officeDocument/2006/relationships" id="267" r:id="R334b935fe36440f3"/>
    <p:sldId xmlns:r="http://schemas.openxmlformats.org/officeDocument/2006/relationships" id="268" r:id="R526a29ec48724c02"/>
    <p:sldId xmlns:r="http://schemas.openxmlformats.org/officeDocument/2006/relationships" id="269" r:id="Raa04366612a14a91"/>
    <p:sldId xmlns:r="http://schemas.openxmlformats.org/officeDocument/2006/relationships" id="270" r:id="Rf4fc1269287b4c9f"/>
    <p:sldId xmlns:r="http://schemas.openxmlformats.org/officeDocument/2006/relationships" id="271" r:id="Rbd3432856e0e43b8"/>
    <p:sldId xmlns:r="http://schemas.openxmlformats.org/officeDocument/2006/relationships" id="272" r:id="R006ff85f3b704c54"/>
    <p:sldId xmlns:r="http://schemas.openxmlformats.org/officeDocument/2006/relationships" id="273" r:id="R7acf8c9d2d9f46c4"/>
    <p:sldId xmlns:r="http://schemas.openxmlformats.org/officeDocument/2006/relationships" id="274" r:id="R77e7a2184a324e04"/>
    <p:sldId xmlns:r="http://schemas.openxmlformats.org/officeDocument/2006/relationships" id="275" r:id="Rcfcacde8d28e43c9"/>
    <p:sldId xmlns:r="http://schemas.openxmlformats.org/officeDocument/2006/relationships" id="276" r:id="R3012b418c0a24089"/>
    <p:sldId xmlns:r="http://schemas.openxmlformats.org/officeDocument/2006/relationships" id="277" r:id="R3609613941954ba0"/>
    <p:sldId xmlns:r="http://schemas.openxmlformats.org/officeDocument/2006/relationships" id="278" r:id="Rb3b25da162bf4a1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dd0d26f5d84d2c" /><Relationship Type="http://schemas.openxmlformats.org/officeDocument/2006/relationships/slideMaster" Target="/ppt/slideMasters/slideMaster1.xml" Id="R35f64e843cc6439d" /><Relationship Type="http://schemas.openxmlformats.org/officeDocument/2006/relationships/notesMaster" Target="/ppt/notesMasters/notesMaster1.xml" Id="R9f0703ae27e54541" /><Relationship Type="http://schemas.openxmlformats.org/officeDocument/2006/relationships/presProps" Target="/ppt/presProps.xml" Id="Rb267783108fc4b3c" /><Relationship Type="http://schemas.openxmlformats.org/officeDocument/2006/relationships/viewProps" Target="/ppt/viewProps.xml" Id="R2063518a82f147c1" /><Relationship Type="http://schemas.openxmlformats.org/officeDocument/2006/relationships/tableStyles" Target="/ppt/tableStyles.xml" Id="R11dec7d3abe149f3" /><Relationship Type="http://schemas.openxmlformats.org/officeDocument/2006/relationships/slide" Target="/ppt/slides/slide1.xml" Id="Rbe63190aee9244fa" /><Relationship Type="http://schemas.openxmlformats.org/officeDocument/2006/relationships/slide" Target="/ppt/slides/slide2.xml" Id="R9a45516fe8414042" /><Relationship Type="http://schemas.openxmlformats.org/officeDocument/2006/relationships/slide" Target="/ppt/slides/slide3.xml" Id="Redf113ce826b432c" /><Relationship Type="http://schemas.openxmlformats.org/officeDocument/2006/relationships/slide" Target="/ppt/slides/slide4.xml" Id="Rc730d64dad4b4c5f" /><Relationship Type="http://schemas.openxmlformats.org/officeDocument/2006/relationships/slide" Target="/ppt/slides/slide5.xml" Id="R286a2140cec04334" /><Relationship Type="http://schemas.openxmlformats.org/officeDocument/2006/relationships/slide" Target="/ppt/slides/slide6.xml" Id="R47112eb2959b47ba" /><Relationship Type="http://schemas.openxmlformats.org/officeDocument/2006/relationships/slide" Target="/ppt/slides/slide7.xml" Id="Ref0efffda4c0478e" /><Relationship Type="http://schemas.openxmlformats.org/officeDocument/2006/relationships/slide" Target="/ppt/slides/slide8.xml" Id="R9a507946d8ed46dd" /><Relationship Type="http://schemas.openxmlformats.org/officeDocument/2006/relationships/slide" Target="/ppt/slides/slide9.xml" Id="R810613b06d624c96" /><Relationship Type="http://schemas.openxmlformats.org/officeDocument/2006/relationships/slide" Target="/ppt/slides/slide10.xml" Id="Ra5eeadbed5134839" /><Relationship Type="http://schemas.openxmlformats.org/officeDocument/2006/relationships/slide" Target="/ppt/slides/slide11.xml" Id="R0a603d0451a849b3" /><Relationship Type="http://schemas.openxmlformats.org/officeDocument/2006/relationships/slide" Target="/ppt/slides/slide12.xml" Id="R334b935fe36440f3" /><Relationship Type="http://schemas.openxmlformats.org/officeDocument/2006/relationships/slide" Target="/ppt/slides/slide13.xml" Id="R526a29ec48724c02" /><Relationship Type="http://schemas.openxmlformats.org/officeDocument/2006/relationships/slide" Target="/ppt/slides/slide14.xml" Id="Raa04366612a14a91" /><Relationship Type="http://schemas.openxmlformats.org/officeDocument/2006/relationships/slide" Target="/ppt/slides/slide15.xml" Id="Rf4fc1269287b4c9f" /><Relationship Type="http://schemas.openxmlformats.org/officeDocument/2006/relationships/slide" Target="/ppt/slides/slide16.xml" Id="Rbd3432856e0e43b8" /><Relationship Type="http://schemas.openxmlformats.org/officeDocument/2006/relationships/slide" Target="/ppt/slides/slide17.xml" Id="R006ff85f3b704c54" /><Relationship Type="http://schemas.openxmlformats.org/officeDocument/2006/relationships/slide" Target="/ppt/slides/slide18.xml" Id="R7acf8c9d2d9f46c4" /><Relationship Type="http://schemas.openxmlformats.org/officeDocument/2006/relationships/slide" Target="/ppt/slides/slide19.xml" Id="R77e7a2184a324e04" /><Relationship Type="http://schemas.openxmlformats.org/officeDocument/2006/relationships/slide" Target="/ppt/slides/slide20.xml" Id="Rcfcacde8d28e43c9" /><Relationship Type="http://schemas.openxmlformats.org/officeDocument/2006/relationships/slide" Target="/ppt/slides/slide21.xml" Id="R3012b418c0a24089" /><Relationship Type="http://schemas.openxmlformats.org/officeDocument/2006/relationships/slide" Target="/ppt/slides/slide22.xml" Id="R3609613941954ba0" /><Relationship Type="http://schemas.openxmlformats.org/officeDocument/2006/relationships/slide" Target="/ppt/slides/slide23.xml" Id="Rb3b25da162bf4a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a797978d05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0a42c4f32f4e98" /><Relationship Type="http://schemas.openxmlformats.org/officeDocument/2006/relationships/notesMaster" Target="/ppt/notesMasters/notesMaster1.xml" Id="R1125c19299ed4e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a2c093c95145be" /><Relationship Type="http://schemas.openxmlformats.org/officeDocument/2006/relationships/notesMaster" Target="/ppt/notesMasters/notesMaster1.xml" Id="R8172119d7c7b47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cc0b31894b4485" /><Relationship Type="http://schemas.openxmlformats.org/officeDocument/2006/relationships/notesMaster" Target="/ppt/notesMasters/notesMaster1.xml" Id="R01d1ab22bd7b4b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dd699a2614b36" /><Relationship Type="http://schemas.openxmlformats.org/officeDocument/2006/relationships/notesMaster" Target="/ppt/notesMasters/notesMaster1.xml" Id="R4f50e6b02b4d4f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59ab091c324a76" /><Relationship Type="http://schemas.openxmlformats.org/officeDocument/2006/relationships/notesMaster" Target="/ppt/notesMasters/notesMaster1.xml" Id="R4ee5fe3148ff48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69c93ec47d4e9d" /><Relationship Type="http://schemas.openxmlformats.org/officeDocument/2006/relationships/notesMaster" Target="/ppt/notesMasters/notesMaster1.xml" Id="Rac46fd7a79a545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111ae73a994588" /><Relationship Type="http://schemas.openxmlformats.org/officeDocument/2006/relationships/notesMaster" Target="/ppt/notesMasters/notesMaster1.xml" Id="Rf12430f861c945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0bf46b99464111" /><Relationship Type="http://schemas.openxmlformats.org/officeDocument/2006/relationships/notesMaster" Target="/ppt/notesMasters/notesMaster1.xml" Id="R1af14c6a318f49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7d4b3357204649" /><Relationship Type="http://schemas.openxmlformats.org/officeDocument/2006/relationships/notesMaster" Target="/ppt/notesMasters/notesMaster1.xml" Id="Ra500bece2c844e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60da91cdfd476d" /><Relationship Type="http://schemas.openxmlformats.org/officeDocument/2006/relationships/notesMaster" Target="/ppt/notesMasters/notesMaster1.xml" Id="R5370bc96057e47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02c3dc9e9c4572" /><Relationship Type="http://schemas.openxmlformats.org/officeDocument/2006/relationships/notesMaster" Target="/ppt/notesMasters/notesMaster1.xml" Id="R91a79c33edde4b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f34e9faaf54310" /><Relationship Type="http://schemas.openxmlformats.org/officeDocument/2006/relationships/notesMaster" Target="/ppt/notesMasters/notesMaster1.xml" Id="R8ecac716387f49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bd08611be64b48" /><Relationship Type="http://schemas.openxmlformats.org/officeDocument/2006/relationships/notesMaster" Target="/ppt/notesMasters/notesMaster1.xml" Id="R1ff2663bb37f49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6e4a15334f4bf9" /><Relationship Type="http://schemas.openxmlformats.org/officeDocument/2006/relationships/notesMaster" Target="/ppt/notesMasters/notesMaster1.xml" Id="Re1e75a14b4e845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c062e9138b4058" /><Relationship Type="http://schemas.openxmlformats.org/officeDocument/2006/relationships/notesMaster" Target="/ppt/notesMasters/notesMaster1.xml" Id="R394389c2ae5448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dedd9841c146b4" /><Relationship Type="http://schemas.openxmlformats.org/officeDocument/2006/relationships/notesMaster" Target="/ppt/notesMasters/notesMaster1.xml" Id="R0a7dcae1568c48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82f4460af84d3b" /><Relationship Type="http://schemas.openxmlformats.org/officeDocument/2006/relationships/notesMaster" Target="/ppt/notesMasters/notesMaster1.xml" Id="R6bd77aff27e743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ca6887b3804dbc" /><Relationship Type="http://schemas.openxmlformats.org/officeDocument/2006/relationships/notesMaster" Target="/ppt/notesMasters/notesMaster1.xml" Id="R5baaaccbdf5f45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80951917d94ef9" /><Relationship Type="http://schemas.openxmlformats.org/officeDocument/2006/relationships/notesMaster" Target="/ppt/notesMasters/notesMaster1.xml" Id="R9c6a607e47e446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a38f8a481749ac" /><Relationship Type="http://schemas.openxmlformats.org/officeDocument/2006/relationships/notesMaster" Target="/ppt/notesMasters/notesMaster1.xml" Id="R8225f23e808e4c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54de9bc31544c6" /><Relationship Type="http://schemas.openxmlformats.org/officeDocument/2006/relationships/notesMaster" Target="/ppt/notesMasters/notesMaster1.xml" Id="R06a3e4dca79444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65b3dc86cb4baa" /><Relationship Type="http://schemas.openxmlformats.org/officeDocument/2006/relationships/notesMaster" Target="/ppt/notesMasters/notesMaster1.xml" Id="Rf40746ec115044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f783e24596e4e87" /><Relationship Type="http://schemas.openxmlformats.org/officeDocument/2006/relationships/notesMaster" Target="/ppt/notesMasters/notesMaster1.xml" Id="Rdfd36f89e7a343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[Synthetic fixture: chart values and screenshots contain no production data.]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7d58fb30543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69eba06a748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f4c57f76346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7b4c0a94a41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4acb51d0e43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82f15c43540e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99ea1bba14b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301b73caa4f9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819b26a6c4a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f5520b29a4b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f4394c82b42a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6EBC7B-0E19-4360-8BFD-E0EBE417FD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D4D902-FA35-48B8-9DFA-62CFB668D8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F83F00-2064-43A1-90D0-D9179B8645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33DAEE-7D93-49AE-8803-B2045CAEEA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DCFFB7-E8C6-4AA3-BC81-A84DE7535D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F3D49A-EB2C-4901-84BD-F7A5BB0213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530AFD-0310-4D0A-8F63-4C814FB02E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D08D22-9A4B-4E43-94C5-709FC5AA9E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7297E6-5739-4AB7-89BA-99801E0928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262741-3B9D-4669-984C-6CE3137D56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36D7C9-E525-4D07-A02C-CBE2B4D0D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E377A0-3CE9-49DC-B979-228BC66992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482808-FD1E-42E9-8932-C6D2934FA4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0EEDB8-55DA-40B3-BD77-410BCBB068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D02A89-3E25-4DDA-AD35-D741FC81CA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F26583-E845-4A65-9944-F26A87DE4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8DAA0E-3C6C-4003-A2AB-BDE59517CF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1F8E1C1-2260-456F-98F1-E24AC40F49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3620BF-A24C-42C9-B513-7237F546D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AF9071D-A76E-46B0-B730-9859559E33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BD40123-8D17-4F72-981F-F18B78C8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3AEA0F-E88F-4FB1-A765-7B22881375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57974F-F923-44F3-A105-19A4333D32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0C79140-75DE-421E-8F24-8C89DCD6DD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A010094-D331-469B-8852-40F7AF88A5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F3737B8-B8A4-467F-A0C2-3DA7C5EF480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D8E4028-539E-4A20-9D61-077667026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1D41F01-218B-4D47-9227-5693F6F5A2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BB0E88-0937-448B-A863-5D749FF1AE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22AF29-487B-4CC9-8767-0EE879B08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5A4A419-E762-4D7B-BF01-B635CF98FE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AA08F59-BDE8-4006-91A2-9455939543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0C68BF5-BD86-48F2-BD73-E079DF7400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F8B69E8-C7B1-4854-869D-EFDF355A36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9E19331-4824-4944-BDA3-E85163B8A8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6FA8C58-D348-4877-86C8-76BFC9A3C6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70A740-D36E-4735-919A-F0020D32B8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7858C8-BD5A-459D-94F9-C330D0B75B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9ABCAA-71D9-48D9-97CA-C66E8A6BB5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F7A81B4-E7F6-4973-90ED-4C9C79375C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C87E098-519D-4C09-AC37-553D8E6DED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D19021-6A7E-492D-B879-54A3D36A1E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314BFC-90F6-4672-96E0-137E4600E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6AC9B31-9C2F-4C83-A70A-4A0BC58C012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B63222E-BBCC-467C-8B74-83A7BCC0A9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565DC5-F2E2-4DFB-9E3B-046376298F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84EA80C-3598-4125-90A2-9B9CE3F909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DC9954-38FC-4E7E-8FFA-4DBC2BA8C2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3E3B3E-580F-49E2-8FAB-45E896EAA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99C1A1-C92A-4A48-B57A-A72599200C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F0830F-89D5-4D9F-97E4-07F9525E06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3206CE-FF6E-4D7F-9AFB-D6B5772736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E0D7DC-1F63-42B1-AE60-BC569D383D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EB70825-CC96-457C-A81C-C676E3BD0F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ED1221-6064-41EB-9D4C-1EEBB26E38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93BE93-3073-43E0-B2A2-61612A2016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C54F27-6B4D-42B5-8901-A36BC8EC4F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EF3B97-80E9-4590-BB7B-D95F1BF2C9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b98fde628c4dca" /><Relationship Type="http://schemas.openxmlformats.org/officeDocument/2006/relationships/slideLayout" Target="/ppt/slideLayouts/slideLayout1.xml" Id="Rf1d9d3b7d12b411e" /><Relationship Type="http://schemas.openxmlformats.org/officeDocument/2006/relationships/slideLayout" Target="/ppt/slideLayouts/slideLayout2.xml" Id="R235f669d3f6c4362" /><Relationship Type="http://schemas.openxmlformats.org/officeDocument/2006/relationships/slideLayout" Target="/ppt/slideLayouts/slideLayout3.xml" Id="Rc6728ba06c14491b" /><Relationship Type="http://schemas.openxmlformats.org/officeDocument/2006/relationships/slideLayout" Target="/ppt/slideLayouts/slideLayout4.xml" Id="R4cf112e912d74352" /><Relationship Type="http://schemas.openxmlformats.org/officeDocument/2006/relationships/slideLayout" Target="/ppt/slideLayouts/slideLayout5.xml" Id="R2dc71c73a5694644" /><Relationship Type="http://schemas.openxmlformats.org/officeDocument/2006/relationships/slideLayout" Target="/ppt/slideLayouts/slideLayout6.xml" Id="R02b2865736e7469b" /><Relationship Type="http://schemas.openxmlformats.org/officeDocument/2006/relationships/slideLayout" Target="/ppt/slideLayouts/slideLayout7.xml" Id="R231b0ed4245341cb" /><Relationship Type="http://schemas.openxmlformats.org/officeDocument/2006/relationships/slideLayout" Target="/ppt/slideLayouts/slideLayout8.xml" Id="Rb5d181a3d9374251" /><Relationship Type="http://schemas.openxmlformats.org/officeDocument/2006/relationships/slideLayout" Target="/ppt/slideLayouts/slideLayout9.xml" Id="Rad88878fd5ae488b" /><Relationship Type="http://schemas.openxmlformats.org/officeDocument/2006/relationships/slideLayout" Target="/ppt/slideLayouts/slideLayout10.xml" Id="R62306b7cbd99433d" /><Relationship Type="http://schemas.openxmlformats.org/officeDocument/2006/relationships/slideLayout" Target="/ppt/slideLayouts/slideLayout11.xml" Id="Radfa8ed518ff48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A584FF-5461-4319-8451-A891800C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532073-2443-4086-BB4E-86A8CCB853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3FFC3C-1622-4E57-9E4F-B5D08F5754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4E4561D-BED6-EC13-005A-7DC331FD867A}" type="datetime1">
              <a:t>01/31/2020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C4F059-A823-49F0-83D8-E81A2111166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BBEA87-16A1-4A8C-B611-5787064EA6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AC7EAC7-63AF-4B4E-91D8-824EED01C05E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9d3b7d12b411e"/>
    <p:sldLayoutId xmlns:r="http://schemas.openxmlformats.org/officeDocument/2006/relationships" id="2147483650" r:id="R235f669d3f6c4362"/>
    <p:sldLayoutId xmlns:r="http://schemas.openxmlformats.org/officeDocument/2006/relationships" id="2147483651" r:id="Rc6728ba06c14491b"/>
    <p:sldLayoutId xmlns:r="http://schemas.openxmlformats.org/officeDocument/2006/relationships" id="2147483652" r:id="R4cf112e912d74352"/>
    <p:sldLayoutId xmlns:r="http://schemas.openxmlformats.org/officeDocument/2006/relationships" id="2147483653" r:id="R2dc71c73a5694644"/>
    <p:sldLayoutId xmlns:r="http://schemas.openxmlformats.org/officeDocument/2006/relationships" id="2147483654" r:id="R02b2865736e7469b"/>
    <p:sldLayoutId xmlns:r="http://schemas.openxmlformats.org/officeDocument/2006/relationships" id="2147483655" r:id="R231b0ed4245341cb"/>
    <p:sldLayoutId xmlns:r="http://schemas.openxmlformats.org/officeDocument/2006/relationships" id="2147483656" r:id="Rb5d181a3d9374251"/>
    <p:sldLayoutId xmlns:r="http://schemas.openxmlformats.org/officeDocument/2006/relationships" id="2147483657" r:id="Rad88878fd5ae488b"/>
    <p:sldLayoutId xmlns:r="http://schemas.openxmlformats.org/officeDocument/2006/relationships" id="2147483658" r:id="R62306b7cbd99433d"/>
    <p:sldLayoutId xmlns:r="http://schemas.openxmlformats.org/officeDocument/2006/relationships" id="2147483659" r:id="Radfa8ed518ff4815"/>
  </p:sldLayoutIdLst>
  <p:hf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f4ad3395694057" /><Relationship Type="http://schemas.openxmlformats.org/officeDocument/2006/relationships/image" Target="/ppt/media/image.png" Id="R8dc473a9dbf34793" /><Relationship Type="http://schemas.openxmlformats.org/officeDocument/2006/relationships/notesSlide" Target="/ppt/notesSlides/notesSlide1.xml" Id="R64306927763344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4356715634226" /><Relationship Type="http://schemas.openxmlformats.org/officeDocument/2006/relationships/image" Target="/ppt/media/image2.png" Id="Rb7b7984bd6174675" /><Relationship Type="http://schemas.openxmlformats.org/officeDocument/2006/relationships/notesSlide" Target="/ppt/notesSlides/notesSlide2.xml" Id="R5c1dd86fac0a47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025e5619d418f" /><Relationship Type="http://schemas.openxmlformats.org/officeDocument/2006/relationships/chart" Target="/ppt/slides/charts/chart1.xml" Id="Rca5dd4a75ee34784" /><Relationship Type="http://schemas.openxmlformats.org/officeDocument/2006/relationships/notesSlide" Target="/ppt/notesSlides/notesSlide3.xml" Id="R489a4805e23d4a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41f63a1df4c0d" /><Relationship Type="http://schemas.openxmlformats.org/officeDocument/2006/relationships/chart" Target="/ppt/slides/charts/chart2.xml" Id="Rd732138c8b564a8a" /><Relationship Type="http://schemas.openxmlformats.org/officeDocument/2006/relationships/notesSlide" Target="/ppt/notesSlides/notesSlide4.xml" Id="Rce8aac1732df4e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ee4557ab4c18" /><Relationship Type="http://schemas.openxmlformats.org/officeDocument/2006/relationships/chart" Target="/ppt/slides/charts/chart3.xml" Id="R89176a3cc0e74d65" /><Relationship Type="http://schemas.openxmlformats.org/officeDocument/2006/relationships/notesSlide" Target="/ppt/notesSlides/notesSlide5.xml" Id="Rd6054d749a4e44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010ae2e0ba445e" /><Relationship Type="http://schemas.openxmlformats.org/officeDocument/2006/relationships/image" Target="/ppt/media/image3.png" Id="R54a33bebb28342e5" /><Relationship Type="http://schemas.openxmlformats.org/officeDocument/2006/relationships/notesSlide" Target="/ppt/notesSlides/notesSlide6.xml" Id="R411fbdda473a47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690716bf14c3d" /><Relationship Type="http://schemas.openxmlformats.org/officeDocument/2006/relationships/image" Target="/ppt/media/image4.png" Id="Rfa83561ad06e4369" /><Relationship Type="http://schemas.openxmlformats.org/officeDocument/2006/relationships/notesSlide" Target="/ppt/notesSlides/notesSlide7.xml" Id="R46dee1a945e349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f21063f414355" /><Relationship Type="http://schemas.openxmlformats.org/officeDocument/2006/relationships/chart" Target="/ppt/slides/charts/chart4.xml" Id="R0d5a442fc3f4447d" /><Relationship Type="http://schemas.openxmlformats.org/officeDocument/2006/relationships/notesSlide" Target="/ppt/notesSlides/notesSlide8.xml" Id="R96b93a4f71cd46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c1a2499914b13" /><Relationship Type="http://schemas.openxmlformats.org/officeDocument/2006/relationships/chart" Target="/ppt/slides/charts/chart5.xml" Id="R5df9cc7f03dc4f15" /><Relationship Type="http://schemas.openxmlformats.org/officeDocument/2006/relationships/notesSlide" Target="/ppt/notesSlides/notesSlide9.xml" Id="R1183f52bb7274e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7de5199bd4ffe" /><Relationship Type="http://schemas.openxmlformats.org/officeDocument/2006/relationships/chart" Target="/ppt/slides/charts/chart6.xml" Id="R464a52a7c9324ce5" /><Relationship Type="http://schemas.openxmlformats.org/officeDocument/2006/relationships/notesSlide" Target="/ppt/notesSlides/notesSlide10.xml" Id="R20329317071d4c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f6b33b5c3f4b0e" /><Relationship Type="http://schemas.openxmlformats.org/officeDocument/2006/relationships/chart" Target="/ppt/slides/charts/chart7.xml" Id="R96b8a4e35eb94c8c" /><Relationship Type="http://schemas.openxmlformats.org/officeDocument/2006/relationships/notesSlide" Target="/ppt/notesSlides/notesSlide11.xml" Id="Ra5f4612e9da64d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3a3850ec44f26" /><Relationship Type="http://schemas.openxmlformats.org/officeDocument/2006/relationships/chart" Target="/ppt/slides/charts/chart8.xml" Id="R48a668325abb4fd6" /><Relationship Type="http://schemas.openxmlformats.org/officeDocument/2006/relationships/notesSlide" Target="/ppt/notesSlides/notesSlide12.xml" Id="Rd31db78f740040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c2a6513154fb4" /><Relationship Type="http://schemas.openxmlformats.org/officeDocument/2006/relationships/chart" Target="/ppt/slides/charts/chart9.xml" Id="R2c8b56e1c8904556" /><Relationship Type="http://schemas.openxmlformats.org/officeDocument/2006/relationships/notesSlide" Target="/ppt/notesSlides/notesSlide13.xml" Id="Rc0f1df4ebee744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31952b58d4e29" /><Relationship Type="http://schemas.openxmlformats.org/officeDocument/2006/relationships/chart" Target="/ppt/slides/charts/chart10.xml" Id="Ra647b16b1b4148cd" /><Relationship Type="http://schemas.openxmlformats.org/officeDocument/2006/relationships/notesSlide" Target="/ppt/notesSlides/notesSlide14.xml" Id="Rafeb4acb08d04b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4db481f8b4f1d" /><Relationship Type="http://schemas.openxmlformats.org/officeDocument/2006/relationships/chart" Target="/ppt/slides/charts/chart11.xml" Id="R4b0d9dea347e4330" /><Relationship Type="http://schemas.openxmlformats.org/officeDocument/2006/relationships/notesSlide" Target="/ppt/notesSlides/notesSlide15.xml" Id="R6b12cf8088e643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a1694918a54727" /><Relationship Type="http://schemas.openxmlformats.org/officeDocument/2006/relationships/image" Target="/ppt/media/image5.png" Id="R6c6808038f0c4f72" /><Relationship Type="http://schemas.openxmlformats.org/officeDocument/2006/relationships/notesSlide" Target="/ppt/notesSlides/notesSlide16.xml" Id="Ra793b16be2b14d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59fd2b8d94ec6" /><Relationship Type="http://schemas.openxmlformats.org/officeDocument/2006/relationships/image" Target="/ppt/media/image6.png" Id="R124bbb35c096470f" /><Relationship Type="http://schemas.openxmlformats.org/officeDocument/2006/relationships/notesSlide" Target="/ppt/notesSlides/notesSlide17.xml" Id="R80bb7216406d47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b0fd5463d4f22" /><Relationship Type="http://schemas.openxmlformats.org/officeDocument/2006/relationships/chart" Target="/ppt/slides/charts/chart12.xml" Id="R7b3f0f65e1d74d89" /><Relationship Type="http://schemas.openxmlformats.org/officeDocument/2006/relationships/notesSlide" Target="/ppt/notesSlides/notesSlide18.xml" Id="R5b147773c58d4f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ba3d410d847c5" /><Relationship Type="http://schemas.openxmlformats.org/officeDocument/2006/relationships/chart" Target="/ppt/slides/charts/chart13.xml" Id="Ra9e09ce7ab1d421a" /><Relationship Type="http://schemas.openxmlformats.org/officeDocument/2006/relationships/notesSlide" Target="/ppt/notesSlides/notesSlide19.xml" Id="R158c3cc7720b4f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d3a4171914326" /><Relationship Type="http://schemas.openxmlformats.org/officeDocument/2006/relationships/chart" Target="/ppt/slides/charts/chart14.xml" Id="Rb2d7ef612c9d42cf" /><Relationship Type="http://schemas.openxmlformats.org/officeDocument/2006/relationships/notesSlide" Target="/ppt/notesSlides/notesSlide20.xml" Id="Rc3b474f1b67e4e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f5fd7224043a3" /><Relationship Type="http://schemas.openxmlformats.org/officeDocument/2006/relationships/chart" Target="/ppt/slides/charts/chart15.xml" Id="Rb7f5a52f557549f3" /><Relationship Type="http://schemas.openxmlformats.org/officeDocument/2006/relationships/notesSlide" Target="/ppt/notesSlides/notesSlide21.xml" Id="R8d677d9130a141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41865d0c84e61" /><Relationship Type="http://schemas.openxmlformats.org/officeDocument/2006/relationships/chart" Target="/ppt/slides/charts/chart16.xml" Id="R6c5b832fda20481a" /><Relationship Type="http://schemas.openxmlformats.org/officeDocument/2006/relationships/notesSlide" Target="/ppt/notesSlides/notesSlide22.xml" Id="R3d3b78f19a6743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131b6024c45c5" /><Relationship Type="http://schemas.openxmlformats.org/officeDocument/2006/relationships/chart" Target="/ppt/slides/charts/chart17.xml" Id="R976a0aa2f8434c53" /><Relationship Type="http://schemas.openxmlformats.org/officeDocument/2006/relationships/notesSlide" Target="/ppt/notesSlides/notesSlide23.xml" Id="Rba6a82547e7844ff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Cash Counterparty Exposure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Cash!$F$1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Cash!$F$3:$F$50000</c:f>
              <c:numCache>
                <c:formatCode>_(* #,##0_);_(* \(#,##0\);_(* "-"??_);_(@_)</c:formatCode>
                <c:ptCount val="36"/>
                <c:pt idx="0">
                  <c:v>10700</c:v>
                </c:pt>
                <c:pt idx="1">
                  <c:v>10800</c:v>
                </c:pt>
                <c:pt idx="2">
                  <c:v>10900</c:v>
                </c:pt>
                <c:pt idx="3">
                  <c:v>11000</c:v>
                </c:pt>
                <c:pt idx="4">
                  <c:v>11100</c:v>
                </c:pt>
                <c:pt idx="5">
                  <c:v>11200</c:v>
                </c:pt>
                <c:pt idx="6">
                  <c:v>11300</c:v>
                </c:pt>
                <c:pt idx="7">
                  <c:v>10700</c:v>
                </c:pt>
                <c:pt idx="8">
                  <c:v>10800</c:v>
                </c:pt>
                <c:pt idx="9">
                  <c:v>10900</c:v>
                </c:pt>
                <c:pt idx="10">
                  <c:v>11000</c:v>
                </c:pt>
                <c:pt idx="11">
                  <c:v>11100</c:v>
                </c:pt>
                <c:pt idx="12">
                  <c:v>11200</c:v>
                </c:pt>
                <c:pt idx="13">
                  <c:v>11300</c:v>
                </c:pt>
                <c:pt idx="14">
                  <c:v>10700</c:v>
                </c:pt>
                <c:pt idx="15">
                  <c:v>10800</c:v>
                </c:pt>
                <c:pt idx="16">
                  <c:v>10900</c:v>
                </c:pt>
                <c:pt idx="17">
                  <c:v>11000</c:v>
                </c:pt>
                <c:pt idx="18">
                  <c:v>11100</c:v>
                </c:pt>
                <c:pt idx="19">
                  <c:v>11200</c:v>
                </c:pt>
                <c:pt idx="20">
                  <c:v>11300</c:v>
                </c:pt>
                <c:pt idx="21">
                  <c:v>10700</c:v>
                </c:pt>
                <c:pt idx="22">
                  <c:v>10800</c:v>
                </c:pt>
                <c:pt idx="23">
                  <c:v>10900</c:v>
                </c:pt>
                <c:pt idx="24">
                  <c:v>11000</c:v>
                </c:pt>
                <c:pt idx="25">
                  <c:v>11100</c:v>
                </c:pt>
                <c:pt idx="26">
                  <c:v>11200</c:v>
                </c:pt>
                <c:pt idx="27">
                  <c:v>11300</c:v>
                </c:pt>
                <c:pt idx="28">
                  <c:v>10700</c:v>
                </c:pt>
                <c:pt idx="29">
                  <c:v>10800</c:v>
                </c:pt>
                <c:pt idx="30">
                  <c:v>10900</c:v>
                </c:pt>
                <c:pt idx="31">
                  <c:v>11000</c:v>
                </c:pt>
                <c:pt idx="32">
                  <c:v>11100</c:v>
                </c:pt>
                <c:pt idx="33">
                  <c:v>11200</c:v>
                </c:pt>
                <c:pt idx="34">
                  <c:v>11300</c:v>
                </c:pt>
                <c:pt idx="35">
                  <c:v>10700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Cash!$C$1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Cash!$C$3:$C$50000</c:f>
              <c:numCache>
                <c:formatCode>_(* #,##0_);_(* \(#,##0\);_(* "-"??_);_(@_)</c:formatCode>
                <c:ptCount val="36"/>
                <c:pt idx="0">
                  <c:v>11800</c:v>
                </c:pt>
                <c:pt idx="1">
                  <c:v>11900</c:v>
                </c:pt>
                <c:pt idx="2">
                  <c:v>12000</c:v>
                </c:pt>
                <c:pt idx="3">
                  <c:v>12100</c:v>
                </c:pt>
                <c:pt idx="4">
                  <c:v>12200</c:v>
                </c:pt>
                <c:pt idx="5">
                  <c:v>12300</c:v>
                </c:pt>
                <c:pt idx="6">
                  <c:v>11700</c:v>
                </c:pt>
                <c:pt idx="7">
                  <c:v>11800</c:v>
                </c:pt>
                <c:pt idx="8">
                  <c:v>11900</c:v>
                </c:pt>
                <c:pt idx="9">
                  <c:v>12000</c:v>
                </c:pt>
                <c:pt idx="10">
                  <c:v>12100</c:v>
                </c:pt>
                <c:pt idx="11">
                  <c:v>12200</c:v>
                </c:pt>
                <c:pt idx="12">
                  <c:v>12300</c:v>
                </c:pt>
                <c:pt idx="13">
                  <c:v>11700</c:v>
                </c:pt>
                <c:pt idx="14">
                  <c:v>11800</c:v>
                </c:pt>
                <c:pt idx="15">
                  <c:v>11900</c:v>
                </c:pt>
                <c:pt idx="16">
                  <c:v>12000</c:v>
                </c:pt>
                <c:pt idx="17">
                  <c:v>12100</c:v>
                </c:pt>
                <c:pt idx="18">
                  <c:v>12200</c:v>
                </c:pt>
                <c:pt idx="19">
                  <c:v>12300</c:v>
                </c:pt>
                <c:pt idx="20">
                  <c:v>11700</c:v>
                </c:pt>
                <c:pt idx="21">
                  <c:v>11800</c:v>
                </c:pt>
                <c:pt idx="22">
                  <c:v>11900</c:v>
                </c:pt>
                <c:pt idx="23">
                  <c:v>12000</c:v>
                </c:pt>
                <c:pt idx="24">
                  <c:v>12100</c:v>
                </c:pt>
                <c:pt idx="25">
                  <c:v>12200</c:v>
                </c:pt>
                <c:pt idx="26">
                  <c:v>12300</c:v>
                </c:pt>
                <c:pt idx="27">
                  <c:v>11700</c:v>
                </c:pt>
                <c:pt idx="28">
                  <c:v>11800</c:v>
                </c:pt>
                <c:pt idx="29">
                  <c:v>11900</c:v>
                </c:pt>
                <c:pt idx="30">
                  <c:v>12000</c:v>
                </c:pt>
                <c:pt idx="31">
                  <c:v>12100</c:v>
                </c:pt>
                <c:pt idx="32">
                  <c:v>12200</c:v>
                </c:pt>
                <c:pt idx="33">
                  <c:v>12300</c:v>
                </c:pt>
                <c:pt idx="34">
                  <c:v>11700</c:v>
                </c:pt>
                <c:pt idx="35">
                  <c:v>11800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Cash!$E$1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Cash!$E$3:$E$50000</c:f>
              <c:numCache>
                <c:formatCode>_(* #,##0_);_(* \(#,##0\);_(* "-"??_);_(@_)</c:formatCode>
                <c:ptCount val="36"/>
                <c:pt idx="0">
                  <c:v>12900</c:v>
                </c:pt>
                <c:pt idx="1">
                  <c:v>13000</c:v>
                </c:pt>
                <c:pt idx="2">
                  <c:v>13100</c:v>
                </c:pt>
                <c:pt idx="3">
                  <c:v>13200</c:v>
                </c:pt>
                <c:pt idx="4">
                  <c:v>13300</c:v>
                </c:pt>
                <c:pt idx="5">
                  <c:v>12700</c:v>
                </c:pt>
                <c:pt idx="6">
                  <c:v>12800</c:v>
                </c:pt>
                <c:pt idx="7">
                  <c:v>12900</c:v>
                </c:pt>
                <c:pt idx="8">
                  <c:v>13000</c:v>
                </c:pt>
                <c:pt idx="9">
                  <c:v>13100</c:v>
                </c:pt>
                <c:pt idx="10">
                  <c:v>13200</c:v>
                </c:pt>
                <c:pt idx="11">
                  <c:v>13300</c:v>
                </c:pt>
                <c:pt idx="12">
                  <c:v>12700</c:v>
                </c:pt>
                <c:pt idx="13">
                  <c:v>12800</c:v>
                </c:pt>
                <c:pt idx="14">
                  <c:v>12900</c:v>
                </c:pt>
                <c:pt idx="15">
                  <c:v>13000</c:v>
                </c:pt>
                <c:pt idx="16">
                  <c:v>13100</c:v>
                </c:pt>
                <c:pt idx="17">
                  <c:v>13200</c:v>
                </c:pt>
                <c:pt idx="18">
                  <c:v>13300</c:v>
                </c:pt>
                <c:pt idx="19">
                  <c:v>12700</c:v>
                </c:pt>
                <c:pt idx="20">
                  <c:v>12800</c:v>
                </c:pt>
                <c:pt idx="21">
                  <c:v>12900</c:v>
                </c:pt>
                <c:pt idx="22">
                  <c:v>13000</c:v>
                </c:pt>
                <c:pt idx="23">
                  <c:v>13100</c:v>
                </c:pt>
                <c:pt idx="24">
                  <c:v>13200</c:v>
                </c:pt>
                <c:pt idx="25">
                  <c:v>13300</c:v>
                </c:pt>
                <c:pt idx="26">
                  <c:v>12700</c:v>
                </c:pt>
                <c:pt idx="27">
                  <c:v>12800</c:v>
                </c:pt>
                <c:pt idx="28">
                  <c:v>12900</c:v>
                </c:pt>
                <c:pt idx="29">
                  <c:v>13000</c:v>
                </c:pt>
                <c:pt idx="30">
                  <c:v>13100</c:v>
                </c:pt>
                <c:pt idx="31">
                  <c:v>13200</c:v>
                </c:pt>
                <c:pt idx="32">
                  <c:v>13300</c:v>
                </c:pt>
                <c:pt idx="33">
                  <c:v>12700</c:v>
                </c:pt>
                <c:pt idx="34">
                  <c:v>12800</c:v>
                </c:pt>
                <c:pt idx="35">
                  <c:v>12900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Cash!$H$1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Cash!$H$3:$H$50000</c:f>
              <c:numCache>
                <c:formatCode>_(* #,##0_);_(* \(#,##0\);_(* "-"??_);_(@_)</c:formatCode>
                <c:ptCount val="36"/>
                <c:pt idx="0">
                  <c:v>14000</c:v>
                </c:pt>
                <c:pt idx="1">
                  <c:v>14100</c:v>
                </c:pt>
                <c:pt idx="2">
                  <c:v>14200</c:v>
                </c:pt>
                <c:pt idx="3">
                  <c:v>14300</c:v>
                </c:pt>
                <c:pt idx="4">
                  <c:v>13700</c:v>
                </c:pt>
                <c:pt idx="5">
                  <c:v>13800</c:v>
                </c:pt>
                <c:pt idx="6">
                  <c:v>13900</c:v>
                </c:pt>
                <c:pt idx="7">
                  <c:v>14000</c:v>
                </c:pt>
                <c:pt idx="8">
                  <c:v>14100</c:v>
                </c:pt>
                <c:pt idx="9">
                  <c:v>14200</c:v>
                </c:pt>
                <c:pt idx="10">
                  <c:v>14300</c:v>
                </c:pt>
                <c:pt idx="11">
                  <c:v>13700</c:v>
                </c:pt>
                <c:pt idx="12">
                  <c:v>13800</c:v>
                </c:pt>
                <c:pt idx="13">
                  <c:v>13900</c:v>
                </c:pt>
                <c:pt idx="14">
                  <c:v>14000</c:v>
                </c:pt>
                <c:pt idx="15">
                  <c:v>14100</c:v>
                </c:pt>
                <c:pt idx="16">
                  <c:v>14200</c:v>
                </c:pt>
                <c:pt idx="17">
                  <c:v>14300</c:v>
                </c:pt>
                <c:pt idx="18">
                  <c:v>13700</c:v>
                </c:pt>
                <c:pt idx="19">
                  <c:v>13800</c:v>
                </c:pt>
                <c:pt idx="20">
                  <c:v>13900</c:v>
                </c:pt>
                <c:pt idx="21">
                  <c:v>14000</c:v>
                </c:pt>
                <c:pt idx="22">
                  <c:v>14100</c:v>
                </c:pt>
                <c:pt idx="23">
                  <c:v>14200</c:v>
                </c:pt>
                <c:pt idx="24">
                  <c:v>14300</c:v>
                </c:pt>
                <c:pt idx="25">
                  <c:v>13700</c:v>
                </c:pt>
                <c:pt idx="26">
                  <c:v>13800</c:v>
                </c:pt>
                <c:pt idx="27">
                  <c:v>13900</c:v>
                </c:pt>
                <c:pt idx="28">
                  <c:v>14000</c:v>
                </c:pt>
                <c:pt idx="29">
                  <c:v>14100</c:v>
                </c:pt>
                <c:pt idx="30">
                  <c:v>14200</c:v>
                </c:pt>
                <c:pt idx="31">
                  <c:v>14300</c:v>
                </c:pt>
                <c:pt idx="32">
                  <c:v>13700</c:v>
                </c:pt>
                <c:pt idx="33">
                  <c:v>13800</c:v>
                </c:pt>
                <c:pt idx="34">
                  <c:v>13900</c:v>
                </c:pt>
                <c:pt idx="35">
                  <c:v>14000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Cash!$G$1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Cash!$G$3:$G$50000</c:f>
              <c:numCache>
                <c:formatCode>_(* #,##0_);_(* \(#,##0\);_(* "-"??_);_(@_)</c:formatCode>
                <c:ptCount val="36"/>
                <c:pt idx="0">
                  <c:v>15100</c:v>
                </c:pt>
                <c:pt idx="1">
                  <c:v>15200</c:v>
                </c:pt>
                <c:pt idx="2">
                  <c:v>15300</c:v>
                </c:pt>
                <c:pt idx="3">
                  <c:v>14700</c:v>
                </c:pt>
                <c:pt idx="4">
                  <c:v>14800</c:v>
                </c:pt>
                <c:pt idx="5">
                  <c:v>14900</c:v>
                </c:pt>
                <c:pt idx="6">
                  <c:v>15000</c:v>
                </c:pt>
                <c:pt idx="7">
                  <c:v>15100</c:v>
                </c:pt>
                <c:pt idx="8">
                  <c:v>15200</c:v>
                </c:pt>
                <c:pt idx="9">
                  <c:v>15300</c:v>
                </c:pt>
                <c:pt idx="10">
                  <c:v>14700</c:v>
                </c:pt>
                <c:pt idx="11">
                  <c:v>14800</c:v>
                </c:pt>
                <c:pt idx="12">
                  <c:v>14900</c:v>
                </c:pt>
                <c:pt idx="13">
                  <c:v>15000</c:v>
                </c:pt>
                <c:pt idx="14">
                  <c:v>15100</c:v>
                </c:pt>
                <c:pt idx="15">
                  <c:v>15200</c:v>
                </c:pt>
                <c:pt idx="16">
                  <c:v>15300</c:v>
                </c:pt>
                <c:pt idx="17">
                  <c:v>14700</c:v>
                </c:pt>
                <c:pt idx="18">
                  <c:v>14800</c:v>
                </c:pt>
                <c:pt idx="19">
                  <c:v>14900</c:v>
                </c:pt>
                <c:pt idx="20">
                  <c:v>15000</c:v>
                </c:pt>
                <c:pt idx="21">
                  <c:v>15100</c:v>
                </c:pt>
                <c:pt idx="22">
                  <c:v>15200</c:v>
                </c:pt>
                <c:pt idx="23">
                  <c:v>15300</c:v>
                </c:pt>
                <c:pt idx="24">
                  <c:v>14700</c:v>
                </c:pt>
                <c:pt idx="25">
                  <c:v>14800</c:v>
                </c:pt>
                <c:pt idx="26">
                  <c:v>14900</c:v>
                </c:pt>
                <c:pt idx="27">
                  <c:v>15000</c:v>
                </c:pt>
                <c:pt idx="28">
                  <c:v>15100</c:v>
                </c:pt>
                <c:pt idx="29">
                  <c:v>15200</c:v>
                </c:pt>
                <c:pt idx="30">
                  <c:v>15300</c:v>
                </c:pt>
                <c:pt idx="31">
                  <c:v>14700</c:v>
                </c:pt>
                <c:pt idx="32">
                  <c:v>14800</c:v>
                </c:pt>
                <c:pt idx="33">
                  <c:v>14900</c:v>
                </c:pt>
                <c:pt idx="34">
                  <c:v>15000</c:v>
                </c:pt>
                <c:pt idx="35">
                  <c:v>15100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Cash!$L$1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Cash!$L$3:$L$50000</c:f>
              <c:numCache>
                <c:formatCode>_(* #,##0_);_(* \(#,##0\);_(* "-"??_);_(@_)</c:formatCode>
                <c:ptCount val="36"/>
                <c:pt idx="0">
                  <c:v>16200</c:v>
                </c:pt>
                <c:pt idx="1">
                  <c:v>16300</c:v>
                </c:pt>
                <c:pt idx="2">
                  <c:v>15700</c:v>
                </c:pt>
                <c:pt idx="3">
                  <c:v>15800</c:v>
                </c:pt>
                <c:pt idx="4">
                  <c:v>15900</c:v>
                </c:pt>
                <c:pt idx="5">
                  <c:v>16000</c:v>
                </c:pt>
                <c:pt idx="6">
                  <c:v>16100</c:v>
                </c:pt>
                <c:pt idx="7">
                  <c:v>16200</c:v>
                </c:pt>
                <c:pt idx="8">
                  <c:v>16300</c:v>
                </c:pt>
                <c:pt idx="9">
                  <c:v>15700</c:v>
                </c:pt>
                <c:pt idx="10">
                  <c:v>15800</c:v>
                </c:pt>
                <c:pt idx="11">
                  <c:v>15900</c:v>
                </c:pt>
                <c:pt idx="12">
                  <c:v>16000</c:v>
                </c:pt>
                <c:pt idx="13">
                  <c:v>16100</c:v>
                </c:pt>
                <c:pt idx="14">
                  <c:v>16200</c:v>
                </c:pt>
                <c:pt idx="15">
                  <c:v>16300</c:v>
                </c:pt>
                <c:pt idx="16">
                  <c:v>15700</c:v>
                </c:pt>
                <c:pt idx="17">
                  <c:v>15800</c:v>
                </c:pt>
                <c:pt idx="18">
                  <c:v>15900</c:v>
                </c:pt>
                <c:pt idx="19">
                  <c:v>16000</c:v>
                </c:pt>
                <c:pt idx="20">
                  <c:v>16100</c:v>
                </c:pt>
                <c:pt idx="21">
                  <c:v>16200</c:v>
                </c:pt>
                <c:pt idx="22">
                  <c:v>16300</c:v>
                </c:pt>
                <c:pt idx="23">
                  <c:v>15700</c:v>
                </c:pt>
                <c:pt idx="24">
                  <c:v>15800</c:v>
                </c:pt>
                <c:pt idx="25">
                  <c:v>15900</c:v>
                </c:pt>
                <c:pt idx="26">
                  <c:v>16000</c:v>
                </c:pt>
                <c:pt idx="27">
                  <c:v>16100</c:v>
                </c:pt>
                <c:pt idx="28">
                  <c:v>16200</c:v>
                </c:pt>
                <c:pt idx="29">
                  <c:v>16300</c:v>
                </c:pt>
                <c:pt idx="30">
                  <c:v>15700</c:v>
                </c:pt>
                <c:pt idx="31">
                  <c:v>15800</c:v>
                </c:pt>
                <c:pt idx="32">
                  <c:v>15900</c:v>
                </c:pt>
                <c:pt idx="33">
                  <c:v>16000</c:v>
                </c:pt>
                <c:pt idx="34">
                  <c:v>16100</c:v>
                </c:pt>
                <c:pt idx="35">
                  <c:v>16200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Cash!$D$1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Cash!$D$3:$D$500000</c:f>
              <c:numCache>
                <c:formatCode>_(* #,##0_);_(* \(#,##0\);_(* "-"??_);_(@_)</c:formatCode>
                <c:ptCount val="36"/>
                <c:pt idx="0">
                  <c:v>17300</c:v>
                </c:pt>
                <c:pt idx="1">
                  <c:v>16700</c:v>
                </c:pt>
                <c:pt idx="2">
                  <c:v>16800</c:v>
                </c:pt>
                <c:pt idx="3">
                  <c:v>16900</c:v>
                </c:pt>
                <c:pt idx="4">
                  <c:v>17000</c:v>
                </c:pt>
                <c:pt idx="5">
                  <c:v>17100</c:v>
                </c:pt>
                <c:pt idx="6">
                  <c:v>17200</c:v>
                </c:pt>
                <c:pt idx="7">
                  <c:v>17300</c:v>
                </c:pt>
                <c:pt idx="8">
                  <c:v>16700</c:v>
                </c:pt>
                <c:pt idx="9">
                  <c:v>16800</c:v>
                </c:pt>
                <c:pt idx="10">
                  <c:v>16900</c:v>
                </c:pt>
                <c:pt idx="11">
                  <c:v>17000</c:v>
                </c:pt>
                <c:pt idx="12">
                  <c:v>17100</c:v>
                </c:pt>
                <c:pt idx="13">
                  <c:v>17200</c:v>
                </c:pt>
                <c:pt idx="14">
                  <c:v>17300</c:v>
                </c:pt>
                <c:pt idx="15">
                  <c:v>16700</c:v>
                </c:pt>
                <c:pt idx="16">
                  <c:v>16800</c:v>
                </c:pt>
                <c:pt idx="17">
                  <c:v>16900</c:v>
                </c:pt>
                <c:pt idx="18">
                  <c:v>17000</c:v>
                </c:pt>
                <c:pt idx="19">
                  <c:v>17100</c:v>
                </c:pt>
                <c:pt idx="20">
                  <c:v>17200</c:v>
                </c:pt>
                <c:pt idx="21">
                  <c:v>17300</c:v>
                </c:pt>
                <c:pt idx="22">
                  <c:v>16700</c:v>
                </c:pt>
                <c:pt idx="23">
                  <c:v>16800</c:v>
                </c:pt>
                <c:pt idx="24">
                  <c:v>16900</c:v>
                </c:pt>
                <c:pt idx="25">
                  <c:v>17000</c:v>
                </c:pt>
                <c:pt idx="26">
                  <c:v>17100</c:v>
                </c:pt>
                <c:pt idx="27">
                  <c:v>17200</c:v>
                </c:pt>
                <c:pt idx="28">
                  <c:v>17300</c:v>
                </c:pt>
                <c:pt idx="29">
                  <c:v>16700</c:v>
                </c:pt>
                <c:pt idx="30">
                  <c:v>16800</c:v>
                </c:pt>
                <c:pt idx="31">
                  <c:v>16900</c:v>
                </c:pt>
                <c:pt idx="32">
                  <c:v>17000</c:v>
                </c:pt>
                <c:pt idx="33">
                  <c:v>17100</c:v>
                </c:pt>
                <c:pt idx="34">
                  <c:v>17200</c:v>
                </c:pt>
                <c:pt idx="35">
                  <c:v>17300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Cash!$I$1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none"/>
          </c:marker>
          <c:dPt>
            <c:idx val="22"/>
            <c:spPr>
              <a:ln xmlns:a="http://schemas.openxmlformats.org/drawingml/2006/main">
                <a:solidFill>
                  <a:schemeClr val="accent3">
                    <a:lumMod val="60000"/>
                    <a:lumOff val="40000"/>
                  </a:schemeClr>
                </a:solidFill>
              </a:ln>
            </c:spPr>
          </c:dPt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Cash!$I$3:$I$430</c:f>
              <c:numCache>
                <c:formatCode>_(* #,##0_);_(* \(#,##0\);_(* "-"??_);_(@_)</c:formatCode>
                <c:ptCount val="36"/>
                <c:pt idx="0">
                  <c:v>17700</c:v>
                </c:pt>
                <c:pt idx="1">
                  <c:v>17800</c:v>
                </c:pt>
                <c:pt idx="2">
                  <c:v>17900</c:v>
                </c:pt>
                <c:pt idx="3">
                  <c:v>18000</c:v>
                </c:pt>
                <c:pt idx="4">
                  <c:v>18100</c:v>
                </c:pt>
                <c:pt idx="5">
                  <c:v>18200</c:v>
                </c:pt>
                <c:pt idx="6">
                  <c:v>18300</c:v>
                </c:pt>
                <c:pt idx="7">
                  <c:v>17700</c:v>
                </c:pt>
                <c:pt idx="8">
                  <c:v>17800</c:v>
                </c:pt>
                <c:pt idx="9">
                  <c:v>17900</c:v>
                </c:pt>
                <c:pt idx="10">
                  <c:v>18000</c:v>
                </c:pt>
                <c:pt idx="11">
                  <c:v>18100</c:v>
                </c:pt>
                <c:pt idx="12">
                  <c:v>18200</c:v>
                </c:pt>
                <c:pt idx="13">
                  <c:v>18300</c:v>
                </c:pt>
                <c:pt idx="14">
                  <c:v>17700</c:v>
                </c:pt>
                <c:pt idx="15">
                  <c:v>17800</c:v>
                </c:pt>
                <c:pt idx="16">
                  <c:v>17900</c:v>
                </c:pt>
                <c:pt idx="17">
                  <c:v>18000</c:v>
                </c:pt>
                <c:pt idx="18">
                  <c:v>18100</c:v>
                </c:pt>
                <c:pt idx="19">
                  <c:v>18200</c:v>
                </c:pt>
                <c:pt idx="20">
                  <c:v>18300</c:v>
                </c:pt>
                <c:pt idx="21">
                  <c:v>17700</c:v>
                </c:pt>
                <c:pt idx="22">
                  <c:v>17800</c:v>
                </c:pt>
                <c:pt idx="23">
                  <c:v>17900</c:v>
                </c:pt>
                <c:pt idx="24">
                  <c:v>18000</c:v>
                </c:pt>
                <c:pt idx="25">
                  <c:v>18100</c:v>
                </c:pt>
                <c:pt idx="26">
                  <c:v>18200</c:v>
                </c:pt>
                <c:pt idx="27">
                  <c:v>18300</c:v>
                </c:pt>
                <c:pt idx="28">
                  <c:v>17700</c:v>
                </c:pt>
                <c:pt idx="29">
                  <c:v>17800</c:v>
                </c:pt>
                <c:pt idx="30">
                  <c:v>17900</c:v>
                </c:pt>
                <c:pt idx="31">
                  <c:v>18000</c:v>
                </c:pt>
                <c:pt idx="32">
                  <c:v>18100</c:v>
                </c:pt>
                <c:pt idx="33">
                  <c:v>18200</c:v>
                </c:pt>
                <c:pt idx="34">
                  <c:v>18300</c:v>
                </c:pt>
                <c:pt idx="35">
                  <c:v>17700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Cash!$J$1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Cash!$J$3:$J$491</c:f>
              <c:numCache>
                <c:formatCode>_(* #,##0_);_(* \(#,##0\);_(* "-"??_);_(@_)</c:formatCode>
                <c:ptCount val="36"/>
                <c:pt idx="0">
                  <c:v>18800</c:v>
                </c:pt>
                <c:pt idx="1">
                  <c:v>18900</c:v>
                </c:pt>
                <c:pt idx="2">
                  <c:v>19000</c:v>
                </c:pt>
                <c:pt idx="3">
                  <c:v>19100</c:v>
                </c:pt>
                <c:pt idx="4">
                  <c:v>19200</c:v>
                </c:pt>
                <c:pt idx="5">
                  <c:v>19300</c:v>
                </c:pt>
                <c:pt idx="6">
                  <c:v>18700</c:v>
                </c:pt>
                <c:pt idx="7">
                  <c:v>18800</c:v>
                </c:pt>
                <c:pt idx="8">
                  <c:v>18900</c:v>
                </c:pt>
                <c:pt idx="9">
                  <c:v>19000</c:v>
                </c:pt>
                <c:pt idx="10">
                  <c:v>19100</c:v>
                </c:pt>
                <c:pt idx="11">
                  <c:v>19200</c:v>
                </c:pt>
                <c:pt idx="12">
                  <c:v>19300</c:v>
                </c:pt>
                <c:pt idx="13">
                  <c:v>18700</c:v>
                </c:pt>
                <c:pt idx="14">
                  <c:v>18800</c:v>
                </c:pt>
                <c:pt idx="15">
                  <c:v>18900</c:v>
                </c:pt>
                <c:pt idx="16">
                  <c:v>19000</c:v>
                </c:pt>
                <c:pt idx="17">
                  <c:v>19100</c:v>
                </c:pt>
                <c:pt idx="18">
                  <c:v>19200</c:v>
                </c:pt>
                <c:pt idx="19">
                  <c:v>19300</c:v>
                </c:pt>
                <c:pt idx="20">
                  <c:v>18700</c:v>
                </c:pt>
                <c:pt idx="21">
                  <c:v>18800</c:v>
                </c:pt>
                <c:pt idx="22">
                  <c:v>18900</c:v>
                </c:pt>
                <c:pt idx="23">
                  <c:v>19000</c:v>
                </c:pt>
                <c:pt idx="24">
                  <c:v>19100</c:v>
                </c:pt>
                <c:pt idx="25">
                  <c:v>19200</c:v>
                </c:pt>
                <c:pt idx="26">
                  <c:v>19300</c:v>
                </c:pt>
                <c:pt idx="27">
                  <c:v>18700</c:v>
                </c:pt>
                <c:pt idx="28">
                  <c:v>18800</c:v>
                </c:pt>
                <c:pt idx="29">
                  <c:v>18900</c:v>
                </c:pt>
                <c:pt idx="30">
                  <c:v>19000</c:v>
                </c:pt>
                <c:pt idx="31">
                  <c:v>19100</c:v>
                </c:pt>
                <c:pt idx="32">
                  <c:v>19200</c:v>
                </c:pt>
                <c:pt idx="33">
                  <c:v>19300</c:v>
                </c:pt>
                <c:pt idx="34">
                  <c:v>18700</c:v>
                </c:pt>
                <c:pt idx="35">
                  <c:v>18800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Cash!$B$1</c:f>
              <c:strCache>
                <c:ptCount val="1"/>
                <c:pt idx="0">
                  <c:v>Synthetic Series 10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Cash!$B$3:$B$50000</c:f>
              <c:numCache>
                <c:formatCode>_(* #,##0_);_(* \(#,##0\);_(* "-"??_);_(@_)</c:formatCode>
                <c:ptCount val="36"/>
                <c:pt idx="0">
                  <c:v>19900</c:v>
                </c:pt>
                <c:pt idx="1">
                  <c:v>20000</c:v>
                </c:pt>
                <c:pt idx="2">
                  <c:v>20100</c:v>
                </c:pt>
                <c:pt idx="3">
                  <c:v>20200</c:v>
                </c:pt>
                <c:pt idx="4">
                  <c:v>20300</c:v>
                </c:pt>
                <c:pt idx="5">
                  <c:v>19700</c:v>
                </c:pt>
                <c:pt idx="6">
                  <c:v>19800</c:v>
                </c:pt>
                <c:pt idx="7">
                  <c:v>19900</c:v>
                </c:pt>
                <c:pt idx="8">
                  <c:v>20000</c:v>
                </c:pt>
                <c:pt idx="9">
                  <c:v>20100</c:v>
                </c:pt>
                <c:pt idx="10">
                  <c:v>20200</c:v>
                </c:pt>
                <c:pt idx="11">
                  <c:v>20300</c:v>
                </c:pt>
                <c:pt idx="12">
                  <c:v>19700</c:v>
                </c:pt>
                <c:pt idx="13">
                  <c:v>19800</c:v>
                </c:pt>
                <c:pt idx="14">
                  <c:v>19900</c:v>
                </c:pt>
                <c:pt idx="15">
                  <c:v>20000</c:v>
                </c:pt>
                <c:pt idx="16">
                  <c:v>20100</c:v>
                </c:pt>
                <c:pt idx="17">
                  <c:v>20200</c:v>
                </c:pt>
                <c:pt idx="18">
                  <c:v>20300</c:v>
                </c:pt>
                <c:pt idx="19">
                  <c:v>19700</c:v>
                </c:pt>
                <c:pt idx="20">
                  <c:v>19800</c:v>
                </c:pt>
                <c:pt idx="21">
                  <c:v>19900</c:v>
                </c:pt>
                <c:pt idx="22">
                  <c:v>20000</c:v>
                </c:pt>
                <c:pt idx="23">
                  <c:v>20100</c:v>
                </c:pt>
                <c:pt idx="24">
                  <c:v>20200</c:v>
                </c:pt>
                <c:pt idx="25">
                  <c:v>20300</c:v>
                </c:pt>
                <c:pt idx="26">
                  <c:v>19700</c:v>
                </c:pt>
                <c:pt idx="27">
                  <c:v>19800</c:v>
                </c:pt>
                <c:pt idx="28">
                  <c:v>19900</c:v>
                </c:pt>
                <c:pt idx="29">
                  <c:v>20000</c:v>
                </c:pt>
                <c:pt idx="30">
                  <c:v>20100</c:v>
                </c:pt>
                <c:pt idx="31">
                  <c:v>20200</c:v>
                </c:pt>
                <c:pt idx="32">
                  <c:v>20300</c:v>
                </c:pt>
                <c:pt idx="33">
                  <c:v>19700</c:v>
                </c:pt>
                <c:pt idx="34">
                  <c:v>19800</c:v>
                </c:pt>
                <c:pt idx="35">
                  <c:v>19900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Cash!$K$1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Ref>
              <c:f>Cash!$A$3:$A$959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Cash!$K$3:$K$728</c:f>
              <c:numCache>
                <c:formatCode>_(* #,##0_);_(* \(#,##0\);_(* "-"??_);_(@_)</c:formatCode>
                <c:ptCount val="36"/>
                <c:pt idx="0">
                  <c:v>21000</c:v>
                </c:pt>
                <c:pt idx="1">
                  <c:v>21100</c:v>
                </c:pt>
                <c:pt idx="2">
                  <c:v>21200</c:v>
                </c:pt>
                <c:pt idx="3">
                  <c:v>21300</c:v>
                </c:pt>
                <c:pt idx="4">
                  <c:v>20700</c:v>
                </c:pt>
                <c:pt idx="5">
                  <c:v>20800</c:v>
                </c:pt>
                <c:pt idx="6">
                  <c:v>20900</c:v>
                </c:pt>
                <c:pt idx="7">
                  <c:v>21000</c:v>
                </c:pt>
                <c:pt idx="8">
                  <c:v>21100</c:v>
                </c:pt>
                <c:pt idx="9">
                  <c:v>21200</c:v>
                </c:pt>
                <c:pt idx="10">
                  <c:v>21300</c:v>
                </c:pt>
                <c:pt idx="11">
                  <c:v>20700</c:v>
                </c:pt>
                <c:pt idx="12">
                  <c:v>20800</c:v>
                </c:pt>
                <c:pt idx="13">
                  <c:v>20900</c:v>
                </c:pt>
                <c:pt idx="14">
                  <c:v>21000</c:v>
                </c:pt>
                <c:pt idx="15">
                  <c:v>21100</c:v>
                </c:pt>
                <c:pt idx="16">
                  <c:v>21200</c:v>
                </c:pt>
                <c:pt idx="17">
                  <c:v>21300</c:v>
                </c:pt>
                <c:pt idx="18">
                  <c:v>20700</c:v>
                </c:pt>
                <c:pt idx="19">
                  <c:v>20800</c:v>
                </c:pt>
                <c:pt idx="20">
                  <c:v>20900</c:v>
                </c:pt>
                <c:pt idx="21">
                  <c:v>21000</c:v>
                </c:pt>
                <c:pt idx="22">
                  <c:v>21100</c:v>
                </c:pt>
                <c:pt idx="23">
                  <c:v>21200</c:v>
                </c:pt>
                <c:pt idx="24">
                  <c:v>21300</c:v>
                </c:pt>
                <c:pt idx="25">
                  <c:v>20700</c:v>
                </c:pt>
                <c:pt idx="26">
                  <c:v>20800</c:v>
                </c:pt>
                <c:pt idx="27">
                  <c:v>20900</c:v>
                </c:pt>
                <c:pt idx="28">
                  <c:v>21000</c:v>
                </c:pt>
                <c:pt idx="29">
                  <c:v>21100</c:v>
                </c:pt>
                <c:pt idx="30">
                  <c:v>21200</c:v>
                </c:pt>
                <c:pt idx="31">
                  <c:v>21300</c:v>
                </c:pt>
                <c:pt idx="32">
                  <c:v>20700</c:v>
                </c:pt>
                <c:pt idx="33">
                  <c:v>20800</c:v>
                </c:pt>
                <c:pt idx="34">
                  <c:v>20900</c:v>
                </c:pt>
                <c:pt idx="35">
                  <c:v>21000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Cash!$N$1</c:f>
              <c:strCache>
                <c:ptCount val="1"/>
                <c:pt idx="0">
                  <c:v>Synthetic Series 12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Cash!$N$3:$N$500000</c:f>
              <c:numCache>
                <c:formatCode>General</c:formatCode>
                <c:ptCount val="36"/>
                <c:pt idx="0">
                  <c:v>22100</c:v>
                </c:pt>
                <c:pt idx="1">
                  <c:v>22200</c:v>
                </c:pt>
                <c:pt idx="2">
                  <c:v>22300</c:v>
                </c:pt>
                <c:pt idx="3">
                  <c:v>21700</c:v>
                </c:pt>
                <c:pt idx="4">
                  <c:v>21800</c:v>
                </c:pt>
                <c:pt idx="5">
                  <c:v>21900</c:v>
                </c:pt>
                <c:pt idx="6">
                  <c:v>22000</c:v>
                </c:pt>
                <c:pt idx="7">
                  <c:v>22100</c:v>
                </c:pt>
                <c:pt idx="8">
                  <c:v>22200</c:v>
                </c:pt>
                <c:pt idx="9">
                  <c:v>22300</c:v>
                </c:pt>
                <c:pt idx="10">
                  <c:v>21700</c:v>
                </c:pt>
                <c:pt idx="11">
                  <c:v>21800</c:v>
                </c:pt>
                <c:pt idx="12">
                  <c:v>21900</c:v>
                </c:pt>
                <c:pt idx="13">
                  <c:v>22000</c:v>
                </c:pt>
                <c:pt idx="14">
                  <c:v>22100</c:v>
                </c:pt>
                <c:pt idx="15">
                  <c:v>22200</c:v>
                </c:pt>
                <c:pt idx="16">
                  <c:v>22300</c:v>
                </c:pt>
                <c:pt idx="17">
                  <c:v>21700</c:v>
                </c:pt>
                <c:pt idx="18">
                  <c:v>21800</c:v>
                </c:pt>
                <c:pt idx="19">
                  <c:v>21900</c:v>
                </c:pt>
                <c:pt idx="20">
                  <c:v>22000</c:v>
                </c:pt>
                <c:pt idx="21">
                  <c:v>22100</c:v>
                </c:pt>
                <c:pt idx="22">
                  <c:v>22200</c:v>
                </c:pt>
                <c:pt idx="23">
                  <c:v>22300</c:v>
                </c:pt>
                <c:pt idx="24">
                  <c:v>21700</c:v>
                </c:pt>
                <c:pt idx="25">
                  <c:v>21800</c:v>
                </c:pt>
                <c:pt idx="26">
                  <c:v>21900</c:v>
                </c:pt>
                <c:pt idx="27">
                  <c:v>22000</c:v>
                </c:pt>
                <c:pt idx="28">
                  <c:v>22100</c:v>
                </c:pt>
                <c:pt idx="29">
                  <c:v>22200</c:v>
                </c:pt>
                <c:pt idx="30">
                  <c:v>22300</c:v>
                </c:pt>
                <c:pt idx="31">
                  <c:v>21700</c:v>
                </c:pt>
                <c:pt idx="32">
                  <c:v>21800</c:v>
                </c:pt>
                <c:pt idx="33">
                  <c:v>21900</c:v>
                </c:pt>
                <c:pt idx="34">
                  <c:v>22000</c:v>
                </c:pt>
                <c:pt idx="35">
                  <c:v>22100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5086464"/>
        <c:axId val="395092352"/>
      </c:lineChart>
      <c:dateAx>
        <c:axId val="395086464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crossAx val="395092352"/>
        <c:crosses val="autoZero"/>
        <c:auto val="1"/>
        <c:baseTimeUnit val="months"/>
        <c:majorUnit val="1"/>
        <c:majorTimeUnit val="months"/>
      </c:dateAx>
      <c:valAx>
        <c:axId val="39509235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395086464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Total Counterparty Exposure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Total!$B$1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Total!$B$3:$B$49994</c:f>
              <c:numCache>
                <c:formatCode>_(* #,##0_);_(* \(#,##0\);_(* "-"??_);_(@_)</c:formatCode>
                <c:ptCount val="36"/>
                <c:pt idx="0">
                  <c:v>20700</c:v>
                </c:pt>
                <c:pt idx="1">
                  <c:v>20800</c:v>
                </c:pt>
                <c:pt idx="2">
                  <c:v>20900</c:v>
                </c:pt>
                <c:pt idx="3">
                  <c:v>21000</c:v>
                </c:pt>
                <c:pt idx="4">
                  <c:v>21100</c:v>
                </c:pt>
                <c:pt idx="5">
                  <c:v>21200</c:v>
                </c:pt>
                <c:pt idx="6">
                  <c:v>21300</c:v>
                </c:pt>
                <c:pt idx="7">
                  <c:v>20700</c:v>
                </c:pt>
                <c:pt idx="8">
                  <c:v>20800</c:v>
                </c:pt>
                <c:pt idx="9">
                  <c:v>20900</c:v>
                </c:pt>
                <c:pt idx="10">
                  <c:v>21000</c:v>
                </c:pt>
                <c:pt idx="11">
                  <c:v>21100</c:v>
                </c:pt>
                <c:pt idx="12">
                  <c:v>21200</c:v>
                </c:pt>
                <c:pt idx="13">
                  <c:v>21300</c:v>
                </c:pt>
                <c:pt idx="14">
                  <c:v>20700</c:v>
                </c:pt>
                <c:pt idx="15">
                  <c:v>20800</c:v>
                </c:pt>
                <c:pt idx="16">
                  <c:v>20900</c:v>
                </c:pt>
                <c:pt idx="17">
                  <c:v>21000</c:v>
                </c:pt>
                <c:pt idx="18">
                  <c:v>21100</c:v>
                </c:pt>
                <c:pt idx="19">
                  <c:v>21200</c:v>
                </c:pt>
                <c:pt idx="20">
                  <c:v>21300</c:v>
                </c:pt>
                <c:pt idx="21">
                  <c:v>20700</c:v>
                </c:pt>
                <c:pt idx="22">
                  <c:v>20800</c:v>
                </c:pt>
                <c:pt idx="23">
                  <c:v>20900</c:v>
                </c:pt>
                <c:pt idx="24">
                  <c:v>21000</c:v>
                </c:pt>
                <c:pt idx="25">
                  <c:v>21100</c:v>
                </c:pt>
                <c:pt idx="26">
                  <c:v>21200</c:v>
                </c:pt>
                <c:pt idx="27">
                  <c:v>21300</c:v>
                </c:pt>
                <c:pt idx="28">
                  <c:v>20700</c:v>
                </c:pt>
                <c:pt idx="29">
                  <c:v>20800</c:v>
                </c:pt>
                <c:pt idx="30">
                  <c:v>20900</c:v>
                </c:pt>
                <c:pt idx="31">
                  <c:v>21000</c:v>
                </c:pt>
                <c:pt idx="32">
                  <c:v>21100</c:v>
                </c:pt>
                <c:pt idx="33">
                  <c:v>21200</c:v>
                </c:pt>
                <c:pt idx="34">
                  <c:v>21300</c:v>
                </c:pt>
                <c:pt idx="35">
                  <c:v>20700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Total!$D$1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Total!$D$3:$D$49994</c:f>
              <c:numCache>
                <c:formatCode>_(* #,##0_);_(* \(#,##0\);_(* "-"??_);_(@_)</c:formatCode>
                <c:ptCount val="36"/>
                <c:pt idx="0">
                  <c:v>21800</c:v>
                </c:pt>
                <c:pt idx="1">
                  <c:v>21900</c:v>
                </c:pt>
                <c:pt idx="2">
                  <c:v>22000</c:v>
                </c:pt>
                <c:pt idx="3">
                  <c:v>22100</c:v>
                </c:pt>
                <c:pt idx="4">
                  <c:v>22200</c:v>
                </c:pt>
                <c:pt idx="5">
                  <c:v>22300</c:v>
                </c:pt>
                <c:pt idx="6">
                  <c:v>21700</c:v>
                </c:pt>
                <c:pt idx="7">
                  <c:v>21800</c:v>
                </c:pt>
                <c:pt idx="8">
                  <c:v>21900</c:v>
                </c:pt>
                <c:pt idx="9">
                  <c:v>22000</c:v>
                </c:pt>
                <c:pt idx="10">
                  <c:v>22100</c:v>
                </c:pt>
                <c:pt idx="11">
                  <c:v>22200</c:v>
                </c:pt>
                <c:pt idx="12">
                  <c:v>22300</c:v>
                </c:pt>
                <c:pt idx="13">
                  <c:v>21700</c:v>
                </c:pt>
                <c:pt idx="14">
                  <c:v>21800</c:v>
                </c:pt>
                <c:pt idx="15">
                  <c:v>21900</c:v>
                </c:pt>
                <c:pt idx="16">
                  <c:v>22000</c:v>
                </c:pt>
                <c:pt idx="17">
                  <c:v>22100</c:v>
                </c:pt>
                <c:pt idx="18">
                  <c:v>22200</c:v>
                </c:pt>
                <c:pt idx="19">
                  <c:v>22300</c:v>
                </c:pt>
                <c:pt idx="20">
                  <c:v>21700</c:v>
                </c:pt>
                <c:pt idx="21">
                  <c:v>21800</c:v>
                </c:pt>
                <c:pt idx="22">
                  <c:v>21900</c:v>
                </c:pt>
                <c:pt idx="23">
                  <c:v>22000</c:v>
                </c:pt>
                <c:pt idx="24">
                  <c:v>22100</c:v>
                </c:pt>
                <c:pt idx="25">
                  <c:v>22200</c:v>
                </c:pt>
                <c:pt idx="26">
                  <c:v>22300</c:v>
                </c:pt>
                <c:pt idx="27">
                  <c:v>21700</c:v>
                </c:pt>
                <c:pt idx="28">
                  <c:v>21800</c:v>
                </c:pt>
                <c:pt idx="29">
                  <c:v>21900</c:v>
                </c:pt>
                <c:pt idx="30">
                  <c:v>22000</c:v>
                </c:pt>
                <c:pt idx="31">
                  <c:v>22100</c:v>
                </c:pt>
                <c:pt idx="32">
                  <c:v>22200</c:v>
                </c:pt>
                <c:pt idx="33">
                  <c:v>22300</c:v>
                </c:pt>
                <c:pt idx="34">
                  <c:v>21700</c:v>
                </c:pt>
                <c:pt idx="35">
                  <c:v>21800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Total!$E$1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Total!$E$3:$E$49994</c:f>
              <c:numCache>
                <c:formatCode>_(* #,##0_);_(* \(#,##0\);_(* "-"??_);_(@_)</c:formatCode>
                <c:ptCount val="36"/>
                <c:pt idx="0">
                  <c:v>22900</c:v>
                </c:pt>
                <c:pt idx="1">
                  <c:v>23000</c:v>
                </c:pt>
                <c:pt idx="2">
                  <c:v>23100</c:v>
                </c:pt>
                <c:pt idx="3">
                  <c:v>23200</c:v>
                </c:pt>
                <c:pt idx="4">
                  <c:v>23300</c:v>
                </c:pt>
                <c:pt idx="5">
                  <c:v>22700</c:v>
                </c:pt>
                <c:pt idx="6">
                  <c:v>22800</c:v>
                </c:pt>
                <c:pt idx="7">
                  <c:v>22900</c:v>
                </c:pt>
                <c:pt idx="8">
                  <c:v>23000</c:v>
                </c:pt>
                <c:pt idx="9">
                  <c:v>23100</c:v>
                </c:pt>
                <c:pt idx="10">
                  <c:v>23200</c:v>
                </c:pt>
                <c:pt idx="11">
                  <c:v>23300</c:v>
                </c:pt>
                <c:pt idx="12">
                  <c:v>22700</c:v>
                </c:pt>
                <c:pt idx="13">
                  <c:v>22800</c:v>
                </c:pt>
                <c:pt idx="14">
                  <c:v>22900</c:v>
                </c:pt>
                <c:pt idx="15">
                  <c:v>23000</c:v>
                </c:pt>
                <c:pt idx="16">
                  <c:v>23100</c:v>
                </c:pt>
                <c:pt idx="17">
                  <c:v>23200</c:v>
                </c:pt>
                <c:pt idx="18">
                  <c:v>23300</c:v>
                </c:pt>
                <c:pt idx="19">
                  <c:v>22700</c:v>
                </c:pt>
                <c:pt idx="20">
                  <c:v>22800</c:v>
                </c:pt>
                <c:pt idx="21">
                  <c:v>22900</c:v>
                </c:pt>
                <c:pt idx="22">
                  <c:v>23000</c:v>
                </c:pt>
                <c:pt idx="23">
                  <c:v>23100</c:v>
                </c:pt>
                <c:pt idx="24">
                  <c:v>23200</c:v>
                </c:pt>
                <c:pt idx="25">
                  <c:v>23300</c:v>
                </c:pt>
                <c:pt idx="26">
                  <c:v>22700</c:v>
                </c:pt>
                <c:pt idx="27">
                  <c:v>22800</c:v>
                </c:pt>
                <c:pt idx="28">
                  <c:v>22900</c:v>
                </c:pt>
                <c:pt idx="29">
                  <c:v>23000</c:v>
                </c:pt>
                <c:pt idx="30">
                  <c:v>23100</c:v>
                </c:pt>
                <c:pt idx="31">
                  <c:v>23200</c:v>
                </c:pt>
                <c:pt idx="32">
                  <c:v>23300</c:v>
                </c:pt>
                <c:pt idx="33">
                  <c:v>22700</c:v>
                </c:pt>
                <c:pt idx="34">
                  <c:v>22800</c:v>
                </c:pt>
                <c:pt idx="35">
                  <c:v>22900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Total!$F$1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Total!$F$3:$F$49994</c:f>
              <c:numCache>
                <c:formatCode>_(* #,##0_);_(* \(#,##0\);_(* "-"??_);_(@_)</c:formatCode>
                <c:ptCount val="36"/>
                <c:pt idx="0">
                  <c:v>24000</c:v>
                </c:pt>
                <c:pt idx="1">
                  <c:v>24100</c:v>
                </c:pt>
                <c:pt idx="2">
                  <c:v>24200</c:v>
                </c:pt>
                <c:pt idx="3">
                  <c:v>24300</c:v>
                </c:pt>
                <c:pt idx="4">
                  <c:v>23700</c:v>
                </c:pt>
                <c:pt idx="5">
                  <c:v>23800</c:v>
                </c:pt>
                <c:pt idx="6">
                  <c:v>23900</c:v>
                </c:pt>
                <c:pt idx="7">
                  <c:v>24000</c:v>
                </c:pt>
                <c:pt idx="8">
                  <c:v>24100</c:v>
                </c:pt>
                <c:pt idx="9">
                  <c:v>24200</c:v>
                </c:pt>
                <c:pt idx="10">
                  <c:v>24300</c:v>
                </c:pt>
                <c:pt idx="11">
                  <c:v>23700</c:v>
                </c:pt>
                <c:pt idx="12">
                  <c:v>23800</c:v>
                </c:pt>
                <c:pt idx="13">
                  <c:v>23900</c:v>
                </c:pt>
                <c:pt idx="14">
                  <c:v>24000</c:v>
                </c:pt>
                <c:pt idx="15">
                  <c:v>24100</c:v>
                </c:pt>
                <c:pt idx="16">
                  <c:v>24200</c:v>
                </c:pt>
                <c:pt idx="17">
                  <c:v>24300</c:v>
                </c:pt>
                <c:pt idx="18">
                  <c:v>23700</c:v>
                </c:pt>
                <c:pt idx="19">
                  <c:v>23800</c:v>
                </c:pt>
                <c:pt idx="20">
                  <c:v>23900</c:v>
                </c:pt>
                <c:pt idx="21">
                  <c:v>24000</c:v>
                </c:pt>
                <c:pt idx="22">
                  <c:v>24100</c:v>
                </c:pt>
                <c:pt idx="23">
                  <c:v>24200</c:v>
                </c:pt>
                <c:pt idx="24">
                  <c:v>24300</c:v>
                </c:pt>
                <c:pt idx="25">
                  <c:v>23700</c:v>
                </c:pt>
                <c:pt idx="26">
                  <c:v>23800</c:v>
                </c:pt>
                <c:pt idx="27">
                  <c:v>23900</c:v>
                </c:pt>
                <c:pt idx="28">
                  <c:v>24000</c:v>
                </c:pt>
                <c:pt idx="29">
                  <c:v>24100</c:v>
                </c:pt>
                <c:pt idx="30">
                  <c:v>24200</c:v>
                </c:pt>
                <c:pt idx="31">
                  <c:v>24300</c:v>
                </c:pt>
                <c:pt idx="32">
                  <c:v>23700</c:v>
                </c:pt>
                <c:pt idx="33">
                  <c:v>23800</c:v>
                </c:pt>
                <c:pt idx="34">
                  <c:v>23900</c:v>
                </c:pt>
                <c:pt idx="35">
                  <c:v>24000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Total!$H$1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Total!$H$3:$H$49994</c:f>
              <c:numCache>
                <c:formatCode>_(* #,##0_);_(* \(#,##0\);_(* "-"??_);_(@_)</c:formatCode>
                <c:ptCount val="36"/>
                <c:pt idx="0">
                  <c:v>25100</c:v>
                </c:pt>
                <c:pt idx="1">
                  <c:v>25200</c:v>
                </c:pt>
                <c:pt idx="2">
                  <c:v>25300</c:v>
                </c:pt>
                <c:pt idx="3">
                  <c:v>24700</c:v>
                </c:pt>
                <c:pt idx="4">
                  <c:v>24800</c:v>
                </c:pt>
                <c:pt idx="5">
                  <c:v>24900</c:v>
                </c:pt>
                <c:pt idx="6">
                  <c:v>25000</c:v>
                </c:pt>
                <c:pt idx="7">
                  <c:v>25100</c:v>
                </c:pt>
                <c:pt idx="8">
                  <c:v>25200</c:v>
                </c:pt>
                <c:pt idx="9">
                  <c:v>25300</c:v>
                </c:pt>
                <c:pt idx="10">
                  <c:v>24700</c:v>
                </c:pt>
                <c:pt idx="11">
                  <c:v>24800</c:v>
                </c:pt>
                <c:pt idx="12">
                  <c:v>24900</c:v>
                </c:pt>
                <c:pt idx="13">
                  <c:v>25000</c:v>
                </c:pt>
                <c:pt idx="14">
                  <c:v>25100</c:v>
                </c:pt>
                <c:pt idx="15">
                  <c:v>25200</c:v>
                </c:pt>
                <c:pt idx="16">
                  <c:v>25300</c:v>
                </c:pt>
                <c:pt idx="17">
                  <c:v>24700</c:v>
                </c:pt>
                <c:pt idx="18">
                  <c:v>24800</c:v>
                </c:pt>
                <c:pt idx="19">
                  <c:v>24900</c:v>
                </c:pt>
                <c:pt idx="20">
                  <c:v>25000</c:v>
                </c:pt>
                <c:pt idx="21">
                  <c:v>25100</c:v>
                </c:pt>
                <c:pt idx="22">
                  <c:v>25200</c:v>
                </c:pt>
                <c:pt idx="23">
                  <c:v>25300</c:v>
                </c:pt>
                <c:pt idx="24">
                  <c:v>24700</c:v>
                </c:pt>
                <c:pt idx="25">
                  <c:v>24800</c:v>
                </c:pt>
                <c:pt idx="26">
                  <c:v>24900</c:v>
                </c:pt>
                <c:pt idx="27">
                  <c:v>25000</c:v>
                </c:pt>
                <c:pt idx="28">
                  <c:v>25100</c:v>
                </c:pt>
                <c:pt idx="29">
                  <c:v>25200</c:v>
                </c:pt>
                <c:pt idx="30">
                  <c:v>25300</c:v>
                </c:pt>
                <c:pt idx="31">
                  <c:v>24700</c:v>
                </c:pt>
                <c:pt idx="32">
                  <c:v>24800</c:v>
                </c:pt>
                <c:pt idx="33">
                  <c:v>24900</c:v>
                </c:pt>
                <c:pt idx="34">
                  <c:v>25000</c:v>
                </c:pt>
                <c:pt idx="35">
                  <c:v>25100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Total!$L$1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Total!$L$3:$L$49994</c:f>
              <c:numCache>
                <c:formatCode>_(* #,##0_);_(* \(#,##0\);_(* "-"??_);_(@_)</c:formatCode>
                <c:ptCount val="36"/>
                <c:pt idx="0">
                  <c:v>26200</c:v>
                </c:pt>
                <c:pt idx="1">
                  <c:v>26300</c:v>
                </c:pt>
                <c:pt idx="2">
                  <c:v>25700</c:v>
                </c:pt>
                <c:pt idx="3">
                  <c:v>25800</c:v>
                </c:pt>
                <c:pt idx="4">
                  <c:v>25900</c:v>
                </c:pt>
                <c:pt idx="5">
                  <c:v>26000</c:v>
                </c:pt>
                <c:pt idx="6">
                  <c:v>26100</c:v>
                </c:pt>
                <c:pt idx="7">
                  <c:v>26200</c:v>
                </c:pt>
                <c:pt idx="8">
                  <c:v>26300</c:v>
                </c:pt>
                <c:pt idx="9">
                  <c:v>25700</c:v>
                </c:pt>
                <c:pt idx="10">
                  <c:v>25800</c:v>
                </c:pt>
                <c:pt idx="11">
                  <c:v>25900</c:v>
                </c:pt>
                <c:pt idx="12">
                  <c:v>26000</c:v>
                </c:pt>
                <c:pt idx="13">
                  <c:v>26100</c:v>
                </c:pt>
                <c:pt idx="14">
                  <c:v>26200</c:v>
                </c:pt>
                <c:pt idx="15">
                  <c:v>26300</c:v>
                </c:pt>
                <c:pt idx="16">
                  <c:v>25700</c:v>
                </c:pt>
                <c:pt idx="17">
                  <c:v>25800</c:v>
                </c:pt>
                <c:pt idx="18">
                  <c:v>25900</c:v>
                </c:pt>
                <c:pt idx="19">
                  <c:v>26000</c:v>
                </c:pt>
                <c:pt idx="20">
                  <c:v>26100</c:v>
                </c:pt>
                <c:pt idx="21">
                  <c:v>26200</c:v>
                </c:pt>
                <c:pt idx="22">
                  <c:v>26300</c:v>
                </c:pt>
                <c:pt idx="23">
                  <c:v>25700</c:v>
                </c:pt>
                <c:pt idx="24">
                  <c:v>25800</c:v>
                </c:pt>
                <c:pt idx="25">
                  <c:v>25900</c:v>
                </c:pt>
                <c:pt idx="26">
                  <c:v>26000</c:v>
                </c:pt>
                <c:pt idx="27">
                  <c:v>26100</c:v>
                </c:pt>
                <c:pt idx="28">
                  <c:v>26200</c:v>
                </c:pt>
                <c:pt idx="29">
                  <c:v>26300</c:v>
                </c:pt>
                <c:pt idx="30">
                  <c:v>25700</c:v>
                </c:pt>
                <c:pt idx="31">
                  <c:v>25800</c:v>
                </c:pt>
                <c:pt idx="32">
                  <c:v>25900</c:v>
                </c:pt>
                <c:pt idx="33">
                  <c:v>26000</c:v>
                </c:pt>
                <c:pt idx="34">
                  <c:v>26100</c:v>
                </c:pt>
                <c:pt idx="35">
                  <c:v>26200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Total!$P$1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Total!$P$3:$P$49994</c:f>
              <c:numCache>
                <c:formatCode>_(* #,##0_);_(* \(#,##0\);_(* "-"??_);_(@_)</c:formatCode>
                <c:ptCount val="36"/>
                <c:pt idx="0">
                  <c:v>27300</c:v>
                </c:pt>
                <c:pt idx="1">
                  <c:v>26700</c:v>
                </c:pt>
                <c:pt idx="2">
                  <c:v>26800</c:v>
                </c:pt>
                <c:pt idx="3">
                  <c:v>26900</c:v>
                </c:pt>
                <c:pt idx="4">
                  <c:v>27000</c:v>
                </c:pt>
                <c:pt idx="5">
                  <c:v>27100</c:v>
                </c:pt>
                <c:pt idx="6">
                  <c:v>27200</c:v>
                </c:pt>
                <c:pt idx="7">
                  <c:v>27300</c:v>
                </c:pt>
                <c:pt idx="8">
                  <c:v>26700</c:v>
                </c:pt>
                <c:pt idx="9">
                  <c:v>26800</c:v>
                </c:pt>
                <c:pt idx="10">
                  <c:v>26900</c:v>
                </c:pt>
                <c:pt idx="11">
                  <c:v>27000</c:v>
                </c:pt>
                <c:pt idx="12">
                  <c:v>27100</c:v>
                </c:pt>
                <c:pt idx="13">
                  <c:v>27200</c:v>
                </c:pt>
                <c:pt idx="14">
                  <c:v>27300</c:v>
                </c:pt>
                <c:pt idx="15">
                  <c:v>26700</c:v>
                </c:pt>
                <c:pt idx="16">
                  <c:v>26800</c:v>
                </c:pt>
                <c:pt idx="17">
                  <c:v>26900</c:v>
                </c:pt>
                <c:pt idx="18">
                  <c:v>27000</c:v>
                </c:pt>
                <c:pt idx="19">
                  <c:v>27100</c:v>
                </c:pt>
                <c:pt idx="20">
                  <c:v>27200</c:v>
                </c:pt>
                <c:pt idx="21">
                  <c:v>27300</c:v>
                </c:pt>
                <c:pt idx="22">
                  <c:v>26700</c:v>
                </c:pt>
                <c:pt idx="23">
                  <c:v>26800</c:v>
                </c:pt>
                <c:pt idx="24">
                  <c:v>26900</c:v>
                </c:pt>
                <c:pt idx="25">
                  <c:v>27000</c:v>
                </c:pt>
                <c:pt idx="26">
                  <c:v>27100</c:v>
                </c:pt>
                <c:pt idx="27">
                  <c:v>27200</c:v>
                </c:pt>
                <c:pt idx="28">
                  <c:v>27300</c:v>
                </c:pt>
                <c:pt idx="29">
                  <c:v>26700</c:v>
                </c:pt>
                <c:pt idx="30">
                  <c:v>26800</c:v>
                </c:pt>
                <c:pt idx="31">
                  <c:v>26900</c:v>
                </c:pt>
                <c:pt idx="32">
                  <c:v>27000</c:v>
                </c:pt>
                <c:pt idx="33">
                  <c:v>27100</c:v>
                </c:pt>
                <c:pt idx="34">
                  <c:v>27200</c:v>
                </c:pt>
                <c:pt idx="35">
                  <c:v>27300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Total!$Q$1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Total!$Q$3:$Q$49994</c:f>
              <c:numCache>
                <c:formatCode>_(* #,##0_);_(* \(#,##0\);_(* "-"??_);_(@_)</c:formatCode>
                <c:ptCount val="36"/>
                <c:pt idx="0">
                  <c:v>27700</c:v>
                </c:pt>
                <c:pt idx="1">
                  <c:v>27800</c:v>
                </c:pt>
                <c:pt idx="2">
                  <c:v>27900</c:v>
                </c:pt>
                <c:pt idx="3">
                  <c:v>28000</c:v>
                </c:pt>
                <c:pt idx="4">
                  <c:v>28100</c:v>
                </c:pt>
                <c:pt idx="5">
                  <c:v>28200</c:v>
                </c:pt>
                <c:pt idx="6">
                  <c:v>28300</c:v>
                </c:pt>
                <c:pt idx="7">
                  <c:v>27700</c:v>
                </c:pt>
                <c:pt idx="8">
                  <c:v>27800</c:v>
                </c:pt>
                <c:pt idx="9">
                  <c:v>27900</c:v>
                </c:pt>
                <c:pt idx="10">
                  <c:v>28000</c:v>
                </c:pt>
                <c:pt idx="11">
                  <c:v>28100</c:v>
                </c:pt>
                <c:pt idx="12">
                  <c:v>28200</c:v>
                </c:pt>
                <c:pt idx="13">
                  <c:v>28300</c:v>
                </c:pt>
                <c:pt idx="14">
                  <c:v>27700</c:v>
                </c:pt>
                <c:pt idx="15">
                  <c:v>27800</c:v>
                </c:pt>
                <c:pt idx="16">
                  <c:v>27900</c:v>
                </c:pt>
                <c:pt idx="17">
                  <c:v>28000</c:v>
                </c:pt>
                <c:pt idx="18">
                  <c:v>28100</c:v>
                </c:pt>
                <c:pt idx="19">
                  <c:v>28200</c:v>
                </c:pt>
                <c:pt idx="20">
                  <c:v>28300</c:v>
                </c:pt>
                <c:pt idx="21">
                  <c:v>27700</c:v>
                </c:pt>
                <c:pt idx="22">
                  <c:v>27800</c:v>
                </c:pt>
                <c:pt idx="23">
                  <c:v>27900</c:v>
                </c:pt>
                <c:pt idx="24">
                  <c:v>28000</c:v>
                </c:pt>
                <c:pt idx="25">
                  <c:v>28100</c:v>
                </c:pt>
                <c:pt idx="26">
                  <c:v>28200</c:v>
                </c:pt>
                <c:pt idx="27">
                  <c:v>28300</c:v>
                </c:pt>
                <c:pt idx="28">
                  <c:v>27700</c:v>
                </c:pt>
                <c:pt idx="29">
                  <c:v>27800</c:v>
                </c:pt>
                <c:pt idx="30">
                  <c:v>27900</c:v>
                </c:pt>
                <c:pt idx="31">
                  <c:v>28000</c:v>
                </c:pt>
                <c:pt idx="32">
                  <c:v>28100</c:v>
                </c:pt>
                <c:pt idx="33">
                  <c:v>28200</c:v>
                </c:pt>
                <c:pt idx="34">
                  <c:v>28300</c:v>
                </c:pt>
                <c:pt idx="35">
                  <c:v>27700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Total!$R$1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Total!$R$3:$R$49994</c:f>
              <c:numCache>
                <c:formatCode>_(* #,##0_);_(* \(#,##0\);_(* "-"??_);_(@_)</c:formatCode>
                <c:ptCount val="36"/>
                <c:pt idx="0">
                  <c:v>28800</c:v>
                </c:pt>
                <c:pt idx="1">
                  <c:v>28900</c:v>
                </c:pt>
                <c:pt idx="2">
                  <c:v>29000</c:v>
                </c:pt>
                <c:pt idx="3">
                  <c:v>29100</c:v>
                </c:pt>
                <c:pt idx="4">
                  <c:v>29200</c:v>
                </c:pt>
                <c:pt idx="5">
                  <c:v>29300</c:v>
                </c:pt>
                <c:pt idx="6">
                  <c:v>28700</c:v>
                </c:pt>
                <c:pt idx="7">
                  <c:v>28800</c:v>
                </c:pt>
                <c:pt idx="8">
                  <c:v>28900</c:v>
                </c:pt>
                <c:pt idx="9">
                  <c:v>29000</c:v>
                </c:pt>
                <c:pt idx="10">
                  <c:v>29100</c:v>
                </c:pt>
                <c:pt idx="11">
                  <c:v>29200</c:v>
                </c:pt>
                <c:pt idx="12">
                  <c:v>29300</c:v>
                </c:pt>
                <c:pt idx="13">
                  <c:v>28700</c:v>
                </c:pt>
                <c:pt idx="14">
                  <c:v>28800</c:v>
                </c:pt>
                <c:pt idx="15">
                  <c:v>28900</c:v>
                </c:pt>
                <c:pt idx="16">
                  <c:v>29000</c:v>
                </c:pt>
                <c:pt idx="17">
                  <c:v>29100</c:v>
                </c:pt>
                <c:pt idx="18">
                  <c:v>29200</c:v>
                </c:pt>
                <c:pt idx="19">
                  <c:v>29300</c:v>
                </c:pt>
                <c:pt idx="20">
                  <c:v>28700</c:v>
                </c:pt>
                <c:pt idx="21">
                  <c:v>28800</c:v>
                </c:pt>
                <c:pt idx="22">
                  <c:v>28900</c:v>
                </c:pt>
                <c:pt idx="23">
                  <c:v>29000</c:v>
                </c:pt>
                <c:pt idx="24">
                  <c:v>29100</c:v>
                </c:pt>
                <c:pt idx="25">
                  <c:v>29200</c:v>
                </c:pt>
                <c:pt idx="26">
                  <c:v>29300</c:v>
                </c:pt>
                <c:pt idx="27">
                  <c:v>28700</c:v>
                </c:pt>
                <c:pt idx="28">
                  <c:v>28800</c:v>
                </c:pt>
                <c:pt idx="29">
                  <c:v>28900</c:v>
                </c:pt>
                <c:pt idx="30">
                  <c:v>29000</c:v>
                </c:pt>
                <c:pt idx="31">
                  <c:v>29100</c:v>
                </c:pt>
                <c:pt idx="32">
                  <c:v>29200</c:v>
                </c:pt>
                <c:pt idx="33">
                  <c:v>29300</c:v>
                </c:pt>
                <c:pt idx="34">
                  <c:v>28700</c:v>
                </c:pt>
                <c:pt idx="35">
                  <c:v>28800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Total!$S$1</c:f>
              <c:strCache>
                <c:ptCount val="1"/>
                <c:pt idx="0">
                  <c:v>Synthetic Series 10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Total!$S$3:$S$49994</c:f>
              <c:numCache>
                <c:formatCode>_(* #,##0_);_(* \(#,##0\);_(* "-"??_);_(@_)</c:formatCode>
                <c:ptCount val="36"/>
                <c:pt idx="0">
                  <c:v>29900</c:v>
                </c:pt>
                <c:pt idx="1">
                  <c:v>30000</c:v>
                </c:pt>
                <c:pt idx="2">
                  <c:v>30100</c:v>
                </c:pt>
                <c:pt idx="3">
                  <c:v>30200</c:v>
                </c:pt>
                <c:pt idx="4">
                  <c:v>30300</c:v>
                </c:pt>
                <c:pt idx="5">
                  <c:v>29700</c:v>
                </c:pt>
                <c:pt idx="6">
                  <c:v>29800</c:v>
                </c:pt>
                <c:pt idx="7">
                  <c:v>29900</c:v>
                </c:pt>
                <c:pt idx="8">
                  <c:v>30000</c:v>
                </c:pt>
                <c:pt idx="9">
                  <c:v>30100</c:v>
                </c:pt>
                <c:pt idx="10">
                  <c:v>30200</c:v>
                </c:pt>
                <c:pt idx="11">
                  <c:v>30300</c:v>
                </c:pt>
                <c:pt idx="12">
                  <c:v>29700</c:v>
                </c:pt>
                <c:pt idx="13">
                  <c:v>29800</c:v>
                </c:pt>
                <c:pt idx="14">
                  <c:v>29900</c:v>
                </c:pt>
                <c:pt idx="15">
                  <c:v>30000</c:v>
                </c:pt>
                <c:pt idx="16">
                  <c:v>30100</c:v>
                </c:pt>
                <c:pt idx="17">
                  <c:v>30200</c:v>
                </c:pt>
                <c:pt idx="18">
                  <c:v>30300</c:v>
                </c:pt>
                <c:pt idx="19">
                  <c:v>29700</c:v>
                </c:pt>
                <c:pt idx="20">
                  <c:v>29800</c:v>
                </c:pt>
                <c:pt idx="21">
                  <c:v>29900</c:v>
                </c:pt>
                <c:pt idx="22">
                  <c:v>30000</c:v>
                </c:pt>
                <c:pt idx="23">
                  <c:v>30100</c:v>
                </c:pt>
                <c:pt idx="24">
                  <c:v>30200</c:v>
                </c:pt>
                <c:pt idx="25">
                  <c:v>30300</c:v>
                </c:pt>
                <c:pt idx="26">
                  <c:v>29700</c:v>
                </c:pt>
                <c:pt idx="27">
                  <c:v>29800</c:v>
                </c:pt>
                <c:pt idx="28">
                  <c:v>29900</c:v>
                </c:pt>
                <c:pt idx="29">
                  <c:v>30000</c:v>
                </c:pt>
                <c:pt idx="30">
                  <c:v>30100</c:v>
                </c:pt>
                <c:pt idx="31">
                  <c:v>30200</c:v>
                </c:pt>
                <c:pt idx="32">
                  <c:v>30300</c:v>
                </c:pt>
                <c:pt idx="33">
                  <c:v>29700</c:v>
                </c:pt>
                <c:pt idx="34">
                  <c:v>29800</c:v>
                </c:pt>
                <c:pt idx="35">
                  <c:v>29900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Total!$T$1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Total!$T$3:$T$49994</c:f>
              <c:numCache>
                <c:formatCode>_(* #,##0_);_(* \(#,##0\);_(* "-"??_);_(@_)</c:formatCode>
                <c:ptCount val="36"/>
                <c:pt idx="0">
                  <c:v>31000</c:v>
                </c:pt>
                <c:pt idx="1">
                  <c:v>31100</c:v>
                </c:pt>
                <c:pt idx="2">
                  <c:v>31200</c:v>
                </c:pt>
                <c:pt idx="3">
                  <c:v>31300</c:v>
                </c:pt>
                <c:pt idx="4">
                  <c:v>30700</c:v>
                </c:pt>
                <c:pt idx="5">
                  <c:v>30800</c:v>
                </c:pt>
                <c:pt idx="6">
                  <c:v>30900</c:v>
                </c:pt>
                <c:pt idx="7">
                  <c:v>31000</c:v>
                </c:pt>
                <c:pt idx="8">
                  <c:v>31100</c:v>
                </c:pt>
                <c:pt idx="9">
                  <c:v>31200</c:v>
                </c:pt>
                <c:pt idx="10">
                  <c:v>31300</c:v>
                </c:pt>
                <c:pt idx="11">
                  <c:v>30700</c:v>
                </c:pt>
                <c:pt idx="12">
                  <c:v>30800</c:v>
                </c:pt>
                <c:pt idx="13">
                  <c:v>30900</c:v>
                </c:pt>
                <c:pt idx="14">
                  <c:v>31000</c:v>
                </c:pt>
                <c:pt idx="15">
                  <c:v>31100</c:v>
                </c:pt>
                <c:pt idx="16">
                  <c:v>31200</c:v>
                </c:pt>
                <c:pt idx="17">
                  <c:v>31300</c:v>
                </c:pt>
                <c:pt idx="18">
                  <c:v>30700</c:v>
                </c:pt>
                <c:pt idx="19">
                  <c:v>30800</c:v>
                </c:pt>
                <c:pt idx="20">
                  <c:v>30900</c:v>
                </c:pt>
                <c:pt idx="21">
                  <c:v>31000</c:v>
                </c:pt>
                <c:pt idx="22">
                  <c:v>31100</c:v>
                </c:pt>
                <c:pt idx="23">
                  <c:v>31200</c:v>
                </c:pt>
                <c:pt idx="24">
                  <c:v>31300</c:v>
                </c:pt>
                <c:pt idx="25">
                  <c:v>30700</c:v>
                </c:pt>
                <c:pt idx="26">
                  <c:v>30800</c:v>
                </c:pt>
                <c:pt idx="27">
                  <c:v>30900</c:v>
                </c:pt>
                <c:pt idx="28">
                  <c:v>31000</c:v>
                </c:pt>
                <c:pt idx="29">
                  <c:v>31100</c:v>
                </c:pt>
                <c:pt idx="30">
                  <c:v>31200</c:v>
                </c:pt>
                <c:pt idx="31">
                  <c:v>31300</c:v>
                </c:pt>
                <c:pt idx="32">
                  <c:v>30700</c:v>
                </c:pt>
                <c:pt idx="33">
                  <c:v>30800</c:v>
                </c:pt>
                <c:pt idx="34">
                  <c:v>30900</c:v>
                </c:pt>
                <c:pt idx="35">
                  <c:v>31000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Total!$U$1</c:f>
              <c:strCache>
                <c:ptCount val="1"/>
                <c:pt idx="0">
                  <c:v>Synthetic Series 12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Total!$U$3:$U$49994</c:f>
              <c:numCache>
                <c:formatCode>_(* #,##0_);_(* \(#,##0\);_(* "-"??_);_(@_)</c:formatCode>
                <c:ptCount val="36"/>
                <c:pt idx="0">
                  <c:v>32100</c:v>
                </c:pt>
                <c:pt idx="1">
                  <c:v>32200</c:v>
                </c:pt>
                <c:pt idx="2">
                  <c:v>32300</c:v>
                </c:pt>
                <c:pt idx="3">
                  <c:v>31700</c:v>
                </c:pt>
                <c:pt idx="4">
                  <c:v>31800</c:v>
                </c:pt>
                <c:pt idx="5">
                  <c:v>31900</c:v>
                </c:pt>
                <c:pt idx="6">
                  <c:v>32000</c:v>
                </c:pt>
                <c:pt idx="7">
                  <c:v>32100</c:v>
                </c:pt>
                <c:pt idx="8">
                  <c:v>32200</c:v>
                </c:pt>
                <c:pt idx="9">
                  <c:v>32300</c:v>
                </c:pt>
                <c:pt idx="10">
                  <c:v>31700</c:v>
                </c:pt>
                <c:pt idx="11">
                  <c:v>31800</c:v>
                </c:pt>
                <c:pt idx="12">
                  <c:v>31900</c:v>
                </c:pt>
                <c:pt idx="13">
                  <c:v>32000</c:v>
                </c:pt>
                <c:pt idx="14">
                  <c:v>32100</c:v>
                </c:pt>
                <c:pt idx="15">
                  <c:v>32200</c:v>
                </c:pt>
                <c:pt idx="16">
                  <c:v>32300</c:v>
                </c:pt>
                <c:pt idx="17">
                  <c:v>31700</c:v>
                </c:pt>
                <c:pt idx="18">
                  <c:v>31800</c:v>
                </c:pt>
                <c:pt idx="19">
                  <c:v>31900</c:v>
                </c:pt>
                <c:pt idx="20">
                  <c:v>32000</c:v>
                </c:pt>
                <c:pt idx="21">
                  <c:v>32100</c:v>
                </c:pt>
                <c:pt idx="22">
                  <c:v>32200</c:v>
                </c:pt>
                <c:pt idx="23">
                  <c:v>32300</c:v>
                </c:pt>
                <c:pt idx="24">
                  <c:v>31700</c:v>
                </c:pt>
                <c:pt idx="25">
                  <c:v>31800</c:v>
                </c:pt>
                <c:pt idx="26">
                  <c:v>31900</c:v>
                </c:pt>
                <c:pt idx="27">
                  <c:v>32000</c:v>
                </c:pt>
                <c:pt idx="28">
                  <c:v>32100</c:v>
                </c:pt>
                <c:pt idx="29">
                  <c:v>32200</c:v>
                </c:pt>
                <c:pt idx="30">
                  <c:v>32300</c:v>
                </c:pt>
                <c:pt idx="31">
                  <c:v>31700</c:v>
                </c:pt>
                <c:pt idx="32">
                  <c:v>31800</c:v>
                </c:pt>
                <c:pt idx="33">
                  <c:v>31900</c:v>
                </c:pt>
                <c:pt idx="34">
                  <c:v>32000</c:v>
                </c:pt>
                <c:pt idx="35">
                  <c:v>32100</c:v>
                </c:pt>
              </c:numCache>
            </c:numRef>
          </c:val>
          <c:smooth val="0"/>
        </c:ser>
        <c:ser>
          <c:idx val="12"/>
          <c:order val="12"/>
          <c:tx>
            <c:strRef>
              <c:f>Total!$K$1</c:f>
              <c:strCache>
                <c:ptCount val="1"/>
                <c:pt idx="0">
                  <c:v>Synthetic Series 13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Total!$K$3:$K$49994</c:f>
              <c:numCache>
                <c:formatCode>_(* #,##0_);_(* \(#,##0\);_(* "-"??_);_(@_)</c:formatCode>
                <c:ptCount val="36"/>
                <c:pt idx="0">
                  <c:v>33200</c:v>
                </c:pt>
                <c:pt idx="1">
                  <c:v>33300</c:v>
                </c:pt>
                <c:pt idx="2">
                  <c:v>32700</c:v>
                </c:pt>
                <c:pt idx="3">
                  <c:v>32800</c:v>
                </c:pt>
                <c:pt idx="4">
                  <c:v>32900</c:v>
                </c:pt>
                <c:pt idx="5">
                  <c:v>33000</c:v>
                </c:pt>
                <c:pt idx="6">
                  <c:v>33100</c:v>
                </c:pt>
                <c:pt idx="7">
                  <c:v>33200</c:v>
                </c:pt>
                <c:pt idx="8">
                  <c:v>33300</c:v>
                </c:pt>
                <c:pt idx="9">
                  <c:v>32700</c:v>
                </c:pt>
                <c:pt idx="10">
                  <c:v>32800</c:v>
                </c:pt>
                <c:pt idx="11">
                  <c:v>32900</c:v>
                </c:pt>
                <c:pt idx="12">
                  <c:v>33000</c:v>
                </c:pt>
                <c:pt idx="13">
                  <c:v>33100</c:v>
                </c:pt>
                <c:pt idx="14">
                  <c:v>33200</c:v>
                </c:pt>
                <c:pt idx="15">
                  <c:v>33300</c:v>
                </c:pt>
                <c:pt idx="16">
                  <c:v>32700</c:v>
                </c:pt>
                <c:pt idx="17">
                  <c:v>32800</c:v>
                </c:pt>
                <c:pt idx="18">
                  <c:v>32900</c:v>
                </c:pt>
                <c:pt idx="19">
                  <c:v>33000</c:v>
                </c:pt>
                <c:pt idx="20">
                  <c:v>33100</c:v>
                </c:pt>
                <c:pt idx="21">
                  <c:v>33200</c:v>
                </c:pt>
                <c:pt idx="22">
                  <c:v>33300</c:v>
                </c:pt>
                <c:pt idx="23">
                  <c:v>32700</c:v>
                </c:pt>
                <c:pt idx="24">
                  <c:v>32800</c:v>
                </c:pt>
                <c:pt idx="25">
                  <c:v>32900</c:v>
                </c:pt>
                <c:pt idx="26">
                  <c:v>33000</c:v>
                </c:pt>
                <c:pt idx="27">
                  <c:v>33100</c:v>
                </c:pt>
                <c:pt idx="28">
                  <c:v>33200</c:v>
                </c:pt>
                <c:pt idx="29">
                  <c:v>33300</c:v>
                </c:pt>
                <c:pt idx="30">
                  <c:v>32700</c:v>
                </c:pt>
                <c:pt idx="31">
                  <c:v>32800</c:v>
                </c:pt>
                <c:pt idx="32">
                  <c:v>32900</c:v>
                </c:pt>
                <c:pt idx="33">
                  <c:v>33000</c:v>
                </c:pt>
                <c:pt idx="34">
                  <c:v>33100</c:v>
                </c:pt>
                <c:pt idx="35">
                  <c:v>33200</c:v>
                </c:pt>
              </c:numCache>
            </c:numRef>
          </c:val>
          <c:smooth val="0"/>
        </c:ser>
        <c:ser>
          <c:idx val="13"/>
          <c:order val="13"/>
          <c:tx>
            <c:strRef>
              <c:f>Total!$I$1</c:f>
              <c:strCache>
                <c:ptCount val="1"/>
                <c:pt idx="0">
                  <c:v>Synthetic Series 14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Total!$I$3:$I$49994</c:f>
              <c:numCache>
                <c:formatCode>_(* #,##0_);_(* \(#,##0\);_(* "-"??_);_(@_)</c:formatCode>
                <c:ptCount val="36"/>
                <c:pt idx="0">
                  <c:v>34300</c:v>
                </c:pt>
                <c:pt idx="1">
                  <c:v>33700</c:v>
                </c:pt>
                <c:pt idx="2">
                  <c:v>33800</c:v>
                </c:pt>
                <c:pt idx="3">
                  <c:v>33900</c:v>
                </c:pt>
                <c:pt idx="4">
                  <c:v>34000</c:v>
                </c:pt>
                <c:pt idx="5">
                  <c:v>34100</c:v>
                </c:pt>
                <c:pt idx="6">
                  <c:v>34200</c:v>
                </c:pt>
                <c:pt idx="7">
                  <c:v>34300</c:v>
                </c:pt>
                <c:pt idx="8">
                  <c:v>33700</c:v>
                </c:pt>
                <c:pt idx="9">
                  <c:v>33800</c:v>
                </c:pt>
                <c:pt idx="10">
                  <c:v>33900</c:v>
                </c:pt>
                <c:pt idx="11">
                  <c:v>34000</c:v>
                </c:pt>
                <c:pt idx="12">
                  <c:v>34100</c:v>
                </c:pt>
                <c:pt idx="13">
                  <c:v>34200</c:v>
                </c:pt>
                <c:pt idx="14">
                  <c:v>34300</c:v>
                </c:pt>
                <c:pt idx="15">
                  <c:v>33700</c:v>
                </c:pt>
                <c:pt idx="16">
                  <c:v>33800</c:v>
                </c:pt>
                <c:pt idx="17">
                  <c:v>33900</c:v>
                </c:pt>
                <c:pt idx="18">
                  <c:v>34000</c:v>
                </c:pt>
                <c:pt idx="19">
                  <c:v>34100</c:v>
                </c:pt>
                <c:pt idx="20">
                  <c:v>34200</c:v>
                </c:pt>
                <c:pt idx="21">
                  <c:v>34300</c:v>
                </c:pt>
                <c:pt idx="22">
                  <c:v>33700</c:v>
                </c:pt>
                <c:pt idx="23">
                  <c:v>33800</c:v>
                </c:pt>
                <c:pt idx="24">
                  <c:v>33900</c:v>
                </c:pt>
                <c:pt idx="25">
                  <c:v>34000</c:v>
                </c:pt>
                <c:pt idx="26">
                  <c:v>34100</c:v>
                </c:pt>
                <c:pt idx="27">
                  <c:v>34200</c:v>
                </c:pt>
                <c:pt idx="28">
                  <c:v>34300</c:v>
                </c:pt>
                <c:pt idx="29">
                  <c:v>33700</c:v>
                </c:pt>
                <c:pt idx="30">
                  <c:v>33800</c:v>
                </c:pt>
                <c:pt idx="31">
                  <c:v>33900</c:v>
                </c:pt>
                <c:pt idx="32">
                  <c:v>34000</c:v>
                </c:pt>
                <c:pt idx="33">
                  <c:v>34100</c:v>
                </c:pt>
                <c:pt idx="34">
                  <c:v>34200</c:v>
                </c:pt>
                <c:pt idx="35">
                  <c:v>34300</c:v>
                </c:pt>
              </c:numCache>
            </c:numRef>
          </c:val>
          <c:smooth val="0"/>
        </c:ser>
        <c:ser>
          <c:idx val="14"/>
          <c:order val="14"/>
          <c:tx>
            <c:strRef>
              <c:f>Total!$O$1</c:f>
              <c:strCache>
                <c:ptCount val="1"/>
                <c:pt idx="0">
                  <c:v>Synthetic Series 15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Total!$O$3:$O$49994</c:f>
              <c:numCache>
                <c:formatCode>_(* #,##0_);_(* \(#,##0\);_(* "-"??_);_(@_)</c:formatCode>
                <c:ptCount val="36"/>
                <c:pt idx="0">
                  <c:v>34700</c:v>
                </c:pt>
                <c:pt idx="1">
                  <c:v>34800</c:v>
                </c:pt>
                <c:pt idx="2">
                  <c:v>34900</c:v>
                </c:pt>
                <c:pt idx="3">
                  <c:v>35000</c:v>
                </c:pt>
                <c:pt idx="4">
                  <c:v>35100</c:v>
                </c:pt>
                <c:pt idx="5">
                  <c:v>35200</c:v>
                </c:pt>
                <c:pt idx="6">
                  <c:v>35300</c:v>
                </c:pt>
                <c:pt idx="7">
                  <c:v>34700</c:v>
                </c:pt>
                <c:pt idx="8">
                  <c:v>34800</c:v>
                </c:pt>
                <c:pt idx="9">
                  <c:v>34900</c:v>
                </c:pt>
                <c:pt idx="10">
                  <c:v>35000</c:v>
                </c:pt>
                <c:pt idx="11">
                  <c:v>35100</c:v>
                </c:pt>
                <c:pt idx="12">
                  <c:v>35200</c:v>
                </c:pt>
                <c:pt idx="13">
                  <c:v>35300</c:v>
                </c:pt>
                <c:pt idx="14">
                  <c:v>34700</c:v>
                </c:pt>
                <c:pt idx="15">
                  <c:v>34800</c:v>
                </c:pt>
                <c:pt idx="16">
                  <c:v>34900</c:v>
                </c:pt>
                <c:pt idx="17">
                  <c:v>35000</c:v>
                </c:pt>
                <c:pt idx="18">
                  <c:v>35100</c:v>
                </c:pt>
                <c:pt idx="19">
                  <c:v>35200</c:v>
                </c:pt>
                <c:pt idx="20">
                  <c:v>35300</c:v>
                </c:pt>
                <c:pt idx="21">
                  <c:v>34700</c:v>
                </c:pt>
                <c:pt idx="22">
                  <c:v>34800</c:v>
                </c:pt>
                <c:pt idx="23">
                  <c:v>34900</c:v>
                </c:pt>
                <c:pt idx="24">
                  <c:v>35000</c:v>
                </c:pt>
                <c:pt idx="25">
                  <c:v>35100</c:v>
                </c:pt>
                <c:pt idx="26">
                  <c:v>35200</c:v>
                </c:pt>
                <c:pt idx="27">
                  <c:v>35300</c:v>
                </c:pt>
                <c:pt idx="28">
                  <c:v>34700</c:v>
                </c:pt>
                <c:pt idx="29">
                  <c:v>34800</c:v>
                </c:pt>
                <c:pt idx="30">
                  <c:v>34900</c:v>
                </c:pt>
                <c:pt idx="31">
                  <c:v>35000</c:v>
                </c:pt>
                <c:pt idx="32">
                  <c:v>35100</c:v>
                </c:pt>
                <c:pt idx="33">
                  <c:v>35200</c:v>
                </c:pt>
                <c:pt idx="34">
                  <c:v>35300</c:v>
                </c:pt>
                <c:pt idx="35">
                  <c:v>34700</c:v>
                </c:pt>
              </c:numCache>
            </c:numRef>
          </c:val>
          <c:smooth val="0"/>
        </c:ser>
        <c:ser>
          <c:idx val="15"/>
          <c:order val="15"/>
          <c:tx>
            <c:strRef>
              <c:f>Total!$N$1</c:f>
              <c:strCache>
                <c:ptCount val="1"/>
                <c:pt idx="0">
                  <c:v>Synthetic Series 16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Total!$N$3:$N$49994</c:f>
              <c:numCache>
                <c:formatCode>_(* #,##0_);_(* \(#,##0\);_(* "-"??_);_(@_)</c:formatCode>
                <c:ptCount val="36"/>
                <c:pt idx="0">
                  <c:v>35800</c:v>
                </c:pt>
                <c:pt idx="1">
                  <c:v>35900</c:v>
                </c:pt>
                <c:pt idx="2">
                  <c:v>36000</c:v>
                </c:pt>
                <c:pt idx="3">
                  <c:v>36100</c:v>
                </c:pt>
                <c:pt idx="4">
                  <c:v>36200</c:v>
                </c:pt>
                <c:pt idx="5">
                  <c:v>36300</c:v>
                </c:pt>
                <c:pt idx="6">
                  <c:v>35700</c:v>
                </c:pt>
                <c:pt idx="7">
                  <c:v>35800</c:v>
                </c:pt>
                <c:pt idx="8">
                  <c:v>35900</c:v>
                </c:pt>
                <c:pt idx="9">
                  <c:v>36000</c:v>
                </c:pt>
                <c:pt idx="10">
                  <c:v>36100</c:v>
                </c:pt>
                <c:pt idx="11">
                  <c:v>36200</c:v>
                </c:pt>
                <c:pt idx="12">
                  <c:v>36300</c:v>
                </c:pt>
                <c:pt idx="13">
                  <c:v>35700</c:v>
                </c:pt>
                <c:pt idx="14">
                  <c:v>35800</c:v>
                </c:pt>
                <c:pt idx="15">
                  <c:v>35900</c:v>
                </c:pt>
                <c:pt idx="16">
                  <c:v>36000</c:v>
                </c:pt>
                <c:pt idx="17">
                  <c:v>36100</c:v>
                </c:pt>
                <c:pt idx="18">
                  <c:v>36200</c:v>
                </c:pt>
                <c:pt idx="19">
                  <c:v>36300</c:v>
                </c:pt>
                <c:pt idx="20">
                  <c:v>35700</c:v>
                </c:pt>
                <c:pt idx="21">
                  <c:v>35800</c:v>
                </c:pt>
                <c:pt idx="22">
                  <c:v>35900</c:v>
                </c:pt>
                <c:pt idx="23">
                  <c:v>36000</c:v>
                </c:pt>
                <c:pt idx="24">
                  <c:v>36100</c:v>
                </c:pt>
                <c:pt idx="25">
                  <c:v>36200</c:v>
                </c:pt>
                <c:pt idx="26">
                  <c:v>36300</c:v>
                </c:pt>
                <c:pt idx="27">
                  <c:v>35700</c:v>
                </c:pt>
                <c:pt idx="28">
                  <c:v>35800</c:v>
                </c:pt>
                <c:pt idx="29">
                  <c:v>35900</c:v>
                </c:pt>
                <c:pt idx="30">
                  <c:v>36000</c:v>
                </c:pt>
                <c:pt idx="31">
                  <c:v>36100</c:v>
                </c:pt>
                <c:pt idx="32">
                  <c:v>36200</c:v>
                </c:pt>
                <c:pt idx="33">
                  <c:v>36300</c:v>
                </c:pt>
                <c:pt idx="34">
                  <c:v>35700</c:v>
                </c:pt>
                <c:pt idx="35">
                  <c:v>35800</c:v>
                </c:pt>
              </c:numCache>
            </c:numRef>
          </c:val>
          <c:smooth val="0"/>
        </c:ser>
        <c:ser>
          <c:idx val="16"/>
          <c:order val="16"/>
          <c:tx>
            <c:strRef>
              <c:f>Total!$V$1</c:f>
              <c:strCache>
                <c:ptCount val="1"/>
                <c:pt idx="0">
                  <c:v>Synthetic Series 17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Total!$V$3:$V$49994</c:f>
              <c:numCache>
                <c:formatCode>_(* #,##0_);_(* \(#,##0\);_(* "-"??_);_(@_)</c:formatCode>
                <c:ptCount val="36"/>
                <c:pt idx="0">
                  <c:v>36900</c:v>
                </c:pt>
                <c:pt idx="1">
                  <c:v>37000</c:v>
                </c:pt>
                <c:pt idx="2">
                  <c:v>37100</c:v>
                </c:pt>
                <c:pt idx="3">
                  <c:v>37200</c:v>
                </c:pt>
                <c:pt idx="4">
                  <c:v>37300</c:v>
                </c:pt>
                <c:pt idx="5">
                  <c:v>36700</c:v>
                </c:pt>
                <c:pt idx="6">
                  <c:v>36800</c:v>
                </c:pt>
                <c:pt idx="7">
                  <c:v>36900</c:v>
                </c:pt>
                <c:pt idx="8">
                  <c:v>37000</c:v>
                </c:pt>
                <c:pt idx="9">
                  <c:v>37100</c:v>
                </c:pt>
                <c:pt idx="10">
                  <c:v>37200</c:v>
                </c:pt>
                <c:pt idx="11">
                  <c:v>37300</c:v>
                </c:pt>
                <c:pt idx="12">
                  <c:v>36700</c:v>
                </c:pt>
                <c:pt idx="13">
                  <c:v>36800</c:v>
                </c:pt>
                <c:pt idx="14">
                  <c:v>36900</c:v>
                </c:pt>
                <c:pt idx="15">
                  <c:v>37000</c:v>
                </c:pt>
                <c:pt idx="16">
                  <c:v>37100</c:v>
                </c:pt>
                <c:pt idx="17">
                  <c:v>37200</c:v>
                </c:pt>
                <c:pt idx="18">
                  <c:v>37300</c:v>
                </c:pt>
                <c:pt idx="19">
                  <c:v>36700</c:v>
                </c:pt>
                <c:pt idx="20">
                  <c:v>36800</c:v>
                </c:pt>
                <c:pt idx="21">
                  <c:v>36900</c:v>
                </c:pt>
                <c:pt idx="22">
                  <c:v>37000</c:v>
                </c:pt>
                <c:pt idx="23">
                  <c:v>37100</c:v>
                </c:pt>
                <c:pt idx="24">
                  <c:v>37200</c:v>
                </c:pt>
                <c:pt idx="25">
                  <c:v>37300</c:v>
                </c:pt>
                <c:pt idx="26">
                  <c:v>36700</c:v>
                </c:pt>
                <c:pt idx="27">
                  <c:v>36800</c:v>
                </c:pt>
                <c:pt idx="28">
                  <c:v>36900</c:v>
                </c:pt>
                <c:pt idx="29">
                  <c:v>37000</c:v>
                </c:pt>
                <c:pt idx="30">
                  <c:v>37100</c:v>
                </c:pt>
                <c:pt idx="31">
                  <c:v>37200</c:v>
                </c:pt>
                <c:pt idx="32">
                  <c:v>37300</c:v>
                </c:pt>
                <c:pt idx="33">
                  <c:v>36700</c:v>
                </c:pt>
                <c:pt idx="34">
                  <c:v>36800</c:v>
                </c:pt>
                <c:pt idx="35">
                  <c:v>36900</c:v>
                </c:pt>
              </c:numCache>
            </c:numRef>
          </c:val>
          <c:smooth val="0"/>
        </c:ser>
        <c:ser>
          <c:idx val="17"/>
          <c:order val="17"/>
          <c:tx>
            <c:strRef>
              <c:f>Total!$W$1</c:f>
              <c:strCache>
                <c:ptCount val="1"/>
                <c:pt idx="0">
                  <c:v>Synthetic Series 18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Total!$W$3:$W$49994</c:f>
              <c:numCache>
                <c:formatCode>_(* #,##0_);_(* \(#,##0\);_(* "-"??_);_(@_)</c:formatCode>
                <c:ptCount val="36"/>
                <c:pt idx="0">
                  <c:v>38000</c:v>
                </c:pt>
                <c:pt idx="1">
                  <c:v>38100</c:v>
                </c:pt>
                <c:pt idx="2">
                  <c:v>38200</c:v>
                </c:pt>
                <c:pt idx="3">
                  <c:v>38300</c:v>
                </c:pt>
                <c:pt idx="4">
                  <c:v>37700</c:v>
                </c:pt>
                <c:pt idx="5">
                  <c:v>37800</c:v>
                </c:pt>
                <c:pt idx="6">
                  <c:v>37900</c:v>
                </c:pt>
                <c:pt idx="7">
                  <c:v>38000</c:v>
                </c:pt>
                <c:pt idx="8">
                  <c:v>38100</c:v>
                </c:pt>
                <c:pt idx="9">
                  <c:v>38200</c:v>
                </c:pt>
                <c:pt idx="10">
                  <c:v>38300</c:v>
                </c:pt>
                <c:pt idx="11">
                  <c:v>37700</c:v>
                </c:pt>
                <c:pt idx="12">
                  <c:v>37800</c:v>
                </c:pt>
                <c:pt idx="13">
                  <c:v>37900</c:v>
                </c:pt>
                <c:pt idx="14">
                  <c:v>38000</c:v>
                </c:pt>
                <c:pt idx="15">
                  <c:v>38100</c:v>
                </c:pt>
                <c:pt idx="16">
                  <c:v>38200</c:v>
                </c:pt>
                <c:pt idx="17">
                  <c:v>38300</c:v>
                </c:pt>
                <c:pt idx="18">
                  <c:v>37700</c:v>
                </c:pt>
                <c:pt idx="19">
                  <c:v>37800</c:v>
                </c:pt>
                <c:pt idx="20">
                  <c:v>37900</c:v>
                </c:pt>
                <c:pt idx="21">
                  <c:v>38000</c:v>
                </c:pt>
                <c:pt idx="22">
                  <c:v>38100</c:v>
                </c:pt>
                <c:pt idx="23">
                  <c:v>38200</c:v>
                </c:pt>
                <c:pt idx="24">
                  <c:v>38300</c:v>
                </c:pt>
                <c:pt idx="25">
                  <c:v>37700</c:v>
                </c:pt>
                <c:pt idx="26">
                  <c:v>37800</c:v>
                </c:pt>
                <c:pt idx="27">
                  <c:v>37900</c:v>
                </c:pt>
                <c:pt idx="28">
                  <c:v>38000</c:v>
                </c:pt>
                <c:pt idx="29">
                  <c:v>38100</c:v>
                </c:pt>
                <c:pt idx="30">
                  <c:v>38200</c:v>
                </c:pt>
                <c:pt idx="31">
                  <c:v>38300</c:v>
                </c:pt>
                <c:pt idx="32">
                  <c:v>37700</c:v>
                </c:pt>
                <c:pt idx="33">
                  <c:v>37800</c:v>
                </c:pt>
                <c:pt idx="34">
                  <c:v>37900</c:v>
                </c:pt>
                <c:pt idx="35">
                  <c:v>38000</c:v>
                </c:pt>
              </c:numCache>
            </c:numRef>
          </c:val>
          <c:smooth val="0"/>
        </c:ser>
        <c:ser>
          <c:idx val="18"/>
          <c:order val="18"/>
          <c:tx>
            <c:strRef>
              <c:f>Total!$X$1</c:f>
              <c:strCache>
                <c:ptCount val="1"/>
                <c:pt idx="0">
                  <c:v>Synthetic Series 19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Total!$X$3:$X$49994</c:f>
              <c:numCache>
                <c:formatCode>_(* #,##0_);_(* \(#,##0\);_(* "-"??_);_(@_)</c:formatCode>
                <c:ptCount val="36"/>
                <c:pt idx="0">
                  <c:v>39100</c:v>
                </c:pt>
                <c:pt idx="1">
                  <c:v>39200</c:v>
                </c:pt>
                <c:pt idx="2">
                  <c:v>39300</c:v>
                </c:pt>
                <c:pt idx="3">
                  <c:v>38700</c:v>
                </c:pt>
                <c:pt idx="4">
                  <c:v>38800</c:v>
                </c:pt>
                <c:pt idx="5">
                  <c:v>38900</c:v>
                </c:pt>
                <c:pt idx="6">
                  <c:v>39000</c:v>
                </c:pt>
                <c:pt idx="7">
                  <c:v>39100</c:v>
                </c:pt>
                <c:pt idx="8">
                  <c:v>39200</c:v>
                </c:pt>
                <c:pt idx="9">
                  <c:v>39300</c:v>
                </c:pt>
                <c:pt idx="10">
                  <c:v>38700</c:v>
                </c:pt>
                <c:pt idx="11">
                  <c:v>38800</c:v>
                </c:pt>
                <c:pt idx="12">
                  <c:v>38900</c:v>
                </c:pt>
                <c:pt idx="13">
                  <c:v>39000</c:v>
                </c:pt>
                <c:pt idx="14">
                  <c:v>39100</c:v>
                </c:pt>
                <c:pt idx="15">
                  <c:v>39200</c:v>
                </c:pt>
                <c:pt idx="16">
                  <c:v>39300</c:v>
                </c:pt>
                <c:pt idx="17">
                  <c:v>38700</c:v>
                </c:pt>
                <c:pt idx="18">
                  <c:v>38800</c:v>
                </c:pt>
                <c:pt idx="19">
                  <c:v>38900</c:v>
                </c:pt>
                <c:pt idx="20">
                  <c:v>39000</c:v>
                </c:pt>
                <c:pt idx="21">
                  <c:v>39100</c:v>
                </c:pt>
                <c:pt idx="22">
                  <c:v>39200</c:v>
                </c:pt>
                <c:pt idx="23">
                  <c:v>39300</c:v>
                </c:pt>
                <c:pt idx="24">
                  <c:v>38700</c:v>
                </c:pt>
                <c:pt idx="25">
                  <c:v>38800</c:v>
                </c:pt>
                <c:pt idx="26">
                  <c:v>38900</c:v>
                </c:pt>
                <c:pt idx="27">
                  <c:v>39000</c:v>
                </c:pt>
                <c:pt idx="28">
                  <c:v>39100</c:v>
                </c:pt>
                <c:pt idx="29">
                  <c:v>39200</c:v>
                </c:pt>
                <c:pt idx="30">
                  <c:v>39300</c:v>
                </c:pt>
                <c:pt idx="31">
                  <c:v>38700</c:v>
                </c:pt>
                <c:pt idx="32">
                  <c:v>38800</c:v>
                </c:pt>
                <c:pt idx="33">
                  <c:v>38900</c:v>
                </c:pt>
                <c:pt idx="34">
                  <c:v>39000</c:v>
                </c:pt>
                <c:pt idx="35">
                  <c:v>39100</c:v>
                </c:pt>
              </c:numCache>
            </c:numRef>
          </c:val>
          <c:smooth val="0"/>
        </c:ser>
        <c:ser>
          <c:idx val="19"/>
          <c:order val="19"/>
          <c:tx>
            <c:strRef>
              <c:f>Total!$Y$1</c:f>
              <c:strCache>
                <c:ptCount val="1"/>
                <c:pt idx="0">
                  <c:v>Synthetic Series 20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Total!$Y$3:$Y$49994</c:f>
              <c:numCache>
                <c:formatCode>_(* #,##0_);_(* \(#,##0\);_(* "-"??_);_(@_)</c:formatCode>
                <c:ptCount val="36"/>
                <c:pt idx="0">
                  <c:v>40200</c:v>
                </c:pt>
                <c:pt idx="1">
                  <c:v>40300</c:v>
                </c:pt>
                <c:pt idx="2">
                  <c:v>39700</c:v>
                </c:pt>
                <c:pt idx="3">
                  <c:v>39800</c:v>
                </c:pt>
                <c:pt idx="4">
                  <c:v>39900</c:v>
                </c:pt>
                <c:pt idx="5">
                  <c:v>40000</c:v>
                </c:pt>
                <c:pt idx="6">
                  <c:v>40100</c:v>
                </c:pt>
                <c:pt idx="7">
                  <c:v>40200</c:v>
                </c:pt>
                <c:pt idx="8">
                  <c:v>40300</c:v>
                </c:pt>
                <c:pt idx="9">
                  <c:v>39700</c:v>
                </c:pt>
                <c:pt idx="10">
                  <c:v>39800</c:v>
                </c:pt>
                <c:pt idx="11">
                  <c:v>39900</c:v>
                </c:pt>
                <c:pt idx="12">
                  <c:v>40000</c:v>
                </c:pt>
                <c:pt idx="13">
                  <c:v>40100</c:v>
                </c:pt>
                <c:pt idx="14">
                  <c:v>40200</c:v>
                </c:pt>
                <c:pt idx="15">
                  <c:v>40300</c:v>
                </c:pt>
                <c:pt idx="16">
                  <c:v>39700</c:v>
                </c:pt>
                <c:pt idx="17">
                  <c:v>39800</c:v>
                </c:pt>
                <c:pt idx="18">
                  <c:v>39900</c:v>
                </c:pt>
                <c:pt idx="19">
                  <c:v>40000</c:v>
                </c:pt>
                <c:pt idx="20">
                  <c:v>40100</c:v>
                </c:pt>
                <c:pt idx="21">
                  <c:v>40200</c:v>
                </c:pt>
                <c:pt idx="22">
                  <c:v>40300</c:v>
                </c:pt>
                <c:pt idx="23">
                  <c:v>39700</c:v>
                </c:pt>
                <c:pt idx="24">
                  <c:v>39800</c:v>
                </c:pt>
                <c:pt idx="25">
                  <c:v>39900</c:v>
                </c:pt>
                <c:pt idx="26">
                  <c:v>40000</c:v>
                </c:pt>
                <c:pt idx="27">
                  <c:v>40100</c:v>
                </c:pt>
                <c:pt idx="28">
                  <c:v>40200</c:v>
                </c:pt>
                <c:pt idx="29">
                  <c:v>40300</c:v>
                </c:pt>
                <c:pt idx="30">
                  <c:v>39700</c:v>
                </c:pt>
                <c:pt idx="31">
                  <c:v>39800</c:v>
                </c:pt>
                <c:pt idx="32">
                  <c:v>39900</c:v>
                </c:pt>
                <c:pt idx="33">
                  <c:v>40000</c:v>
                </c:pt>
                <c:pt idx="34">
                  <c:v>40100</c:v>
                </c:pt>
                <c:pt idx="35">
                  <c:v>40200</c:v>
                </c:pt>
              </c:numCache>
            </c:numRef>
          </c:val>
          <c:smooth val="0"/>
        </c:ser>
        <c:ser>
          <c:idx val="20"/>
          <c:order val="20"/>
          <c:tx>
            <c:strRef>
              <c:f>Total!$Z$1</c:f>
              <c:strCache>
                <c:ptCount val="1"/>
                <c:pt idx="0">
                  <c:v>Synthetic Series 21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Total!$Z$3:$Z$49994</c:f>
              <c:numCache>
                <c:formatCode>_(* #,##0_);_(* \(#,##0\);_(* "-"??_);_(@_)</c:formatCode>
                <c:ptCount val="36"/>
                <c:pt idx="0">
                  <c:v>41300</c:v>
                </c:pt>
                <c:pt idx="1">
                  <c:v>40700</c:v>
                </c:pt>
                <c:pt idx="2">
                  <c:v>40800</c:v>
                </c:pt>
                <c:pt idx="3">
                  <c:v>40900</c:v>
                </c:pt>
                <c:pt idx="4">
                  <c:v>41000</c:v>
                </c:pt>
                <c:pt idx="5">
                  <c:v>41100</c:v>
                </c:pt>
                <c:pt idx="6">
                  <c:v>41200</c:v>
                </c:pt>
                <c:pt idx="7">
                  <c:v>41300</c:v>
                </c:pt>
                <c:pt idx="8">
                  <c:v>40700</c:v>
                </c:pt>
                <c:pt idx="9">
                  <c:v>40800</c:v>
                </c:pt>
                <c:pt idx="10">
                  <c:v>40900</c:v>
                </c:pt>
                <c:pt idx="11">
                  <c:v>41000</c:v>
                </c:pt>
                <c:pt idx="12">
                  <c:v>41100</c:v>
                </c:pt>
                <c:pt idx="13">
                  <c:v>41200</c:v>
                </c:pt>
                <c:pt idx="14">
                  <c:v>41300</c:v>
                </c:pt>
                <c:pt idx="15">
                  <c:v>40700</c:v>
                </c:pt>
                <c:pt idx="16">
                  <c:v>40800</c:v>
                </c:pt>
                <c:pt idx="17">
                  <c:v>40900</c:v>
                </c:pt>
                <c:pt idx="18">
                  <c:v>41000</c:v>
                </c:pt>
                <c:pt idx="19">
                  <c:v>41100</c:v>
                </c:pt>
                <c:pt idx="20">
                  <c:v>41200</c:v>
                </c:pt>
                <c:pt idx="21">
                  <c:v>41300</c:v>
                </c:pt>
                <c:pt idx="22">
                  <c:v>40700</c:v>
                </c:pt>
                <c:pt idx="23">
                  <c:v>40800</c:v>
                </c:pt>
                <c:pt idx="24">
                  <c:v>40900</c:v>
                </c:pt>
                <c:pt idx="25">
                  <c:v>41000</c:v>
                </c:pt>
                <c:pt idx="26">
                  <c:v>41100</c:v>
                </c:pt>
                <c:pt idx="27">
                  <c:v>41200</c:v>
                </c:pt>
                <c:pt idx="28">
                  <c:v>41300</c:v>
                </c:pt>
                <c:pt idx="29">
                  <c:v>40700</c:v>
                </c:pt>
                <c:pt idx="30">
                  <c:v>40800</c:v>
                </c:pt>
                <c:pt idx="31">
                  <c:v>40900</c:v>
                </c:pt>
                <c:pt idx="32">
                  <c:v>41000</c:v>
                </c:pt>
                <c:pt idx="33">
                  <c:v>41100</c:v>
                </c:pt>
                <c:pt idx="34">
                  <c:v>41200</c:v>
                </c:pt>
                <c:pt idx="35">
                  <c:v>41300</c:v>
                </c:pt>
              </c:numCache>
            </c:numRef>
          </c:val>
          <c:smooth val="0"/>
        </c:ser>
        <c:ser>
          <c:idx val="21"/>
          <c:order val="21"/>
          <c:tx>
            <c:strRef>
              <c:f>Total!$AA$1</c:f>
              <c:strCache>
                <c:ptCount val="1"/>
                <c:pt idx="0">
                  <c:v>Synthetic Series 22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Total!$AA$3:$AA$49994</c:f>
              <c:numCache>
                <c:formatCode>_(* #,##0_);_(* \(#,##0\);_(* "-"??_);_(@_)</c:formatCode>
                <c:ptCount val="36"/>
                <c:pt idx="0">
                  <c:v>41700</c:v>
                </c:pt>
                <c:pt idx="1">
                  <c:v>41800</c:v>
                </c:pt>
                <c:pt idx="2">
                  <c:v>41900</c:v>
                </c:pt>
                <c:pt idx="3">
                  <c:v>42000</c:v>
                </c:pt>
                <c:pt idx="4">
                  <c:v>42100</c:v>
                </c:pt>
                <c:pt idx="5">
                  <c:v>42200</c:v>
                </c:pt>
                <c:pt idx="6">
                  <c:v>42300</c:v>
                </c:pt>
                <c:pt idx="7">
                  <c:v>41700</c:v>
                </c:pt>
                <c:pt idx="8">
                  <c:v>41800</c:v>
                </c:pt>
                <c:pt idx="9">
                  <c:v>41900</c:v>
                </c:pt>
                <c:pt idx="10">
                  <c:v>42000</c:v>
                </c:pt>
                <c:pt idx="11">
                  <c:v>42100</c:v>
                </c:pt>
                <c:pt idx="12">
                  <c:v>42200</c:v>
                </c:pt>
                <c:pt idx="13">
                  <c:v>42300</c:v>
                </c:pt>
                <c:pt idx="14">
                  <c:v>41700</c:v>
                </c:pt>
                <c:pt idx="15">
                  <c:v>41800</c:v>
                </c:pt>
                <c:pt idx="16">
                  <c:v>41900</c:v>
                </c:pt>
                <c:pt idx="17">
                  <c:v>42000</c:v>
                </c:pt>
                <c:pt idx="18">
                  <c:v>42100</c:v>
                </c:pt>
                <c:pt idx="19">
                  <c:v>42200</c:v>
                </c:pt>
                <c:pt idx="20">
                  <c:v>42300</c:v>
                </c:pt>
                <c:pt idx="21">
                  <c:v>41700</c:v>
                </c:pt>
                <c:pt idx="22">
                  <c:v>41800</c:v>
                </c:pt>
                <c:pt idx="23">
                  <c:v>41900</c:v>
                </c:pt>
                <c:pt idx="24">
                  <c:v>42000</c:v>
                </c:pt>
                <c:pt idx="25">
                  <c:v>42100</c:v>
                </c:pt>
                <c:pt idx="26">
                  <c:v>42200</c:v>
                </c:pt>
                <c:pt idx="27">
                  <c:v>42300</c:v>
                </c:pt>
                <c:pt idx="28">
                  <c:v>41700</c:v>
                </c:pt>
                <c:pt idx="29">
                  <c:v>41800</c:v>
                </c:pt>
                <c:pt idx="30">
                  <c:v>41900</c:v>
                </c:pt>
                <c:pt idx="31">
                  <c:v>42000</c:v>
                </c:pt>
                <c:pt idx="32">
                  <c:v>42100</c:v>
                </c:pt>
                <c:pt idx="33">
                  <c:v>42200</c:v>
                </c:pt>
                <c:pt idx="34">
                  <c:v>42300</c:v>
                </c:pt>
                <c:pt idx="35">
                  <c:v>41700</c:v>
                </c:pt>
              </c:numCache>
            </c:numRef>
          </c:val>
          <c:smooth val="0"/>
        </c:ser>
        <c:ser>
          <c:idx val="22"/>
          <c:order val="22"/>
          <c:tx>
            <c:strRef>
              <c:f>Total!$J$1</c:f>
              <c:strCache>
                <c:ptCount val="1"/>
                <c:pt idx="0">
                  <c:v>Synthetic Series 23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Total!$J$3:$J$9994</c:f>
              <c:numCache>
                <c:formatCode>_(* #,##0_);_(* \(#,##0\);_(* "-"??_);_(@_)</c:formatCode>
                <c:ptCount val="36"/>
                <c:pt idx="0">
                  <c:v>42800</c:v>
                </c:pt>
                <c:pt idx="1">
                  <c:v>42900</c:v>
                </c:pt>
                <c:pt idx="2">
                  <c:v>43000</c:v>
                </c:pt>
                <c:pt idx="3">
                  <c:v>43100</c:v>
                </c:pt>
                <c:pt idx="4">
                  <c:v>43200</c:v>
                </c:pt>
                <c:pt idx="5">
                  <c:v>43300</c:v>
                </c:pt>
                <c:pt idx="6">
                  <c:v>42700</c:v>
                </c:pt>
                <c:pt idx="7">
                  <c:v>42800</c:v>
                </c:pt>
                <c:pt idx="8">
                  <c:v>42900</c:v>
                </c:pt>
                <c:pt idx="9">
                  <c:v>43000</c:v>
                </c:pt>
                <c:pt idx="10">
                  <c:v>43100</c:v>
                </c:pt>
                <c:pt idx="11">
                  <c:v>43200</c:v>
                </c:pt>
                <c:pt idx="12">
                  <c:v>43300</c:v>
                </c:pt>
                <c:pt idx="13">
                  <c:v>42700</c:v>
                </c:pt>
                <c:pt idx="14">
                  <c:v>42800</c:v>
                </c:pt>
                <c:pt idx="15">
                  <c:v>42900</c:v>
                </c:pt>
                <c:pt idx="16">
                  <c:v>43000</c:v>
                </c:pt>
                <c:pt idx="17">
                  <c:v>43100</c:v>
                </c:pt>
                <c:pt idx="18">
                  <c:v>43200</c:v>
                </c:pt>
                <c:pt idx="19">
                  <c:v>43300</c:v>
                </c:pt>
                <c:pt idx="20">
                  <c:v>42700</c:v>
                </c:pt>
                <c:pt idx="21">
                  <c:v>42800</c:v>
                </c:pt>
                <c:pt idx="22">
                  <c:v>42900</c:v>
                </c:pt>
                <c:pt idx="23">
                  <c:v>43000</c:v>
                </c:pt>
                <c:pt idx="24">
                  <c:v>43100</c:v>
                </c:pt>
                <c:pt idx="25">
                  <c:v>43200</c:v>
                </c:pt>
                <c:pt idx="26">
                  <c:v>43300</c:v>
                </c:pt>
                <c:pt idx="27">
                  <c:v>42700</c:v>
                </c:pt>
                <c:pt idx="28">
                  <c:v>42800</c:v>
                </c:pt>
                <c:pt idx="29">
                  <c:v>42900</c:v>
                </c:pt>
                <c:pt idx="30">
                  <c:v>43000</c:v>
                </c:pt>
                <c:pt idx="31">
                  <c:v>43100</c:v>
                </c:pt>
                <c:pt idx="32">
                  <c:v>43200</c:v>
                </c:pt>
                <c:pt idx="33">
                  <c:v>43300</c:v>
                </c:pt>
                <c:pt idx="34">
                  <c:v>42700</c:v>
                </c:pt>
                <c:pt idx="35">
                  <c:v>42800</c:v>
                </c:pt>
              </c:numCache>
            </c:numRef>
          </c:val>
          <c:smooth val="0"/>
        </c:ser>
        <c:ser>
          <c:idx val="23"/>
          <c:order val="23"/>
          <c:tx>
            <c:strRef>
              <c:f>Total!$C$1</c:f>
              <c:strCache>
                <c:ptCount val="1"/>
                <c:pt idx="0">
                  <c:v>Synthetic Series 24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Total!$C$3:$C$100</c:f>
              <c:numCache>
                <c:formatCode>_(* #,##0_);_(* \(#,##0\);_(* "-"??_);_(@_)</c:formatCode>
                <c:ptCount val="36"/>
                <c:pt idx="0">
                  <c:v>43900</c:v>
                </c:pt>
                <c:pt idx="1">
                  <c:v>44000</c:v>
                </c:pt>
                <c:pt idx="2">
                  <c:v>44100</c:v>
                </c:pt>
                <c:pt idx="3">
                  <c:v>44200</c:v>
                </c:pt>
                <c:pt idx="4">
                  <c:v>44300</c:v>
                </c:pt>
                <c:pt idx="5">
                  <c:v>43700</c:v>
                </c:pt>
                <c:pt idx="6">
                  <c:v>43800</c:v>
                </c:pt>
                <c:pt idx="7">
                  <c:v>43900</c:v>
                </c:pt>
                <c:pt idx="8">
                  <c:v>44000</c:v>
                </c:pt>
                <c:pt idx="9">
                  <c:v>44100</c:v>
                </c:pt>
                <c:pt idx="10">
                  <c:v>44200</c:v>
                </c:pt>
                <c:pt idx="11">
                  <c:v>44300</c:v>
                </c:pt>
                <c:pt idx="12">
                  <c:v>43700</c:v>
                </c:pt>
                <c:pt idx="13">
                  <c:v>43800</c:v>
                </c:pt>
                <c:pt idx="14">
                  <c:v>43900</c:v>
                </c:pt>
                <c:pt idx="15">
                  <c:v>44000</c:v>
                </c:pt>
                <c:pt idx="16">
                  <c:v>44100</c:v>
                </c:pt>
                <c:pt idx="17">
                  <c:v>44200</c:v>
                </c:pt>
                <c:pt idx="18">
                  <c:v>44300</c:v>
                </c:pt>
                <c:pt idx="19">
                  <c:v>43700</c:v>
                </c:pt>
                <c:pt idx="20">
                  <c:v>43800</c:v>
                </c:pt>
                <c:pt idx="21">
                  <c:v>43900</c:v>
                </c:pt>
                <c:pt idx="22">
                  <c:v>44000</c:v>
                </c:pt>
                <c:pt idx="23">
                  <c:v>44100</c:v>
                </c:pt>
                <c:pt idx="24">
                  <c:v>44200</c:v>
                </c:pt>
                <c:pt idx="25">
                  <c:v>44300</c:v>
                </c:pt>
                <c:pt idx="26">
                  <c:v>43700</c:v>
                </c:pt>
                <c:pt idx="27">
                  <c:v>43800</c:v>
                </c:pt>
                <c:pt idx="28">
                  <c:v>43900</c:v>
                </c:pt>
                <c:pt idx="29">
                  <c:v>44000</c:v>
                </c:pt>
                <c:pt idx="30">
                  <c:v>44100</c:v>
                </c:pt>
                <c:pt idx="31">
                  <c:v>44200</c:v>
                </c:pt>
                <c:pt idx="32">
                  <c:v>44300</c:v>
                </c:pt>
                <c:pt idx="33">
                  <c:v>43700</c:v>
                </c:pt>
                <c:pt idx="34">
                  <c:v>43800</c:v>
                </c:pt>
                <c:pt idx="35">
                  <c:v>43900</c:v>
                </c:pt>
              </c:numCache>
            </c:numRef>
          </c:val>
          <c:smooth val="0"/>
        </c:ser>
        <c:ser>
          <c:idx val="24"/>
          <c:order val="24"/>
          <c:tx>
            <c:strRef>
              <c:f>Total!$G$1</c:f>
              <c:strCache>
                <c:ptCount val="1"/>
                <c:pt idx="0">
                  <c:v>Synthetic Series 25</c:v>
                </c:pt>
              </c:strCache>
            </c:strRef>
          </c:tx>
          <c:marker>
            <c:symbol val="none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Total!$G$3:$G$100</c:f>
              <c:numCache>
                <c:formatCode>_(* #,##0_);_(* \(#,##0\);_(* "-"??_);_(@_)</c:formatCode>
                <c:ptCount val="36"/>
                <c:pt idx="0">
                  <c:v>45000</c:v>
                </c:pt>
                <c:pt idx="1">
                  <c:v>45100</c:v>
                </c:pt>
                <c:pt idx="2">
                  <c:v>45200</c:v>
                </c:pt>
                <c:pt idx="3">
                  <c:v>45300</c:v>
                </c:pt>
                <c:pt idx="4">
                  <c:v>44700</c:v>
                </c:pt>
                <c:pt idx="5">
                  <c:v>44800</c:v>
                </c:pt>
                <c:pt idx="6">
                  <c:v>44900</c:v>
                </c:pt>
                <c:pt idx="7">
                  <c:v>45000</c:v>
                </c:pt>
                <c:pt idx="8">
                  <c:v>45100</c:v>
                </c:pt>
                <c:pt idx="9">
                  <c:v>45200</c:v>
                </c:pt>
                <c:pt idx="10">
                  <c:v>45300</c:v>
                </c:pt>
                <c:pt idx="11">
                  <c:v>44700</c:v>
                </c:pt>
                <c:pt idx="12">
                  <c:v>44800</c:v>
                </c:pt>
                <c:pt idx="13">
                  <c:v>44900</c:v>
                </c:pt>
                <c:pt idx="14">
                  <c:v>45000</c:v>
                </c:pt>
                <c:pt idx="15">
                  <c:v>45100</c:v>
                </c:pt>
                <c:pt idx="16">
                  <c:v>45200</c:v>
                </c:pt>
                <c:pt idx="17">
                  <c:v>45300</c:v>
                </c:pt>
                <c:pt idx="18">
                  <c:v>44700</c:v>
                </c:pt>
                <c:pt idx="19">
                  <c:v>44800</c:v>
                </c:pt>
                <c:pt idx="20">
                  <c:v>44900</c:v>
                </c:pt>
                <c:pt idx="21">
                  <c:v>45000</c:v>
                </c:pt>
                <c:pt idx="22">
                  <c:v>45100</c:v>
                </c:pt>
                <c:pt idx="23">
                  <c:v>45200</c:v>
                </c:pt>
                <c:pt idx="24">
                  <c:v>45300</c:v>
                </c:pt>
                <c:pt idx="25">
                  <c:v>44700</c:v>
                </c:pt>
                <c:pt idx="26">
                  <c:v>44800</c:v>
                </c:pt>
                <c:pt idx="27">
                  <c:v>44900</c:v>
                </c:pt>
                <c:pt idx="28">
                  <c:v>45000</c:v>
                </c:pt>
                <c:pt idx="29">
                  <c:v>45100</c:v>
                </c:pt>
                <c:pt idx="30">
                  <c:v>45200</c:v>
                </c:pt>
                <c:pt idx="31">
                  <c:v>45300</c:v>
                </c:pt>
                <c:pt idx="32">
                  <c:v>44700</c:v>
                </c:pt>
                <c:pt idx="33">
                  <c:v>44800</c:v>
                </c:pt>
                <c:pt idx="34">
                  <c:v>44900</c:v>
                </c:pt>
                <c:pt idx="35">
                  <c:v>45000</c:v>
                </c:pt>
              </c:numCache>
            </c:numRef>
          </c:val>
          <c:smooth val="0"/>
        </c:ser>
        <c:ser>
          <c:idx val="25"/>
          <c:order val="25"/>
          <c:tx>
            <c:strRef>
              <c:f>Total!$M$1</c:f>
              <c:strCache>
                <c:ptCount val="1"/>
                <c:pt idx="0">
                  <c:v>Synthetic Series 26</c:v>
                </c:pt>
              </c:strCache>
            </c:strRef>
          </c:tx>
          <c:spPr>
            <a:ln xmlns:a="http://schemas.openxmlformats.org/drawingml/2006/main">
              <a:solidFill>
                <a:schemeClr val="accent1"/>
              </a:solidFill>
            </a:ln>
          </c:spPr>
          <c:marker>
            <c:symbol val="dot"/>
            <c:size val="7"/>
          </c:marker>
          <c:cat>
            <c:strRef>
              <c:f>Total!$A$3:$A$100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Total!$M$3:$M$182</c:f>
              <c:numCache>
                <c:formatCode>_(* #,##0_);_(* \(#,##0\);_(* "-"??_);_(@_)</c:formatCode>
                <c:ptCount val="36"/>
                <c:pt idx="0">
                  <c:v>46100</c:v>
                </c:pt>
                <c:pt idx="1">
                  <c:v>46200</c:v>
                </c:pt>
                <c:pt idx="2">
                  <c:v>46300</c:v>
                </c:pt>
                <c:pt idx="3">
                  <c:v>45700</c:v>
                </c:pt>
                <c:pt idx="4">
                  <c:v>45800</c:v>
                </c:pt>
                <c:pt idx="5">
                  <c:v>45900</c:v>
                </c:pt>
                <c:pt idx="6">
                  <c:v>46000</c:v>
                </c:pt>
                <c:pt idx="7">
                  <c:v>46100</c:v>
                </c:pt>
                <c:pt idx="8">
                  <c:v>46200</c:v>
                </c:pt>
                <c:pt idx="9">
                  <c:v>46300</c:v>
                </c:pt>
                <c:pt idx="10">
                  <c:v>45700</c:v>
                </c:pt>
                <c:pt idx="11">
                  <c:v>45800</c:v>
                </c:pt>
                <c:pt idx="12">
                  <c:v>45900</c:v>
                </c:pt>
                <c:pt idx="13">
                  <c:v>46000</c:v>
                </c:pt>
                <c:pt idx="14">
                  <c:v>46100</c:v>
                </c:pt>
                <c:pt idx="15">
                  <c:v>46200</c:v>
                </c:pt>
                <c:pt idx="16">
                  <c:v>46300</c:v>
                </c:pt>
                <c:pt idx="17">
                  <c:v>45700</c:v>
                </c:pt>
                <c:pt idx="18">
                  <c:v>45800</c:v>
                </c:pt>
                <c:pt idx="19">
                  <c:v>45900</c:v>
                </c:pt>
                <c:pt idx="20">
                  <c:v>46000</c:v>
                </c:pt>
                <c:pt idx="21">
                  <c:v>46100</c:v>
                </c:pt>
                <c:pt idx="22">
                  <c:v>46200</c:v>
                </c:pt>
                <c:pt idx="23">
                  <c:v>46300</c:v>
                </c:pt>
                <c:pt idx="24">
                  <c:v>45700</c:v>
                </c:pt>
                <c:pt idx="25">
                  <c:v>45800</c:v>
                </c:pt>
                <c:pt idx="26">
                  <c:v>45900</c:v>
                </c:pt>
                <c:pt idx="27">
                  <c:v>46000</c:v>
                </c:pt>
                <c:pt idx="28">
                  <c:v>46100</c:v>
                </c:pt>
                <c:pt idx="29">
                  <c:v>46200</c:v>
                </c:pt>
                <c:pt idx="30">
                  <c:v>46300</c:v>
                </c:pt>
                <c:pt idx="31">
                  <c:v>45700</c:v>
                </c:pt>
                <c:pt idx="32">
                  <c:v>45800</c:v>
                </c:pt>
                <c:pt idx="33">
                  <c:v>45900</c:v>
                </c:pt>
                <c:pt idx="34">
                  <c:v>46000</c:v>
                </c:pt>
                <c:pt idx="35">
                  <c:v>46100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992832"/>
        <c:axId val="91995136"/>
      </c:lineChart>
      <c:dateAx>
        <c:axId val="9199283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91995136"/>
        <c:crosses val="autoZero"/>
        <c:auto val="1"/>
        <c:baseTimeUnit val="months"/>
      </c:dateAx>
      <c:valAx>
        <c:axId val="919951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9199283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Total Counterparty Exposure
Excluding Clearing Houses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'Total x-clearing'!$B$1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x-clearing'!$B$3:$B$50000</c:f>
              <c:numCache>
                <c:formatCode>_(* #,##0_);_(* \(#,##0\);_(* "-"??_);_(@_)</c:formatCode>
                <c:ptCount val="36"/>
                <c:pt idx="0">
                  <c:v>30700</c:v>
                </c:pt>
                <c:pt idx="1">
                  <c:v>30800</c:v>
                </c:pt>
                <c:pt idx="2">
                  <c:v>30900</c:v>
                </c:pt>
                <c:pt idx="3">
                  <c:v>31000</c:v>
                </c:pt>
                <c:pt idx="4">
                  <c:v>31100</c:v>
                </c:pt>
                <c:pt idx="5">
                  <c:v>31200</c:v>
                </c:pt>
                <c:pt idx="6">
                  <c:v>31300</c:v>
                </c:pt>
                <c:pt idx="7">
                  <c:v>30700</c:v>
                </c:pt>
                <c:pt idx="8">
                  <c:v>30800</c:v>
                </c:pt>
                <c:pt idx="9">
                  <c:v>30900</c:v>
                </c:pt>
                <c:pt idx="10">
                  <c:v>31000</c:v>
                </c:pt>
                <c:pt idx="11">
                  <c:v>31100</c:v>
                </c:pt>
                <c:pt idx="12">
                  <c:v>31200</c:v>
                </c:pt>
                <c:pt idx="13">
                  <c:v>31300</c:v>
                </c:pt>
                <c:pt idx="14">
                  <c:v>30700</c:v>
                </c:pt>
                <c:pt idx="15">
                  <c:v>30800</c:v>
                </c:pt>
                <c:pt idx="16">
                  <c:v>30900</c:v>
                </c:pt>
                <c:pt idx="17">
                  <c:v>31000</c:v>
                </c:pt>
                <c:pt idx="18">
                  <c:v>31100</c:v>
                </c:pt>
                <c:pt idx="19">
                  <c:v>31200</c:v>
                </c:pt>
                <c:pt idx="20">
                  <c:v>31300</c:v>
                </c:pt>
                <c:pt idx="21">
                  <c:v>30700</c:v>
                </c:pt>
                <c:pt idx="22">
                  <c:v>30800</c:v>
                </c:pt>
                <c:pt idx="23">
                  <c:v>30900</c:v>
                </c:pt>
                <c:pt idx="24">
                  <c:v>31000</c:v>
                </c:pt>
                <c:pt idx="25">
                  <c:v>31100</c:v>
                </c:pt>
                <c:pt idx="26">
                  <c:v>31200</c:v>
                </c:pt>
                <c:pt idx="27">
                  <c:v>31300</c:v>
                </c:pt>
                <c:pt idx="28">
                  <c:v>30700</c:v>
                </c:pt>
                <c:pt idx="29">
                  <c:v>30800</c:v>
                </c:pt>
                <c:pt idx="30">
                  <c:v>30900</c:v>
                </c:pt>
                <c:pt idx="31">
                  <c:v>31000</c:v>
                </c:pt>
                <c:pt idx="32">
                  <c:v>31100</c:v>
                </c:pt>
                <c:pt idx="33">
                  <c:v>31200</c:v>
                </c:pt>
                <c:pt idx="34">
                  <c:v>31300</c:v>
                </c:pt>
                <c:pt idx="35">
                  <c:v>30700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'Total x-clearing'!$D$1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x-clearing'!$D$3:$D$50000</c:f>
              <c:numCache>
                <c:formatCode>_(* #,##0_);_(* \(#,##0\);_(* "-"??_);_(@_)</c:formatCode>
                <c:ptCount val="36"/>
                <c:pt idx="0">
                  <c:v>31800</c:v>
                </c:pt>
                <c:pt idx="1">
                  <c:v>31900</c:v>
                </c:pt>
                <c:pt idx="2">
                  <c:v>32000</c:v>
                </c:pt>
                <c:pt idx="3">
                  <c:v>32100</c:v>
                </c:pt>
                <c:pt idx="4">
                  <c:v>32200</c:v>
                </c:pt>
                <c:pt idx="5">
                  <c:v>32300</c:v>
                </c:pt>
                <c:pt idx="6">
                  <c:v>31700</c:v>
                </c:pt>
                <c:pt idx="7">
                  <c:v>31800</c:v>
                </c:pt>
                <c:pt idx="8">
                  <c:v>31900</c:v>
                </c:pt>
                <c:pt idx="9">
                  <c:v>32000</c:v>
                </c:pt>
                <c:pt idx="10">
                  <c:v>32100</c:v>
                </c:pt>
                <c:pt idx="11">
                  <c:v>32200</c:v>
                </c:pt>
                <c:pt idx="12">
                  <c:v>32300</c:v>
                </c:pt>
                <c:pt idx="13">
                  <c:v>31700</c:v>
                </c:pt>
                <c:pt idx="14">
                  <c:v>31800</c:v>
                </c:pt>
                <c:pt idx="15">
                  <c:v>31900</c:v>
                </c:pt>
                <c:pt idx="16">
                  <c:v>32000</c:v>
                </c:pt>
                <c:pt idx="17">
                  <c:v>32100</c:v>
                </c:pt>
                <c:pt idx="18">
                  <c:v>32200</c:v>
                </c:pt>
                <c:pt idx="19">
                  <c:v>32300</c:v>
                </c:pt>
                <c:pt idx="20">
                  <c:v>31700</c:v>
                </c:pt>
                <c:pt idx="21">
                  <c:v>31800</c:v>
                </c:pt>
                <c:pt idx="22">
                  <c:v>31900</c:v>
                </c:pt>
                <c:pt idx="23">
                  <c:v>32000</c:v>
                </c:pt>
                <c:pt idx="24">
                  <c:v>32100</c:v>
                </c:pt>
                <c:pt idx="25">
                  <c:v>32200</c:v>
                </c:pt>
                <c:pt idx="26">
                  <c:v>32300</c:v>
                </c:pt>
                <c:pt idx="27">
                  <c:v>31700</c:v>
                </c:pt>
                <c:pt idx="28">
                  <c:v>31800</c:v>
                </c:pt>
                <c:pt idx="29">
                  <c:v>31900</c:v>
                </c:pt>
                <c:pt idx="30">
                  <c:v>32000</c:v>
                </c:pt>
                <c:pt idx="31">
                  <c:v>32100</c:v>
                </c:pt>
                <c:pt idx="32">
                  <c:v>32200</c:v>
                </c:pt>
                <c:pt idx="33">
                  <c:v>32300</c:v>
                </c:pt>
                <c:pt idx="34">
                  <c:v>31700</c:v>
                </c:pt>
                <c:pt idx="35">
                  <c:v>31800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'Total x-clearing'!$E$1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x-clearing'!$E$3:$E$50000</c:f>
              <c:numCache>
                <c:formatCode>_(* #,##0_);_(* \(#,##0\);_(* "-"??_);_(@_)</c:formatCode>
                <c:ptCount val="36"/>
                <c:pt idx="0">
                  <c:v>32900</c:v>
                </c:pt>
                <c:pt idx="1">
                  <c:v>33000</c:v>
                </c:pt>
                <c:pt idx="2">
                  <c:v>33100</c:v>
                </c:pt>
                <c:pt idx="3">
                  <c:v>33200</c:v>
                </c:pt>
                <c:pt idx="4">
                  <c:v>33300</c:v>
                </c:pt>
                <c:pt idx="5">
                  <c:v>32700</c:v>
                </c:pt>
                <c:pt idx="6">
                  <c:v>32800</c:v>
                </c:pt>
                <c:pt idx="7">
                  <c:v>32900</c:v>
                </c:pt>
                <c:pt idx="8">
                  <c:v>33000</c:v>
                </c:pt>
                <c:pt idx="9">
                  <c:v>33100</c:v>
                </c:pt>
                <c:pt idx="10">
                  <c:v>33200</c:v>
                </c:pt>
                <c:pt idx="11">
                  <c:v>33300</c:v>
                </c:pt>
                <c:pt idx="12">
                  <c:v>32700</c:v>
                </c:pt>
                <c:pt idx="13">
                  <c:v>32800</c:v>
                </c:pt>
                <c:pt idx="14">
                  <c:v>32900</c:v>
                </c:pt>
                <c:pt idx="15">
                  <c:v>33000</c:v>
                </c:pt>
                <c:pt idx="16">
                  <c:v>33100</c:v>
                </c:pt>
                <c:pt idx="17">
                  <c:v>33200</c:v>
                </c:pt>
                <c:pt idx="18">
                  <c:v>33300</c:v>
                </c:pt>
                <c:pt idx="19">
                  <c:v>32700</c:v>
                </c:pt>
                <c:pt idx="20">
                  <c:v>32800</c:v>
                </c:pt>
                <c:pt idx="21">
                  <c:v>32900</c:v>
                </c:pt>
                <c:pt idx="22">
                  <c:v>33000</c:v>
                </c:pt>
                <c:pt idx="23">
                  <c:v>33100</c:v>
                </c:pt>
                <c:pt idx="24">
                  <c:v>33200</c:v>
                </c:pt>
                <c:pt idx="25">
                  <c:v>33300</c:v>
                </c:pt>
                <c:pt idx="26">
                  <c:v>32700</c:v>
                </c:pt>
                <c:pt idx="27">
                  <c:v>32800</c:v>
                </c:pt>
                <c:pt idx="28">
                  <c:v>32900</c:v>
                </c:pt>
                <c:pt idx="29">
                  <c:v>33000</c:v>
                </c:pt>
                <c:pt idx="30">
                  <c:v>33100</c:v>
                </c:pt>
                <c:pt idx="31">
                  <c:v>33200</c:v>
                </c:pt>
                <c:pt idx="32">
                  <c:v>33300</c:v>
                </c:pt>
                <c:pt idx="33">
                  <c:v>32700</c:v>
                </c:pt>
                <c:pt idx="34">
                  <c:v>32800</c:v>
                </c:pt>
                <c:pt idx="35">
                  <c:v>32900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'Total x-clearing'!$F$1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x-clearing'!$F$3:$F$50000</c:f>
              <c:numCache>
                <c:formatCode>_(* #,##0_);_(* \(#,##0\);_(* "-"??_);_(@_)</c:formatCode>
                <c:ptCount val="36"/>
                <c:pt idx="0">
                  <c:v>34000</c:v>
                </c:pt>
                <c:pt idx="1">
                  <c:v>34100</c:v>
                </c:pt>
                <c:pt idx="2">
                  <c:v>34200</c:v>
                </c:pt>
                <c:pt idx="3">
                  <c:v>34300</c:v>
                </c:pt>
                <c:pt idx="4">
                  <c:v>33700</c:v>
                </c:pt>
                <c:pt idx="5">
                  <c:v>33800</c:v>
                </c:pt>
                <c:pt idx="6">
                  <c:v>33900</c:v>
                </c:pt>
                <c:pt idx="7">
                  <c:v>34000</c:v>
                </c:pt>
                <c:pt idx="8">
                  <c:v>34100</c:v>
                </c:pt>
                <c:pt idx="9">
                  <c:v>34200</c:v>
                </c:pt>
                <c:pt idx="10">
                  <c:v>34300</c:v>
                </c:pt>
                <c:pt idx="11">
                  <c:v>33700</c:v>
                </c:pt>
                <c:pt idx="12">
                  <c:v>33800</c:v>
                </c:pt>
                <c:pt idx="13">
                  <c:v>33900</c:v>
                </c:pt>
                <c:pt idx="14">
                  <c:v>34000</c:v>
                </c:pt>
                <c:pt idx="15">
                  <c:v>34100</c:v>
                </c:pt>
                <c:pt idx="16">
                  <c:v>34200</c:v>
                </c:pt>
                <c:pt idx="17">
                  <c:v>34300</c:v>
                </c:pt>
                <c:pt idx="18">
                  <c:v>33700</c:v>
                </c:pt>
                <c:pt idx="19">
                  <c:v>33800</c:v>
                </c:pt>
                <c:pt idx="20">
                  <c:v>33900</c:v>
                </c:pt>
                <c:pt idx="21">
                  <c:v>34000</c:v>
                </c:pt>
                <c:pt idx="22">
                  <c:v>34100</c:v>
                </c:pt>
                <c:pt idx="23">
                  <c:v>34200</c:v>
                </c:pt>
                <c:pt idx="24">
                  <c:v>34300</c:v>
                </c:pt>
                <c:pt idx="25">
                  <c:v>33700</c:v>
                </c:pt>
                <c:pt idx="26">
                  <c:v>33800</c:v>
                </c:pt>
                <c:pt idx="27">
                  <c:v>33900</c:v>
                </c:pt>
                <c:pt idx="28">
                  <c:v>34000</c:v>
                </c:pt>
                <c:pt idx="29">
                  <c:v>34100</c:v>
                </c:pt>
                <c:pt idx="30">
                  <c:v>34200</c:v>
                </c:pt>
                <c:pt idx="31">
                  <c:v>34300</c:v>
                </c:pt>
                <c:pt idx="32">
                  <c:v>33700</c:v>
                </c:pt>
                <c:pt idx="33">
                  <c:v>33800</c:v>
                </c:pt>
                <c:pt idx="34">
                  <c:v>33900</c:v>
                </c:pt>
                <c:pt idx="35">
                  <c:v>34000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'Total x-clearing'!$H$1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x-clearing'!$H$3:$H$50000</c:f>
              <c:numCache>
                <c:formatCode>_(* #,##0_);_(* \(#,##0\);_(* "-"??_);_(@_)</c:formatCode>
                <c:ptCount val="36"/>
                <c:pt idx="0">
                  <c:v>35100</c:v>
                </c:pt>
                <c:pt idx="1">
                  <c:v>35200</c:v>
                </c:pt>
                <c:pt idx="2">
                  <c:v>35300</c:v>
                </c:pt>
                <c:pt idx="3">
                  <c:v>34700</c:v>
                </c:pt>
                <c:pt idx="4">
                  <c:v>34800</c:v>
                </c:pt>
                <c:pt idx="5">
                  <c:v>34900</c:v>
                </c:pt>
                <c:pt idx="6">
                  <c:v>35000</c:v>
                </c:pt>
                <c:pt idx="7">
                  <c:v>35100</c:v>
                </c:pt>
                <c:pt idx="8">
                  <c:v>35200</c:v>
                </c:pt>
                <c:pt idx="9">
                  <c:v>35300</c:v>
                </c:pt>
                <c:pt idx="10">
                  <c:v>34700</c:v>
                </c:pt>
                <c:pt idx="11">
                  <c:v>34800</c:v>
                </c:pt>
                <c:pt idx="12">
                  <c:v>34900</c:v>
                </c:pt>
                <c:pt idx="13">
                  <c:v>35000</c:v>
                </c:pt>
                <c:pt idx="14">
                  <c:v>35100</c:v>
                </c:pt>
                <c:pt idx="15">
                  <c:v>35200</c:v>
                </c:pt>
                <c:pt idx="16">
                  <c:v>35300</c:v>
                </c:pt>
                <c:pt idx="17">
                  <c:v>34700</c:v>
                </c:pt>
                <c:pt idx="18">
                  <c:v>34800</c:v>
                </c:pt>
                <c:pt idx="19">
                  <c:v>34900</c:v>
                </c:pt>
                <c:pt idx="20">
                  <c:v>35000</c:v>
                </c:pt>
                <c:pt idx="21">
                  <c:v>35100</c:v>
                </c:pt>
                <c:pt idx="22">
                  <c:v>35200</c:v>
                </c:pt>
                <c:pt idx="23">
                  <c:v>35300</c:v>
                </c:pt>
                <c:pt idx="24">
                  <c:v>34700</c:v>
                </c:pt>
                <c:pt idx="25">
                  <c:v>34800</c:v>
                </c:pt>
                <c:pt idx="26">
                  <c:v>34900</c:v>
                </c:pt>
                <c:pt idx="27">
                  <c:v>35000</c:v>
                </c:pt>
                <c:pt idx="28">
                  <c:v>35100</c:v>
                </c:pt>
                <c:pt idx="29">
                  <c:v>35200</c:v>
                </c:pt>
                <c:pt idx="30">
                  <c:v>35300</c:v>
                </c:pt>
                <c:pt idx="31">
                  <c:v>34700</c:v>
                </c:pt>
                <c:pt idx="32">
                  <c:v>34800</c:v>
                </c:pt>
                <c:pt idx="33">
                  <c:v>34900</c:v>
                </c:pt>
                <c:pt idx="34">
                  <c:v>35000</c:v>
                </c:pt>
                <c:pt idx="35">
                  <c:v>35100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'Total x-clearing'!$L$1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x-clearing'!$L$3:$L$50000</c:f>
              <c:numCache>
                <c:formatCode>_(* #,##0_);_(* \(#,##0\);_(* "-"??_);_(@_)</c:formatCode>
                <c:ptCount val="36"/>
                <c:pt idx="0">
                  <c:v>36200</c:v>
                </c:pt>
                <c:pt idx="1">
                  <c:v>36300</c:v>
                </c:pt>
                <c:pt idx="2">
                  <c:v>35700</c:v>
                </c:pt>
                <c:pt idx="3">
                  <c:v>35800</c:v>
                </c:pt>
                <c:pt idx="4">
                  <c:v>35900</c:v>
                </c:pt>
                <c:pt idx="5">
                  <c:v>36000</c:v>
                </c:pt>
                <c:pt idx="6">
                  <c:v>36100</c:v>
                </c:pt>
                <c:pt idx="7">
                  <c:v>36200</c:v>
                </c:pt>
                <c:pt idx="8">
                  <c:v>36300</c:v>
                </c:pt>
                <c:pt idx="9">
                  <c:v>35700</c:v>
                </c:pt>
                <c:pt idx="10">
                  <c:v>35800</c:v>
                </c:pt>
                <c:pt idx="11">
                  <c:v>35900</c:v>
                </c:pt>
                <c:pt idx="12">
                  <c:v>36000</c:v>
                </c:pt>
                <c:pt idx="13">
                  <c:v>36100</c:v>
                </c:pt>
                <c:pt idx="14">
                  <c:v>36200</c:v>
                </c:pt>
                <c:pt idx="15">
                  <c:v>36300</c:v>
                </c:pt>
                <c:pt idx="16">
                  <c:v>35700</c:v>
                </c:pt>
                <c:pt idx="17">
                  <c:v>35800</c:v>
                </c:pt>
                <c:pt idx="18">
                  <c:v>35900</c:v>
                </c:pt>
                <c:pt idx="19">
                  <c:v>36000</c:v>
                </c:pt>
                <c:pt idx="20">
                  <c:v>36100</c:v>
                </c:pt>
                <c:pt idx="21">
                  <c:v>36200</c:v>
                </c:pt>
                <c:pt idx="22">
                  <c:v>36300</c:v>
                </c:pt>
                <c:pt idx="23">
                  <c:v>35700</c:v>
                </c:pt>
                <c:pt idx="24">
                  <c:v>35800</c:v>
                </c:pt>
                <c:pt idx="25">
                  <c:v>35900</c:v>
                </c:pt>
                <c:pt idx="26">
                  <c:v>36000</c:v>
                </c:pt>
                <c:pt idx="27">
                  <c:v>36100</c:v>
                </c:pt>
                <c:pt idx="28">
                  <c:v>36200</c:v>
                </c:pt>
                <c:pt idx="29">
                  <c:v>36300</c:v>
                </c:pt>
                <c:pt idx="30">
                  <c:v>35700</c:v>
                </c:pt>
                <c:pt idx="31">
                  <c:v>35800</c:v>
                </c:pt>
                <c:pt idx="32">
                  <c:v>35900</c:v>
                </c:pt>
                <c:pt idx="33">
                  <c:v>36000</c:v>
                </c:pt>
                <c:pt idx="34">
                  <c:v>36100</c:v>
                </c:pt>
                <c:pt idx="35">
                  <c:v>36200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'Total x-clearing'!$K$1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x-clearing'!$K$3:$K$50000</c:f>
              <c:numCache>
                <c:formatCode>_(* #,##0_);_(* \(#,##0\);_(* "-"??_);_(@_)</c:formatCode>
                <c:ptCount val="36"/>
                <c:pt idx="0">
                  <c:v>37300</c:v>
                </c:pt>
                <c:pt idx="1">
                  <c:v>36700</c:v>
                </c:pt>
                <c:pt idx="2">
                  <c:v>36800</c:v>
                </c:pt>
                <c:pt idx="3">
                  <c:v>36900</c:v>
                </c:pt>
                <c:pt idx="4">
                  <c:v>37000</c:v>
                </c:pt>
                <c:pt idx="5">
                  <c:v>37100</c:v>
                </c:pt>
                <c:pt idx="6">
                  <c:v>37200</c:v>
                </c:pt>
                <c:pt idx="7">
                  <c:v>37300</c:v>
                </c:pt>
                <c:pt idx="8">
                  <c:v>36700</c:v>
                </c:pt>
                <c:pt idx="9">
                  <c:v>36800</c:v>
                </c:pt>
                <c:pt idx="10">
                  <c:v>36900</c:v>
                </c:pt>
                <c:pt idx="11">
                  <c:v>37000</c:v>
                </c:pt>
                <c:pt idx="12">
                  <c:v>37100</c:v>
                </c:pt>
                <c:pt idx="13">
                  <c:v>37200</c:v>
                </c:pt>
                <c:pt idx="14">
                  <c:v>37300</c:v>
                </c:pt>
                <c:pt idx="15">
                  <c:v>36700</c:v>
                </c:pt>
                <c:pt idx="16">
                  <c:v>36800</c:v>
                </c:pt>
                <c:pt idx="17">
                  <c:v>36900</c:v>
                </c:pt>
                <c:pt idx="18">
                  <c:v>37000</c:v>
                </c:pt>
                <c:pt idx="19">
                  <c:v>37100</c:v>
                </c:pt>
                <c:pt idx="20">
                  <c:v>37200</c:v>
                </c:pt>
                <c:pt idx="21">
                  <c:v>37300</c:v>
                </c:pt>
                <c:pt idx="22">
                  <c:v>36700</c:v>
                </c:pt>
                <c:pt idx="23">
                  <c:v>36800</c:v>
                </c:pt>
                <c:pt idx="24">
                  <c:v>36900</c:v>
                </c:pt>
                <c:pt idx="25">
                  <c:v>37000</c:v>
                </c:pt>
                <c:pt idx="26">
                  <c:v>37100</c:v>
                </c:pt>
                <c:pt idx="27">
                  <c:v>37200</c:v>
                </c:pt>
                <c:pt idx="28">
                  <c:v>37300</c:v>
                </c:pt>
                <c:pt idx="29">
                  <c:v>36700</c:v>
                </c:pt>
                <c:pt idx="30">
                  <c:v>36800</c:v>
                </c:pt>
                <c:pt idx="31">
                  <c:v>36900</c:v>
                </c:pt>
                <c:pt idx="32">
                  <c:v>37000</c:v>
                </c:pt>
                <c:pt idx="33">
                  <c:v>37100</c:v>
                </c:pt>
                <c:pt idx="34">
                  <c:v>37200</c:v>
                </c:pt>
                <c:pt idx="35">
                  <c:v>37300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'Total x-clearing'!$I$1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x-clearing'!$I$3:$I$50000</c:f>
              <c:numCache>
                <c:formatCode>_(* #,##0_);_(* \(#,##0\);_(* "-"??_);_(@_)</c:formatCode>
                <c:ptCount val="36"/>
                <c:pt idx="0">
                  <c:v>37700</c:v>
                </c:pt>
                <c:pt idx="1">
                  <c:v>37800</c:v>
                </c:pt>
                <c:pt idx="2">
                  <c:v>37900</c:v>
                </c:pt>
                <c:pt idx="3">
                  <c:v>38000</c:v>
                </c:pt>
                <c:pt idx="4">
                  <c:v>38100</c:v>
                </c:pt>
                <c:pt idx="5">
                  <c:v>38200</c:v>
                </c:pt>
                <c:pt idx="6">
                  <c:v>38300</c:v>
                </c:pt>
                <c:pt idx="7">
                  <c:v>37700</c:v>
                </c:pt>
                <c:pt idx="8">
                  <c:v>37800</c:v>
                </c:pt>
                <c:pt idx="9">
                  <c:v>37900</c:v>
                </c:pt>
                <c:pt idx="10">
                  <c:v>38000</c:v>
                </c:pt>
                <c:pt idx="11">
                  <c:v>38100</c:v>
                </c:pt>
                <c:pt idx="12">
                  <c:v>38200</c:v>
                </c:pt>
                <c:pt idx="13">
                  <c:v>38300</c:v>
                </c:pt>
                <c:pt idx="14">
                  <c:v>37700</c:v>
                </c:pt>
                <c:pt idx="15">
                  <c:v>37800</c:v>
                </c:pt>
                <c:pt idx="16">
                  <c:v>37900</c:v>
                </c:pt>
                <c:pt idx="17">
                  <c:v>38000</c:v>
                </c:pt>
                <c:pt idx="18">
                  <c:v>38100</c:v>
                </c:pt>
                <c:pt idx="19">
                  <c:v>38200</c:v>
                </c:pt>
                <c:pt idx="20">
                  <c:v>38300</c:v>
                </c:pt>
                <c:pt idx="21">
                  <c:v>37700</c:v>
                </c:pt>
                <c:pt idx="22">
                  <c:v>37800</c:v>
                </c:pt>
                <c:pt idx="23">
                  <c:v>37900</c:v>
                </c:pt>
                <c:pt idx="24">
                  <c:v>38000</c:v>
                </c:pt>
                <c:pt idx="25">
                  <c:v>38100</c:v>
                </c:pt>
                <c:pt idx="26">
                  <c:v>38200</c:v>
                </c:pt>
                <c:pt idx="27">
                  <c:v>38300</c:v>
                </c:pt>
                <c:pt idx="28">
                  <c:v>37700</c:v>
                </c:pt>
                <c:pt idx="29">
                  <c:v>37800</c:v>
                </c:pt>
                <c:pt idx="30">
                  <c:v>37900</c:v>
                </c:pt>
                <c:pt idx="31">
                  <c:v>38000</c:v>
                </c:pt>
                <c:pt idx="32">
                  <c:v>38100</c:v>
                </c:pt>
                <c:pt idx="33">
                  <c:v>38200</c:v>
                </c:pt>
                <c:pt idx="34">
                  <c:v>38300</c:v>
                </c:pt>
                <c:pt idx="35">
                  <c:v>37700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'Total x-clearing'!$Q$1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x-clearing'!$Q$3:$Q$50000</c:f>
              <c:numCache>
                <c:formatCode>_(* #,##0_);_(* \(#,##0\);_(* "-"??_);_(@_)</c:formatCode>
                <c:ptCount val="36"/>
                <c:pt idx="0">
                  <c:v>38800</c:v>
                </c:pt>
                <c:pt idx="1">
                  <c:v>38900</c:v>
                </c:pt>
                <c:pt idx="2">
                  <c:v>39000</c:v>
                </c:pt>
                <c:pt idx="3">
                  <c:v>39100</c:v>
                </c:pt>
                <c:pt idx="4">
                  <c:v>39200</c:v>
                </c:pt>
                <c:pt idx="5">
                  <c:v>39300</c:v>
                </c:pt>
                <c:pt idx="6">
                  <c:v>38700</c:v>
                </c:pt>
                <c:pt idx="7">
                  <c:v>38800</c:v>
                </c:pt>
                <c:pt idx="8">
                  <c:v>38900</c:v>
                </c:pt>
                <c:pt idx="9">
                  <c:v>39000</c:v>
                </c:pt>
                <c:pt idx="10">
                  <c:v>39100</c:v>
                </c:pt>
                <c:pt idx="11">
                  <c:v>39200</c:v>
                </c:pt>
                <c:pt idx="12">
                  <c:v>39300</c:v>
                </c:pt>
                <c:pt idx="13">
                  <c:v>38700</c:v>
                </c:pt>
                <c:pt idx="14">
                  <c:v>38800</c:v>
                </c:pt>
                <c:pt idx="15">
                  <c:v>38900</c:v>
                </c:pt>
                <c:pt idx="16">
                  <c:v>39000</c:v>
                </c:pt>
                <c:pt idx="17">
                  <c:v>39100</c:v>
                </c:pt>
                <c:pt idx="18">
                  <c:v>39200</c:v>
                </c:pt>
                <c:pt idx="19">
                  <c:v>39300</c:v>
                </c:pt>
                <c:pt idx="20">
                  <c:v>38700</c:v>
                </c:pt>
                <c:pt idx="21">
                  <c:v>38800</c:v>
                </c:pt>
                <c:pt idx="22">
                  <c:v>38900</c:v>
                </c:pt>
                <c:pt idx="23">
                  <c:v>39000</c:v>
                </c:pt>
                <c:pt idx="24">
                  <c:v>39100</c:v>
                </c:pt>
                <c:pt idx="25">
                  <c:v>39200</c:v>
                </c:pt>
                <c:pt idx="26">
                  <c:v>39300</c:v>
                </c:pt>
                <c:pt idx="27">
                  <c:v>38700</c:v>
                </c:pt>
                <c:pt idx="28">
                  <c:v>38800</c:v>
                </c:pt>
                <c:pt idx="29">
                  <c:v>38900</c:v>
                </c:pt>
                <c:pt idx="30">
                  <c:v>39000</c:v>
                </c:pt>
                <c:pt idx="31">
                  <c:v>39100</c:v>
                </c:pt>
                <c:pt idx="32">
                  <c:v>39200</c:v>
                </c:pt>
                <c:pt idx="33">
                  <c:v>39300</c:v>
                </c:pt>
                <c:pt idx="34">
                  <c:v>38700</c:v>
                </c:pt>
                <c:pt idx="35">
                  <c:v>38800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'Total x-clearing'!$N$1</c:f>
              <c:strCache>
                <c:ptCount val="1"/>
                <c:pt idx="0">
                  <c:v>Synthetic Series 10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x-clearing'!$N$3:$N$50000</c:f>
              <c:numCache>
                <c:formatCode>_(* #,##0_);_(* \(#,##0\);_(* "-"??_);_(@_)</c:formatCode>
                <c:ptCount val="36"/>
                <c:pt idx="0">
                  <c:v>39900</c:v>
                </c:pt>
                <c:pt idx="1">
                  <c:v>40000</c:v>
                </c:pt>
                <c:pt idx="2">
                  <c:v>40100</c:v>
                </c:pt>
                <c:pt idx="3">
                  <c:v>40200</c:v>
                </c:pt>
                <c:pt idx="4">
                  <c:v>40300</c:v>
                </c:pt>
                <c:pt idx="5">
                  <c:v>39700</c:v>
                </c:pt>
                <c:pt idx="6">
                  <c:v>39800</c:v>
                </c:pt>
                <c:pt idx="7">
                  <c:v>39900</c:v>
                </c:pt>
                <c:pt idx="8">
                  <c:v>40000</c:v>
                </c:pt>
                <c:pt idx="9">
                  <c:v>40100</c:v>
                </c:pt>
                <c:pt idx="10">
                  <c:v>40200</c:v>
                </c:pt>
                <c:pt idx="11">
                  <c:v>40300</c:v>
                </c:pt>
                <c:pt idx="12">
                  <c:v>39700</c:v>
                </c:pt>
                <c:pt idx="13">
                  <c:v>39800</c:v>
                </c:pt>
                <c:pt idx="14">
                  <c:v>39900</c:v>
                </c:pt>
                <c:pt idx="15">
                  <c:v>40000</c:v>
                </c:pt>
                <c:pt idx="16">
                  <c:v>40100</c:v>
                </c:pt>
                <c:pt idx="17">
                  <c:v>40200</c:v>
                </c:pt>
                <c:pt idx="18">
                  <c:v>40300</c:v>
                </c:pt>
                <c:pt idx="19">
                  <c:v>39700</c:v>
                </c:pt>
                <c:pt idx="20">
                  <c:v>39800</c:v>
                </c:pt>
                <c:pt idx="21">
                  <c:v>39900</c:v>
                </c:pt>
                <c:pt idx="22">
                  <c:v>40000</c:v>
                </c:pt>
                <c:pt idx="23">
                  <c:v>40100</c:v>
                </c:pt>
                <c:pt idx="24">
                  <c:v>40200</c:v>
                </c:pt>
                <c:pt idx="25">
                  <c:v>40300</c:v>
                </c:pt>
                <c:pt idx="26">
                  <c:v>39700</c:v>
                </c:pt>
                <c:pt idx="27">
                  <c:v>39800</c:v>
                </c:pt>
                <c:pt idx="28">
                  <c:v>39900</c:v>
                </c:pt>
                <c:pt idx="29">
                  <c:v>40000</c:v>
                </c:pt>
                <c:pt idx="30">
                  <c:v>40100</c:v>
                </c:pt>
                <c:pt idx="31">
                  <c:v>40200</c:v>
                </c:pt>
                <c:pt idx="32">
                  <c:v>40300</c:v>
                </c:pt>
                <c:pt idx="33">
                  <c:v>39700</c:v>
                </c:pt>
                <c:pt idx="34">
                  <c:v>39800</c:v>
                </c:pt>
                <c:pt idx="35">
                  <c:v>39900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'Total x-clearing'!$J$1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x-clearing'!$J$3:$J$10000</c:f>
              <c:numCache>
                <c:formatCode>_(* #,##0_);_(* \(#,##0\);_(* "-"??_);_(@_)</c:formatCode>
                <c:ptCount val="36"/>
                <c:pt idx="0">
                  <c:v>41000</c:v>
                </c:pt>
                <c:pt idx="1">
                  <c:v>41100</c:v>
                </c:pt>
                <c:pt idx="2">
                  <c:v>41200</c:v>
                </c:pt>
                <c:pt idx="3">
                  <c:v>41300</c:v>
                </c:pt>
                <c:pt idx="4">
                  <c:v>40700</c:v>
                </c:pt>
                <c:pt idx="5">
                  <c:v>40800</c:v>
                </c:pt>
                <c:pt idx="6">
                  <c:v>40900</c:v>
                </c:pt>
                <c:pt idx="7">
                  <c:v>41000</c:v>
                </c:pt>
                <c:pt idx="8">
                  <c:v>41100</c:v>
                </c:pt>
                <c:pt idx="9">
                  <c:v>41200</c:v>
                </c:pt>
                <c:pt idx="10">
                  <c:v>41300</c:v>
                </c:pt>
                <c:pt idx="11">
                  <c:v>40700</c:v>
                </c:pt>
                <c:pt idx="12">
                  <c:v>40800</c:v>
                </c:pt>
                <c:pt idx="13">
                  <c:v>40900</c:v>
                </c:pt>
                <c:pt idx="14">
                  <c:v>41000</c:v>
                </c:pt>
                <c:pt idx="15">
                  <c:v>41100</c:v>
                </c:pt>
                <c:pt idx="16">
                  <c:v>41200</c:v>
                </c:pt>
                <c:pt idx="17">
                  <c:v>41300</c:v>
                </c:pt>
                <c:pt idx="18">
                  <c:v>40700</c:v>
                </c:pt>
                <c:pt idx="19">
                  <c:v>40800</c:v>
                </c:pt>
                <c:pt idx="20">
                  <c:v>40900</c:v>
                </c:pt>
                <c:pt idx="21">
                  <c:v>41000</c:v>
                </c:pt>
                <c:pt idx="22">
                  <c:v>41100</c:v>
                </c:pt>
                <c:pt idx="23">
                  <c:v>41200</c:v>
                </c:pt>
                <c:pt idx="24">
                  <c:v>41300</c:v>
                </c:pt>
                <c:pt idx="25">
                  <c:v>40700</c:v>
                </c:pt>
                <c:pt idx="26">
                  <c:v>40800</c:v>
                </c:pt>
                <c:pt idx="27">
                  <c:v>40900</c:v>
                </c:pt>
                <c:pt idx="28">
                  <c:v>41000</c:v>
                </c:pt>
                <c:pt idx="29">
                  <c:v>41100</c:v>
                </c:pt>
                <c:pt idx="30">
                  <c:v>41200</c:v>
                </c:pt>
                <c:pt idx="31">
                  <c:v>41300</c:v>
                </c:pt>
                <c:pt idx="32">
                  <c:v>40700</c:v>
                </c:pt>
                <c:pt idx="33">
                  <c:v>40800</c:v>
                </c:pt>
                <c:pt idx="34">
                  <c:v>40900</c:v>
                </c:pt>
                <c:pt idx="35">
                  <c:v>41000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'Total x-clearing'!$C$1</c:f>
              <c:strCache>
                <c:ptCount val="1"/>
                <c:pt idx="0">
                  <c:v>Synthetic Series 12</c:v>
                </c:pt>
              </c:strCache>
            </c:strRef>
          </c:tx>
          <c:spPr>
            <a:ln xmlns:a="http://schemas.openxmlformats.org/drawingml/2006/main">
              <a:solidFill>
                <a:srgbClr val="FF0000"/>
              </a:solidFill>
            </a:ln>
          </c:spPr>
          <c:marker>
            <c:symbol val="triangle"/>
            <c:size val="7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x-clearing'!$C$3:$C$100</c:f>
              <c:numCache>
                <c:formatCode>_(* #,##0_);_(* \(#,##0\);_(* "-"??_);_(@_)</c:formatCode>
                <c:ptCount val="36"/>
                <c:pt idx="0">
                  <c:v>42100</c:v>
                </c:pt>
                <c:pt idx="1">
                  <c:v>42200</c:v>
                </c:pt>
                <c:pt idx="2">
                  <c:v>42300</c:v>
                </c:pt>
                <c:pt idx="3">
                  <c:v>41700</c:v>
                </c:pt>
                <c:pt idx="4">
                  <c:v>41800</c:v>
                </c:pt>
                <c:pt idx="5">
                  <c:v>41900</c:v>
                </c:pt>
                <c:pt idx="6">
                  <c:v>42000</c:v>
                </c:pt>
                <c:pt idx="7">
                  <c:v>42100</c:v>
                </c:pt>
                <c:pt idx="8">
                  <c:v>42200</c:v>
                </c:pt>
                <c:pt idx="9">
                  <c:v>42300</c:v>
                </c:pt>
                <c:pt idx="10">
                  <c:v>41700</c:v>
                </c:pt>
                <c:pt idx="11">
                  <c:v>41800</c:v>
                </c:pt>
                <c:pt idx="12">
                  <c:v>41900</c:v>
                </c:pt>
                <c:pt idx="13">
                  <c:v>42000</c:v>
                </c:pt>
                <c:pt idx="14">
                  <c:v>42100</c:v>
                </c:pt>
                <c:pt idx="15">
                  <c:v>42200</c:v>
                </c:pt>
                <c:pt idx="16">
                  <c:v>42300</c:v>
                </c:pt>
                <c:pt idx="17">
                  <c:v>41700</c:v>
                </c:pt>
                <c:pt idx="18">
                  <c:v>41800</c:v>
                </c:pt>
                <c:pt idx="19">
                  <c:v>41900</c:v>
                </c:pt>
                <c:pt idx="20">
                  <c:v>42000</c:v>
                </c:pt>
                <c:pt idx="21">
                  <c:v>42100</c:v>
                </c:pt>
                <c:pt idx="22">
                  <c:v>42200</c:v>
                </c:pt>
                <c:pt idx="23">
                  <c:v>42300</c:v>
                </c:pt>
                <c:pt idx="24">
                  <c:v>41700</c:v>
                </c:pt>
                <c:pt idx="25">
                  <c:v>41800</c:v>
                </c:pt>
                <c:pt idx="26">
                  <c:v>41900</c:v>
                </c:pt>
                <c:pt idx="27">
                  <c:v>42000</c:v>
                </c:pt>
                <c:pt idx="28">
                  <c:v>42100</c:v>
                </c:pt>
                <c:pt idx="29">
                  <c:v>42200</c:v>
                </c:pt>
                <c:pt idx="30">
                  <c:v>42300</c:v>
                </c:pt>
                <c:pt idx="31">
                  <c:v>41700</c:v>
                </c:pt>
                <c:pt idx="32">
                  <c:v>41800</c:v>
                </c:pt>
                <c:pt idx="33">
                  <c:v>41900</c:v>
                </c:pt>
                <c:pt idx="34">
                  <c:v>42000</c:v>
                </c:pt>
                <c:pt idx="35">
                  <c:v>42100</c:v>
                </c:pt>
              </c:numCache>
            </c:numRef>
          </c:val>
          <c:smooth val="0"/>
        </c:ser>
        <c:ser>
          <c:idx val="12"/>
          <c:order val="12"/>
          <c:tx>
            <c:strRef>
              <c:f>'Total x-clearing'!$G$1</c:f>
              <c:strCache>
                <c:ptCount val="1"/>
                <c:pt idx="0">
                  <c:v>Synthetic Series 13</c:v>
                </c:pt>
              </c:strCache>
            </c:strRef>
          </c:tx>
          <c:spPr>
            <a:ln xmlns:a="http://schemas.openxmlformats.org/drawingml/2006/main">
              <a:solidFill>
                <a:schemeClr val="accent6">
                  <a:lumMod val="75000"/>
                </a:schemeClr>
              </a:solidFill>
            </a:ln>
          </c:spPr>
          <c:marker>
            <c:symbol val="star"/>
            <c:size val="7"/>
            <c:spPr>
              <a:ln xmlns:a="http://schemas.openxmlformats.org/drawingml/2006/main">
                <a:solidFill>
                  <a:schemeClr val="accent6">
                    <a:lumMod val="75000"/>
                  </a:schemeClr>
                </a:solidFill>
              </a:ln>
            </c:spPr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x-clearing'!$G$3:$G$100</c:f>
              <c:numCache>
                <c:formatCode>_(* #,##0_);_(* \(#,##0\);_(* "-"??_);_(@_)</c:formatCode>
                <c:ptCount val="36"/>
                <c:pt idx="0">
                  <c:v>43200</c:v>
                </c:pt>
                <c:pt idx="1">
                  <c:v>43300</c:v>
                </c:pt>
                <c:pt idx="2">
                  <c:v>42700</c:v>
                </c:pt>
                <c:pt idx="3">
                  <c:v>42800</c:v>
                </c:pt>
                <c:pt idx="4">
                  <c:v>42900</c:v>
                </c:pt>
                <c:pt idx="5">
                  <c:v>43000</c:v>
                </c:pt>
                <c:pt idx="6">
                  <c:v>43100</c:v>
                </c:pt>
                <c:pt idx="7">
                  <c:v>43200</c:v>
                </c:pt>
                <c:pt idx="8">
                  <c:v>43300</c:v>
                </c:pt>
                <c:pt idx="9">
                  <c:v>42700</c:v>
                </c:pt>
                <c:pt idx="10">
                  <c:v>42800</c:v>
                </c:pt>
                <c:pt idx="11">
                  <c:v>42900</c:v>
                </c:pt>
                <c:pt idx="12">
                  <c:v>43000</c:v>
                </c:pt>
                <c:pt idx="13">
                  <c:v>43100</c:v>
                </c:pt>
                <c:pt idx="14">
                  <c:v>43200</c:v>
                </c:pt>
                <c:pt idx="15">
                  <c:v>43300</c:v>
                </c:pt>
                <c:pt idx="16">
                  <c:v>42700</c:v>
                </c:pt>
                <c:pt idx="17">
                  <c:v>42800</c:v>
                </c:pt>
                <c:pt idx="18">
                  <c:v>42900</c:v>
                </c:pt>
                <c:pt idx="19">
                  <c:v>43000</c:v>
                </c:pt>
                <c:pt idx="20">
                  <c:v>43100</c:v>
                </c:pt>
                <c:pt idx="21">
                  <c:v>43200</c:v>
                </c:pt>
                <c:pt idx="22">
                  <c:v>43300</c:v>
                </c:pt>
                <c:pt idx="23">
                  <c:v>42700</c:v>
                </c:pt>
                <c:pt idx="24">
                  <c:v>42800</c:v>
                </c:pt>
                <c:pt idx="25">
                  <c:v>42900</c:v>
                </c:pt>
                <c:pt idx="26">
                  <c:v>43000</c:v>
                </c:pt>
                <c:pt idx="27">
                  <c:v>43100</c:v>
                </c:pt>
                <c:pt idx="28">
                  <c:v>43200</c:v>
                </c:pt>
                <c:pt idx="29">
                  <c:v>43300</c:v>
                </c:pt>
                <c:pt idx="30">
                  <c:v>42700</c:v>
                </c:pt>
                <c:pt idx="31">
                  <c:v>42800</c:v>
                </c:pt>
                <c:pt idx="32">
                  <c:v>42900</c:v>
                </c:pt>
                <c:pt idx="33">
                  <c:v>43000</c:v>
                </c:pt>
                <c:pt idx="34">
                  <c:v>43100</c:v>
                </c:pt>
                <c:pt idx="35">
                  <c:v>43200</c:v>
                </c:pt>
              </c:numCache>
            </c:numRef>
          </c:val>
          <c:smooth val="0"/>
        </c:ser>
        <c:ser>
          <c:idx val="13"/>
          <c:order val="13"/>
          <c:tx>
            <c:strRef>
              <c:f>'Total x-clearing'!$M$1</c:f>
              <c:strCache>
                <c:ptCount val="1"/>
                <c:pt idx="0">
                  <c:v>Synthetic Series 14</c:v>
                </c:pt>
              </c:strCache>
            </c:strRef>
          </c:tx>
          <c:marker>
            <c:symbol val="triangle"/>
            <c:size val="7"/>
            <c:spPr>
              <a:ln xmlns:a="http://schemas.openxmlformats.org/drawingml/2006/main">
                <a:solidFill>
                  <a:schemeClr val="tx2">
                    <a:lumMod val="60000"/>
                    <a:lumOff val="40000"/>
                  </a:schemeClr>
                </a:solidFill>
              </a:ln>
            </c:spPr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x-clearing'!$M$3:$M$100</c:f>
              <c:numCache>
                <c:formatCode>_(* #,##0_);_(* \(#,##0\);_(* "-"??_);_(@_)</c:formatCode>
                <c:ptCount val="36"/>
                <c:pt idx="0">
                  <c:v>44300</c:v>
                </c:pt>
                <c:pt idx="1">
                  <c:v>43700</c:v>
                </c:pt>
                <c:pt idx="2">
                  <c:v>43800</c:v>
                </c:pt>
                <c:pt idx="3">
                  <c:v>43900</c:v>
                </c:pt>
                <c:pt idx="4">
                  <c:v>44000</c:v>
                </c:pt>
                <c:pt idx="5">
                  <c:v>44100</c:v>
                </c:pt>
                <c:pt idx="6">
                  <c:v>44200</c:v>
                </c:pt>
                <c:pt idx="7">
                  <c:v>44300</c:v>
                </c:pt>
                <c:pt idx="8">
                  <c:v>43700</c:v>
                </c:pt>
                <c:pt idx="9">
                  <c:v>43800</c:v>
                </c:pt>
                <c:pt idx="10">
                  <c:v>43900</c:v>
                </c:pt>
                <c:pt idx="11">
                  <c:v>44000</c:v>
                </c:pt>
                <c:pt idx="12">
                  <c:v>44100</c:v>
                </c:pt>
                <c:pt idx="13">
                  <c:v>44200</c:v>
                </c:pt>
                <c:pt idx="14">
                  <c:v>44300</c:v>
                </c:pt>
                <c:pt idx="15">
                  <c:v>43700</c:v>
                </c:pt>
                <c:pt idx="16">
                  <c:v>43800</c:v>
                </c:pt>
                <c:pt idx="17">
                  <c:v>43900</c:v>
                </c:pt>
                <c:pt idx="18">
                  <c:v>44000</c:v>
                </c:pt>
                <c:pt idx="19">
                  <c:v>44100</c:v>
                </c:pt>
                <c:pt idx="20">
                  <c:v>44200</c:v>
                </c:pt>
                <c:pt idx="21">
                  <c:v>44300</c:v>
                </c:pt>
                <c:pt idx="22">
                  <c:v>43700</c:v>
                </c:pt>
                <c:pt idx="23">
                  <c:v>43800</c:v>
                </c:pt>
                <c:pt idx="24">
                  <c:v>43900</c:v>
                </c:pt>
                <c:pt idx="25">
                  <c:v>44000</c:v>
                </c:pt>
                <c:pt idx="26">
                  <c:v>44100</c:v>
                </c:pt>
                <c:pt idx="27">
                  <c:v>44200</c:v>
                </c:pt>
                <c:pt idx="28">
                  <c:v>44300</c:v>
                </c:pt>
                <c:pt idx="29">
                  <c:v>43700</c:v>
                </c:pt>
                <c:pt idx="30">
                  <c:v>43800</c:v>
                </c:pt>
                <c:pt idx="31">
                  <c:v>43900</c:v>
                </c:pt>
                <c:pt idx="32">
                  <c:v>44000</c:v>
                </c:pt>
                <c:pt idx="33">
                  <c:v>44100</c:v>
                </c:pt>
                <c:pt idx="34">
                  <c:v>44200</c:v>
                </c:pt>
                <c:pt idx="35">
                  <c:v>44300</c:v>
                </c:pt>
              </c:numCache>
            </c:numRef>
          </c:val>
          <c:smooth val="0"/>
        </c:ser>
        <c:ser>
          <c:idx val="14"/>
          <c:order val="14"/>
          <c:tx>
            <c:strRef>
              <c:f>'Total x-clearing'!$O$1</c:f>
              <c:strCache>
                <c:ptCount val="1"/>
                <c:pt idx="0">
                  <c:v>Synthetic Series 15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x-clearing'!$O$3:$O$490</c:f>
              <c:numCache>
                <c:formatCode>_(* #,##0_);_(* \(#,##0\);_(* "-"??_);_(@_)</c:formatCode>
                <c:ptCount val="36"/>
                <c:pt idx="0">
                  <c:v>44700</c:v>
                </c:pt>
                <c:pt idx="1">
                  <c:v>44800</c:v>
                </c:pt>
                <c:pt idx="2">
                  <c:v>44900</c:v>
                </c:pt>
                <c:pt idx="3">
                  <c:v>45000</c:v>
                </c:pt>
                <c:pt idx="4">
                  <c:v>45100</c:v>
                </c:pt>
                <c:pt idx="5">
                  <c:v>45200</c:v>
                </c:pt>
                <c:pt idx="6">
                  <c:v>45300</c:v>
                </c:pt>
                <c:pt idx="7">
                  <c:v>44700</c:v>
                </c:pt>
                <c:pt idx="8">
                  <c:v>44800</c:v>
                </c:pt>
                <c:pt idx="9">
                  <c:v>44900</c:v>
                </c:pt>
                <c:pt idx="10">
                  <c:v>45000</c:v>
                </c:pt>
                <c:pt idx="11">
                  <c:v>45100</c:v>
                </c:pt>
                <c:pt idx="12">
                  <c:v>45200</c:v>
                </c:pt>
                <c:pt idx="13">
                  <c:v>45300</c:v>
                </c:pt>
                <c:pt idx="14">
                  <c:v>44700</c:v>
                </c:pt>
                <c:pt idx="15">
                  <c:v>44800</c:v>
                </c:pt>
                <c:pt idx="16">
                  <c:v>44900</c:v>
                </c:pt>
                <c:pt idx="17">
                  <c:v>45000</c:v>
                </c:pt>
                <c:pt idx="18">
                  <c:v>45100</c:v>
                </c:pt>
                <c:pt idx="19">
                  <c:v>45200</c:v>
                </c:pt>
                <c:pt idx="20">
                  <c:v>45300</c:v>
                </c:pt>
                <c:pt idx="21">
                  <c:v>44700</c:v>
                </c:pt>
                <c:pt idx="22">
                  <c:v>44800</c:v>
                </c:pt>
                <c:pt idx="23">
                  <c:v>44900</c:v>
                </c:pt>
                <c:pt idx="24">
                  <c:v>45000</c:v>
                </c:pt>
                <c:pt idx="25">
                  <c:v>45100</c:v>
                </c:pt>
                <c:pt idx="26">
                  <c:v>45200</c:v>
                </c:pt>
                <c:pt idx="27">
                  <c:v>45300</c:v>
                </c:pt>
                <c:pt idx="28">
                  <c:v>44700</c:v>
                </c:pt>
                <c:pt idx="29">
                  <c:v>44800</c:v>
                </c:pt>
                <c:pt idx="30">
                  <c:v>44900</c:v>
                </c:pt>
                <c:pt idx="31">
                  <c:v>45000</c:v>
                </c:pt>
                <c:pt idx="32">
                  <c:v>45100</c:v>
                </c:pt>
                <c:pt idx="33">
                  <c:v>45200</c:v>
                </c:pt>
                <c:pt idx="34">
                  <c:v>45300</c:v>
                </c:pt>
                <c:pt idx="35">
                  <c:v>44700</c:v>
                </c:pt>
              </c:numCache>
            </c:numRef>
          </c:val>
          <c:smooth val="0"/>
        </c:ser>
        <c:ser>
          <c:idx val="15"/>
          <c:order val="15"/>
          <c:tx>
            <c:strRef>
              <c:f>'Total x-clearing'!$P$1</c:f>
              <c:strCache>
                <c:ptCount val="1"/>
                <c:pt idx="0">
                  <c:v>Synthetic Series 16</c:v>
                </c:pt>
              </c:strCache>
            </c:strRef>
          </c:tx>
          <c:marker>
            <c:symbol val="none"/>
          </c:marker>
          <c:cat>
            <c:strRef>
              <c:f>'Total x-clearing'!$A$3:$A$510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'Total x-clearing'!$P$3:$P$408</c:f>
              <c:numCache>
                <c:formatCode>_(* #,##0_);_(* \(#,##0\);_(* "-"??_);_(@_)</c:formatCode>
                <c:ptCount val="36"/>
                <c:pt idx="0">
                  <c:v>45800</c:v>
                </c:pt>
                <c:pt idx="1">
                  <c:v>45900</c:v>
                </c:pt>
                <c:pt idx="2">
                  <c:v>46000</c:v>
                </c:pt>
                <c:pt idx="3">
                  <c:v>46100</c:v>
                </c:pt>
                <c:pt idx="4">
                  <c:v>46200</c:v>
                </c:pt>
                <c:pt idx="5">
                  <c:v>46300</c:v>
                </c:pt>
                <c:pt idx="6">
                  <c:v>45700</c:v>
                </c:pt>
                <c:pt idx="7">
                  <c:v>45800</c:v>
                </c:pt>
                <c:pt idx="8">
                  <c:v>45900</c:v>
                </c:pt>
                <c:pt idx="9">
                  <c:v>46000</c:v>
                </c:pt>
                <c:pt idx="10">
                  <c:v>46100</c:v>
                </c:pt>
                <c:pt idx="11">
                  <c:v>46200</c:v>
                </c:pt>
                <c:pt idx="12">
                  <c:v>46300</c:v>
                </c:pt>
                <c:pt idx="13">
                  <c:v>45700</c:v>
                </c:pt>
                <c:pt idx="14">
                  <c:v>45800</c:v>
                </c:pt>
                <c:pt idx="15">
                  <c:v>45900</c:v>
                </c:pt>
                <c:pt idx="16">
                  <c:v>46000</c:v>
                </c:pt>
                <c:pt idx="17">
                  <c:v>46100</c:v>
                </c:pt>
                <c:pt idx="18">
                  <c:v>46200</c:v>
                </c:pt>
                <c:pt idx="19">
                  <c:v>46300</c:v>
                </c:pt>
                <c:pt idx="20">
                  <c:v>45700</c:v>
                </c:pt>
                <c:pt idx="21">
                  <c:v>45800</c:v>
                </c:pt>
                <c:pt idx="22">
                  <c:v>45900</c:v>
                </c:pt>
                <c:pt idx="23">
                  <c:v>46000</c:v>
                </c:pt>
                <c:pt idx="24">
                  <c:v>46100</c:v>
                </c:pt>
                <c:pt idx="25">
                  <c:v>46200</c:v>
                </c:pt>
                <c:pt idx="26">
                  <c:v>46300</c:v>
                </c:pt>
                <c:pt idx="27">
                  <c:v>45700</c:v>
                </c:pt>
                <c:pt idx="28">
                  <c:v>45800</c:v>
                </c:pt>
                <c:pt idx="29">
                  <c:v>45900</c:v>
                </c:pt>
                <c:pt idx="30">
                  <c:v>46000</c:v>
                </c:pt>
                <c:pt idx="31">
                  <c:v>46100</c:v>
                </c:pt>
                <c:pt idx="32">
                  <c:v>46200</c:v>
                </c:pt>
                <c:pt idx="33">
                  <c:v>46300</c:v>
                </c:pt>
                <c:pt idx="34">
                  <c:v>45700</c:v>
                </c:pt>
                <c:pt idx="35">
                  <c:v>45800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7357312"/>
        <c:axId val="257359232"/>
      </c:lineChart>
      <c:dateAx>
        <c:axId val="25735731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257359232"/>
        <c:crosses val="autoZero"/>
        <c:auto val="1"/>
        <c:baseTimeUnit val="months"/>
      </c:dateAx>
      <c:valAx>
        <c:axId val="2573592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2573573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Total Counterparty Exposure - ex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Total!$B$1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Total!$B$3:$B$49997</c:f>
              <c:numCache>
                <c:formatCode>_(* #,##0_);_(* \(#,##0\);_(* "-"??_);_(@_)</c:formatCode>
                <c:ptCount val="36"/>
                <c:pt idx="0">
                  <c:v>40700</c:v>
                </c:pt>
                <c:pt idx="1">
                  <c:v>40800</c:v>
                </c:pt>
                <c:pt idx="2">
                  <c:v>40900</c:v>
                </c:pt>
                <c:pt idx="3">
                  <c:v>41000</c:v>
                </c:pt>
                <c:pt idx="4">
                  <c:v>41100</c:v>
                </c:pt>
                <c:pt idx="5">
                  <c:v>41200</c:v>
                </c:pt>
                <c:pt idx="6">
                  <c:v>41300</c:v>
                </c:pt>
                <c:pt idx="7">
                  <c:v>40700</c:v>
                </c:pt>
                <c:pt idx="8">
                  <c:v>40800</c:v>
                </c:pt>
                <c:pt idx="9">
                  <c:v>40900</c:v>
                </c:pt>
                <c:pt idx="10">
                  <c:v>41000</c:v>
                </c:pt>
                <c:pt idx="11">
                  <c:v>41100</c:v>
                </c:pt>
                <c:pt idx="12">
                  <c:v>41200</c:v>
                </c:pt>
                <c:pt idx="13">
                  <c:v>41300</c:v>
                </c:pt>
                <c:pt idx="14">
                  <c:v>40700</c:v>
                </c:pt>
                <c:pt idx="15">
                  <c:v>40800</c:v>
                </c:pt>
                <c:pt idx="16">
                  <c:v>40900</c:v>
                </c:pt>
                <c:pt idx="17">
                  <c:v>41000</c:v>
                </c:pt>
                <c:pt idx="18">
                  <c:v>41100</c:v>
                </c:pt>
                <c:pt idx="19">
                  <c:v>41200</c:v>
                </c:pt>
                <c:pt idx="20">
                  <c:v>41300</c:v>
                </c:pt>
                <c:pt idx="21">
                  <c:v>40700</c:v>
                </c:pt>
                <c:pt idx="22">
                  <c:v>40800</c:v>
                </c:pt>
                <c:pt idx="23">
                  <c:v>40900</c:v>
                </c:pt>
                <c:pt idx="24">
                  <c:v>41000</c:v>
                </c:pt>
                <c:pt idx="25">
                  <c:v>41100</c:v>
                </c:pt>
                <c:pt idx="26">
                  <c:v>41200</c:v>
                </c:pt>
                <c:pt idx="27">
                  <c:v>41300</c:v>
                </c:pt>
                <c:pt idx="28">
                  <c:v>40700</c:v>
                </c:pt>
                <c:pt idx="29">
                  <c:v>40800</c:v>
                </c:pt>
                <c:pt idx="30">
                  <c:v>40900</c:v>
                </c:pt>
                <c:pt idx="31">
                  <c:v>41000</c:v>
                </c:pt>
                <c:pt idx="32">
                  <c:v>41100</c:v>
                </c:pt>
                <c:pt idx="33">
                  <c:v>41200</c:v>
                </c:pt>
                <c:pt idx="34">
                  <c:v>41300</c:v>
                </c:pt>
                <c:pt idx="35">
                  <c:v>40700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Total!$D$1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Total!$D$3:$D$49997</c:f>
              <c:numCache>
                <c:formatCode>_(* #,##0_);_(* \(#,##0\);_(* "-"??_);_(@_)</c:formatCode>
                <c:ptCount val="36"/>
                <c:pt idx="0">
                  <c:v>41800</c:v>
                </c:pt>
                <c:pt idx="1">
                  <c:v>41900</c:v>
                </c:pt>
                <c:pt idx="2">
                  <c:v>42000</c:v>
                </c:pt>
                <c:pt idx="3">
                  <c:v>42100</c:v>
                </c:pt>
                <c:pt idx="4">
                  <c:v>42200</c:v>
                </c:pt>
                <c:pt idx="5">
                  <c:v>42300</c:v>
                </c:pt>
                <c:pt idx="6">
                  <c:v>41700</c:v>
                </c:pt>
                <c:pt idx="7">
                  <c:v>41800</c:v>
                </c:pt>
                <c:pt idx="8">
                  <c:v>41900</c:v>
                </c:pt>
                <c:pt idx="9">
                  <c:v>42000</c:v>
                </c:pt>
                <c:pt idx="10">
                  <c:v>42100</c:v>
                </c:pt>
                <c:pt idx="11">
                  <c:v>42200</c:v>
                </c:pt>
                <c:pt idx="12">
                  <c:v>42300</c:v>
                </c:pt>
                <c:pt idx="13">
                  <c:v>41700</c:v>
                </c:pt>
                <c:pt idx="14">
                  <c:v>41800</c:v>
                </c:pt>
                <c:pt idx="15">
                  <c:v>41900</c:v>
                </c:pt>
                <c:pt idx="16">
                  <c:v>42000</c:v>
                </c:pt>
                <c:pt idx="17">
                  <c:v>42100</c:v>
                </c:pt>
                <c:pt idx="18">
                  <c:v>42200</c:v>
                </c:pt>
                <c:pt idx="19">
                  <c:v>42300</c:v>
                </c:pt>
                <c:pt idx="20">
                  <c:v>41700</c:v>
                </c:pt>
                <c:pt idx="21">
                  <c:v>41800</c:v>
                </c:pt>
                <c:pt idx="22">
                  <c:v>41900</c:v>
                </c:pt>
                <c:pt idx="23">
                  <c:v>42000</c:v>
                </c:pt>
                <c:pt idx="24">
                  <c:v>42100</c:v>
                </c:pt>
                <c:pt idx="25">
                  <c:v>42200</c:v>
                </c:pt>
                <c:pt idx="26">
                  <c:v>42300</c:v>
                </c:pt>
                <c:pt idx="27">
                  <c:v>41700</c:v>
                </c:pt>
                <c:pt idx="28">
                  <c:v>41800</c:v>
                </c:pt>
                <c:pt idx="29">
                  <c:v>41900</c:v>
                </c:pt>
                <c:pt idx="30">
                  <c:v>42000</c:v>
                </c:pt>
                <c:pt idx="31">
                  <c:v>42100</c:v>
                </c:pt>
                <c:pt idx="32">
                  <c:v>42200</c:v>
                </c:pt>
                <c:pt idx="33">
                  <c:v>42300</c:v>
                </c:pt>
                <c:pt idx="34">
                  <c:v>41700</c:v>
                </c:pt>
                <c:pt idx="35">
                  <c:v>41800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Total!$E$1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Total!$E$3:$E$49997</c:f>
              <c:numCache>
                <c:formatCode>_(* #,##0_);_(* \(#,##0\);_(* "-"??_);_(@_)</c:formatCode>
                <c:ptCount val="36"/>
                <c:pt idx="0">
                  <c:v>42900</c:v>
                </c:pt>
                <c:pt idx="1">
                  <c:v>43000</c:v>
                </c:pt>
                <c:pt idx="2">
                  <c:v>43100</c:v>
                </c:pt>
                <c:pt idx="3">
                  <c:v>43200</c:v>
                </c:pt>
                <c:pt idx="4">
                  <c:v>43300</c:v>
                </c:pt>
                <c:pt idx="5">
                  <c:v>42700</c:v>
                </c:pt>
                <c:pt idx="6">
                  <c:v>42800</c:v>
                </c:pt>
                <c:pt idx="7">
                  <c:v>42900</c:v>
                </c:pt>
                <c:pt idx="8">
                  <c:v>43000</c:v>
                </c:pt>
                <c:pt idx="9">
                  <c:v>43100</c:v>
                </c:pt>
                <c:pt idx="10">
                  <c:v>43200</c:v>
                </c:pt>
                <c:pt idx="11">
                  <c:v>43300</c:v>
                </c:pt>
                <c:pt idx="12">
                  <c:v>42700</c:v>
                </c:pt>
                <c:pt idx="13">
                  <c:v>42800</c:v>
                </c:pt>
                <c:pt idx="14">
                  <c:v>42900</c:v>
                </c:pt>
                <c:pt idx="15">
                  <c:v>43000</c:v>
                </c:pt>
                <c:pt idx="16">
                  <c:v>43100</c:v>
                </c:pt>
                <c:pt idx="17">
                  <c:v>43200</c:v>
                </c:pt>
                <c:pt idx="18">
                  <c:v>43300</c:v>
                </c:pt>
                <c:pt idx="19">
                  <c:v>42700</c:v>
                </c:pt>
                <c:pt idx="20">
                  <c:v>42800</c:v>
                </c:pt>
                <c:pt idx="21">
                  <c:v>42900</c:v>
                </c:pt>
                <c:pt idx="22">
                  <c:v>43000</c:v>
                </c:pt>
                <c:pt idx="23">
                  <c:v>43100</c:v>
                </c:pt>
                <c:pt idx="24">
                  <c:v>43200</c:v>
                </c:pt>
                <c:pt idx="25">
                  <c:v>43300</c:v>
                </c:pt>
                <c:pt idx="26">
                  <c:v>42700</c:v>
                </c:pt>
                <c:pt idx="27">
                  <c:v>42800</c:v>
                </c:pt>
                <c:pt idx="28">
                  <c:v>42900</c:v>
                </c:pt>
                <c:pt idx="29">
                  <c:v>43000</c:v>
                </c:pt>
                <c:pt idx="30">
                  <c:v>43100</c:v>
                </c:pt>
                <c:pt idx="31">
                  <c:v>43200</c:v>
                </c:pt>
                <c:pt idx="32">
                  <c:v>43300</c:v>
                </c:pt>
                <c:pt idx="33">
                  <c:v>42700</c:v>
                </c:pt>
                <c:pt idx="34">
                  <c:v>42800</c:v>
                </c:pt>
                <c:pt idx="35">
                  <c:v>42900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Total!$F$1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Total!$F$3:$F$49997</c:f>
              <c:numCache>
                <c:formatCode>_(* #,##0_);_(* \(#,##0\);_(* "-"??_);_(@_)</c:formatCode>
                <c:ptCount val="36"/>
                <c:pt idx="0">
                  <c:v>44000</c:v>
                </c:pt>
                <c:pt idx="1">
                  <c:v>44100</c:v>
                </c:pt>
                <c:pt idx="2">
                  <c:v>44200</c:v>
                </c:pt>
                <c:pt idx="3">
                  <c:v>44300</c:v>
                </c:pt>
                <c:pt idx="4">
                  <c:v>43700</c:v>
                </c:pt>
                <c:pt idx="5">
                  <c:v>43800</c:v>
                </c:pt>
                <c:pt idx="6">
                  <c:v>43900</c:v>
                </c:pt>
                <c:pt idx="7">
                  <c:v>44000</c:v>
                </c:pt>
                <c:pt idx="8">
                  <c:v>44100</c:v>
                </c:pt>
                <c:pt idx="9">
                  <c:v>44200</c:v>
                </c:pt>
                <c:pt idx="10">
                  <c:v>44300</c:v>
                </c:pt>
                <c:pt idx="11">
                  <c:v>43700</c:v>
                </c:pt>
                <c:pt idx="12">
                  <c:v>43800</c:v>
                </c:pt>
                <c:pt idx="13">
                  <c:v>43900</c:v>
                </c:pt>
                <c:pt idx="14">
                  <c:v>44000</c:v>
                </c:pt>
                <c:pt idx="15">
                  <c:v>44100</c:v>
                </c:pt>
                <c:pt idx="16">
                  <c:v>44200</c:v>
                </c:pt>
                <c:pt idx="17">
                  <c:v>44300</c:v>
                </c:pt>
                <c:pt idx="18">
                  <c:v>43700</c:v>
                </c:pt>
                <c:pt idx="19">
                  <c:v>43800</c:v>
                </c:pt>
                <c:pt idx="20">
                  <c:v>43900</c:v>
                </c:pt>
                <c:pt idx="21">
                  <c:v>44000</c:v>
                </c:pt>
                <c:pt idx="22">
                  <c:v>44100</c:v>
                </c:pt>
                <c:pt idx="23">
                  <c:v>44200</c:v>
                </c:pt>
                <c:pt idx="24">
                  <c:v>44300</c:v>
                </c:pt>
                <c:pt idx="25">
                  <c:v>43700</c:v>
                </c:pt>
                <c:pt idx="26">
                  <c:v>43800</c:v>
                </c:pt>
                <c:pt idx="27">
                  <c:v>43900</c:v>
                </c:pt>
                <c:pt idx="28">
                  <c:v>44000</c:v>
                </c:pt>
                <c:pt idx="29">
                  <c:v>44100</c:v>
                </c:pt>
                <c:pt idx="30">
                  <c:v>44200</c:v>
                </c:pt>
                <c:pt idx="31">
                  <c:v>44300</c:v>
                </c:pt>
                <c:pt idx="32">
                  <c:v>43700</c:v>
                </c:pt>
                <c:pt idx="33">
                  <c:v>43800</c:v>
                </c:pt>
                <c:pt idx="34">
                  <c:v>43900</c:v>
                </c:pt>
                <c:pt idx="35">
                  <c:v>44000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Total!$P$1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Total!$P$3:$P$49997</c:f>
              <c:numCache>
                <c:formatCode>_(* #,##0_);_(* \(#,##0\);_(* "-"??_);_(@_)</c:formatCode>
                <c:ptCount val="36"/>
                <c:pt idx="0">
                  <c:v>45100</c:v>
                </c:pt>
                <c:pt idx="1">
                  <c:v>45200</c:v>
                </c:pt>
                <c:pt idx="2">
                  <c:v>45300</c:v>
                </c:pt>
                <c:pt idx="3">
                  <c:v>44700</c:v>
                </c:pt>
                <c:pt idx="4">
                  <c:v>44800</c:v>
                </c:pt>
                <c:pt idx="5">
                  <c:v>44900</c:v>
                </c:pt>
                <c:pt idx="6">
                  <c:v>45000</c:v>
                </c:pt>
                <c:pt idx="7">
                  <c:v>45100</c:v>
                </c:pt>
                <c:pt idx="8">
                  <c:v>45200</c:v>
                </c:pt>
                <c:pt idx="9">
                  <c:v>45300</c:v>
                </c:pt>
                <c:pt idx="10">
                  <c:v>44700</c:v>
                </c:pt>
                <c:pt idx="11">
                  <c:v>44800</c:v>
                </c:pt>
                <c:pt idx="12">
                  <c:v>44900</c:v>
                </c:pt>
                <c:pt idx="13">
                  <c:v>45000</c:v>
                </c:pt>
                <c:pt idx="14">
                  <c:v>45100</c:v>
                </c:pt>
                <c:pt idx="15">
                  <c:v>45200</c:v>
                </c:pt>
                <c:pt idx="16">
                  <c:v>45300</c:v>
                </c:pt>
                <c:pt idx="17">
                  <c:v>44700</c:v>
                </c:pt>
                <c:pt idx="18">
                  <c:v>44800</c:v>
                </c:pt>
                <c:pt idx="19">
                  <c:v>44900</c:v>
                </c:pt>
                <c:pt idx="20">
                  <c:v>45000</c:v>
                </c:pt>
                <c:pt idx="21">
                  <c:v>45100</c:v>
                </c:pt>
                <c:pt idx="22">
                  <c:v>45200</c:v>
                </c:pt>
                <c:pt idx="23">
                  <c:v>45300</c:v>
                </c:pt>
                <c:pt idx="24">
                  <c:v>44700</c:v>
                </c:pt>
                <c:pt idx="25">
                  <c:v>44800</c:v>
                </c:pt>
                <c:pt idx="26">
                  <c:v>44900</c:v>
                </c:pt>
                <c:pt idx="27">
                  <c:v>45000</c:v>
                </c:pt>
                <c:pt idx="28">
                  <c:v>45100</c:v>
                </c:pt>
                <c:pt idx="29">
                  <c:v>45200</c:v>
                </c:pt>
                <c:pt idx="30">
                  <c:v>45300</c:v>
                </c:pt>
                <c:pt idx="31">
                  <c:v>44700</c:v>
                </c:pt>
                <c:pt idx="32">
                  <c:v>44800</c:v>
                </c:pt>
                <c:pt idx="33">
                  <c:v>44900</c:v>
                </c:pt>
                <c:pt idx="34">
                  <c:v>45000</c:v>
                </c:pt>
                <c:pt idx="35">
                  <c:v>45100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Total!$K$1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circle"/>
            <c:size val="5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Total!$K$3:$K$49997</c:f>
              <c:numCache>
                <c:formatCode>_(* #,##0_);_(* \(#,##0\);_(* "-"??_);_(@_)</c:formatCode>
                <c:ptCount val="36"/>
                <c:pt idx="0">
                  <c:v>46200</c:v>
                </c:pt>
                <c:pt idx="1">
                  <c:v>46300</c:v>
                </c:pt>
                <c:pt idx="2">
                  <c:v>45700</c:v>
                </c:pt>
                <c:pt idx="3">
                  <c:v>45800</c:v>
                </c:pt>
                <c:pt idx="4">
                  <c:v>45900</c:v>
                </c:pt>
                <c:pt idx="5">
                  <c:v>46000</c:v>
                </c:pt>
                <c:pt idx="6">
                  <c:v>46100</c:v>
                </c:pt>
                <c:pt idx="7">
                  <c:v>46200</c:v>
                </c:pt>
                <c:pt idx="8">
                  <c:v>46300</c:v>
                </c:pt>
                <c:pt idx="9">
                  <c:v>45700</c:v>
                </c:pt>
                <c:pt idx="10">
                  <c:v>45800</c:v>
                </c:pt>
                <c:pt idx="11">
                  <c:v>45900</c:v>
                </c:pt>
                <c:pt idx="12">
                  <c:v>46000</c:v>
                </c:pt>
                <c:pt idx="13">
                  <c:v>46100</c:v>
                </c:pt>
                <c:pt idx="14">
                  <c:v>46200</c:v>
                </c:pt>
                <c:pt idx="15">
                  <c:v>46300</c:v>
                </c:pt>
                <c:pt idx="16">
                  <c:v>45700</c:v>
                </c:pt>
                <c:pt idx="17">
                  <c:v>45800</c:v>
                </c:pt>
                <c:pt idx="18">
                  <c:v>45900</c:v>
                </c:pt>
                <c:pt idx="19">
                  <c:v>46000</c:v>
                </c:pt>
                <c:pt idx="20">
                  <c:v>46100</c:v>
                </c:pt>
                <c:pt idx="21">
                  <c:v>46200</c:v>
                </c:pt>
                <c:pt idx="22">
                  <c:v>46300</c:v>
                </c:pt>
                <c:pt idx="23">
                  <c:v>45700</c:v>
                </c:pt>
                <c:pt idx="24">
                  <c:v>45800</c:v>
                </c:pt>
                <c:pt idx="25">
                  <c:v>45900</c:v>
                </c:pt>
                <c:pt idx="26">
                  <c:v>46000</c:v>
                </c:pt>
                <c:pt idx="27">
                  <c:v>46100</c:v>
                </c:pt>
                <c:pt idx="28">
                  <c:v>46200</c:v>
                </c:pt>
                <c:pt idx="29">
                  <c:v>46300</c:v>
                </c:pt>
                <c:pt idx="30">
                  <c:v>45700</c:v>
                </c:pt>
                <c:pt idx="31">
                  <c:v>45800</c:v>
                </c:pt>
                <c:pt idx="32">
                  <c:v>45900</c:v>
                </c:pt>
                <c:pt idx="33">
                  <c:v>46000</c:v>
                </c:pt>
                <c:pt idx="34">
                  <c:v>46100</c:v>
                </c:pt>
                <c:pt idx="35">
                  <c:v>46200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Total!$R$1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triangle"/>
            <c:size val="5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Total!$R$3:$R$49997</c:f>
              <c:numCache>
                <c:formatCode>_(* #,##0_);_(* \(#,##0\);_(* "-"??_);_(@_)</c:formatCode>
                <c:ptCount val="36"/>
                <c:pt idx="0">
                  <c:v>47300</c:v>
                </c:pt>
                <c:pt idx="1">
                  <c:v>46700</c:v>
                </c:pt>
                <c:pt idx="2">
                  <c:v>46800</c:v>
                </c:pt>
                <c:pt idx="3">
                  <c:v>46900</c:v>
                </c:pt>
                <c:pt idx="4">
                  <c:v>47000</c:v>
                </c:pt>
                <c:pt idx="5">
                  <c:v>47100</c:v>
                </c:pt>
                <c:pt idx="6">
                  <c:v>47200</c:v>
                </c:pt>
                <c:pt idx="7">
                  <c:v>47300</c:v>
                </c:pt>
                <c:pt idx="8">
                  <c:v>46700</c:v>
                </c:pt>
                <c:pt idx="9">
                  <c:v>46800</c:v>
                </c:pt>
                <c:pt idx="10">
                  <c:v>46900</c:v>
                </c:pt>
                <c:pt idx="11">
                  <c:v>47000</c:v>
                </c:pt>
                <c:pt idx="12">
                  <c:v>47100</c:v>
                </c:pt>
                <c:pt idx="13">
                  <c:v>47200</c:v>
                </c:pt>
                <c:pt idx="14">
                  <c:v>47300</c:v>
                </c:pt>
                <c:pt idx="15">
                  <c:v>46700</c:v>
                </c:pt>
                <c:pt idx="16">
                  <c:v>46800</c:v>
                </c:pt>
                <c:pt idx="17">
                  <c:v>46900</c:v>
                </c:pt>
                <c:pt idx="18">
                  <c:v>47000</c:v>
                </c:pt>
                <c:pt idx="19">
                  <c:v>47100</c:v>
                </c:pt>
                <c:pt idx="20">
                  <c:v>47200</c:v>
                </c:pt>
                <c:pt idx="21">
                  <c:v>47300</c:v>
                </c:pt>
                <c:pt idx="22">
                  <c:v>46700</c:v>
                </c:pt>
                <c:pt idx="23">
                  <c:v>46800</c:v>
                </c:pt>
                <c:pt idx="24">
                  <c:v>46900</c:v>
                </c:pt>
                <c:pt idx="25">
                  <c:v>47000</c:v>
                </c:pt>
                <c:pt idx="26">
                  <c:v>47100</c:v>
                </c:pt>
                <c:pt idx="27">
                  <c:v>47200</c:v>
                </c:pt>
                <c:pt idx="28">
                  <c:v>47300</c:v>
                </c:pt>
                <c:pt idx="29">
                  <c:v>46700</c:v>
                </c:pt>
                <c:pt idx="30">
                  <c:v>46800</c:v>
                </c:pt>
                <c:pt idx="31">
                  <c:v>46900</c:v>
                </c:pt>
                <c:pt idx="32">
                  <c:v>47000</c:v>
                </c:pt>
                <c:pt idx="33">
                  <c:v>47100</c:v>
                </c:pt>
                <c:pt idx="34">
                  <c:v>47200</c:v>
                </c:pt>
                <c:pt idx="35">
                  <c:v>47300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Total!$S$1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triangle"/>
            <c:size val="5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Total!$S$3:$S$49997</c:f>
              <c:numCache>
                <c:formatCode>_(* #,##0_);_(* \(#,##0\);_(* "-"??_);_(@_)</c:formatCode>
                <c:ptCount val="36"/>
                <c:pt idx="0">
                  <c:v>47700</c:v>
                </c:pt>
                <c:pt idx="1">
                  <c:v>47800</c:v>
                </c:pt>
                <c:pt idx="2">
                  <c:v>47900</c:v>
                </c:pt>
                <c:pt idx="3">
                  <c:v>48000</c:v>
                </c:pt>
                <c:pt idx="4">
                  <c:v>48100</c:v>
                </c:pt>
                <c:pt idx="5">
                  <c:v>48200</c:v>
                </c:pt>
                <c:pt idx="6">
                  <c:v>48300</c:v>
                </c:pt>
                <c:pt idx="7">
                  <c:v>47700</c:v>
                </c:pt>
                <c:pt idx="8">
                  <c:v>47800</c:v>
                </c:pt>
                <c:pt idx="9">
                  <c:v>47900</c:v>
                </c:pt>
                <c:pt idx="10">
                  <c:v>48000</c:v>
                </c:pt>
                <c:pt idx="11">
                  <c:v>48100</c:v>
                </c:pt>
                <c:pt idx="12">
                  <c:v>48200</c:v>
                </c:pt>
                <c:pt idx="13">
                  <c:v>48300</c:v>
                </c:pt>
                <c:pt idx="14">
                  <c:v>47700</c:v>
                </c:pt>
                <c:pt idx="15">
                  <c:v>47800</c:v>
                </c:pt>
                <c:pt idx="16">
                  <c:v>47900</c:v>
                </c:pt>
                <c:pt idx="17">
                  <c:v>48000</c:v>
                </c:pt>
                <c:pt idx="18">
                  <c:v>48100</c:v>
                </c:pt>
                <c:pt idx="19">
                  <c:v>48200</c:v>
                </c:pt>
                <c:pt idx="20">
                  <c:v>48300</c:v>
                </c:pt>
                <c:pt idx="21">
                  <c:v>47700</c:v>
                </c:pt>
                <c:pt idx="22">
                  <c:v>47800</c:v>
                </c:pt>
                <c:pt idx="23">
                  <c:v>47900</c:v>
                </c:pt>
                <c:pt idx="24">
                  <c:v>48000</c:v>
                </c:pt>
                <c:pt idx="25">
                  <c:v>48100</c:v>
                </c:pt>
                <c:pt idx="26">
                  <c:v>48200</c:v>
                </c:pt>
                <c:pt idx="27">
                  <c:v>48300</c:v>
                </c:pt>
                <c:pt idx="28">
                  <c:v>47700</c:v>
                </c:pt>
                <c:pt idx="29">
                  <c:v>47800</c:v>
                </c:pt>
                <c:pt idx="30">
                  <c:v>47900</c:v>
                </c:pt>
                <c:pt idx="31">
                  <c:v>48000</c:v>
                </c:pt>
                <c:pt idx="32">
                  <c:v>48100</c:v>
                </c:pt>
                <c:pt idx="33">
                  <c:v>48200</c:v>
                </c:pt>
                <c:pt idx="34">
                  <c:v>48300</c:v>
                </c:pt>
                <c:pt idx="35">
                  <c:v>47700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Total!$J$1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Total!$J$3:$J$49997</c:f>
              <c:numCache>
                <c:formatCode>_(* #,##0_);_(* \(#,##0\);_(* "-"??_);_(@_)</c:formatCode>
                <c:ptCount val="36"/>
                <c:pt idx="0">
                  <c:v>48800</c:v>
                </c:pt>
                <c:pt idx="1">
                  <c:v>48900</c:v>
                </c:pt>
                <c:pt idx="2">
                  <c:v>49000</c:v>
                </c:pt>
                <c:pt idx="3">
                  <c:v>49100</c:v>
                </c:pt>
                <c:pt idx="4">
                  <c:v>49200</c:v>
                </c:pt>
                <c:pt idx="5">
                  <c:v>49300</c:v>
                </c:pt>
                <c:pt idx="6">
                  <c:v>48700</c:v>
                </c:pt>
                <c:pt idx="7">
                  <c:v>48800</c:v>
                </c:pt>
                <c:pt idx="8">
                  <c:v>48900</c:v>
                </c:pt>
                <c:pt idx="9">
                  <c:v>49000</c:v>
                </c:pt>
                <c:pt idx="10">
                  <c:v>49100</c:v>
                </c:pt>
                <c:pt idx="11">
                  <c:v>49200</c:v>
                </c:pt>
                <c:pt idx="12">
                  <c:v>49300</c:v>
                </c:pt>
                <c:pt idx="13">
                  <c:v>48700</c:v>
                </c:pt>
                <c:pt idx="14">
                  <c:v>48800</c:v>
                </c:pt>
                <c:pt idx="15">
                  <c:v>48900</c:v>
                </c:pt>
                <c:pt idx="16">
                  <c:v>49000</c:v>
                </c:pt>
                <c:pt idx="17">
                  <c:v>49100</c:v>
                </c:pt>
                <c:pt idx="18">
                  <c:v>49200</c:v>
                </c:pt>
                <c:pt idx="19">
                  <c:v>49300</c:v>
                </c:pt>
                <c:pt idx="20">
                  <c:v>48700</c:v>
                </c:pt>
                <c:pt idx="21">
                  <c:v>48800</c:v>
                </c:pt>
                <c:pt idx="22">
                  <c:v>48900</c:v>
                </c:pt>
                <c:pt idx="23">
                  <c:v>49000</c:v>
                </c:pt>
                <c:pt idx="24">
                  <c:v>49100</c:v>
                </c:pt>
                <c:pt idx="25">
                  <c:v>49200</c:v>
                </c:pt>
                <c:pt idx="26">
                  <c:v>49300</c:v>
                </c:pt>
                <c:pt idx="27">
                  <c:v>48700</c:v>
                </c:pt>
                <c:pt idx="28">
                  <c:v>48800</c:v>
                </c:pt>
                <c:pt idx="29">
                  <c:v>48900</c:v>
                </c:pt>
                <c:pt idx="30">
                  <c:v>49000</c:v>
                </c:pt>
                <c:pt idx="31">
                  <c:v>49100</c:v>
                </c:pt>
                <c:pt idx="32">
                  <c:v>49200</c:v>
                </c:pt>
                <c:pt idx="33">
                  <c:v>49300</c:v>
                </c:pt>
                <c:pt idx="34">
                  <c:v>48700</c:v>
                </c:pt>
                <c:pt idx="35">
                  <c:v>48800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Total!$T$1</c:f>
              <c:strCache>
                <c:ptCount val="1"/>
                <c:pt idx="0">
                  <c:v>Synthetic Series 10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Total!$T$3:$T$49997</c:f>
              <c:numCache>
                <c:formatCode>_(* #,##0_);_(* \(#,##0\);_(* "-"??_);_(@_)</c:formatCode>
                <c:ptCount val="36"/>
                <c:pt idx="0">
                  <c:v>49900</c:v>
                </c:pt>
                <c:pt idx="1">
                  <c:v>50000</c:v>
                </c:pt>
                <c:pt idx="2">
                  <c:v>50100</c:v>
                </c:pt>
                <c:pt idx="3">
                  <c:v>50200</c:v>
                </c:pt>
                <c:pt idx="4">
                  <c:v>50300</c:v>
                </c:pt>
                <c:pt idx="5">
                  <c:v>49700</c:v>
                </c:pt>
                <c:pt idx="6">
                  <c:v>49800</c:v>
                </c:pt>
                <c:pt idx="7">
                  <c:v>49900</c:v>
                </c:pt>
                <c:pt idx="8">
                  <c:v>50000</c:v>
                </c:pt>
                <c:pt idx="9">
                  <c:v>50100</c:v>
                </c:pt>
                <c:pt idx="10">
                  <c:v>50200</c:v>
                </c:pt>
                <c:pt idx="11">
                  <c:v>50300</c:v>
                </c:pt>
                <c:pt idx="12">
                  <c:v>49700</c:v>
                </c:pt>
                <c:pt idx="13">
                  <c:v>49800</c:v>
                </c:pt>
                <c:pt idx="14">
                  <c:v>49900</c:v>
                </c:pt>
                <c:pt idx="15">
                  <c:v>50000</c:v>
                </c:pt>
                <c:pt idx="16">
                  <c:v>50100</c:v>
                </c:pt>
                <c:pt idx="17">
                  <c:v>50200</c:v>
                </c:pt>
                <c:pt idx="18">
                  <c:v>50300</c:v>
                </c:pt>
                <c:pt idx="19">
                  <c:v>49700</c:v>
                </c:pt>
                <c:pt idx="20">
                  <c:v>49800</c:v>
                </c:pt>
                <c:pt idx="21">
                  <c:v>49900</c:v>
                </c:pt>
                <c:pt idx="22">
                  <c:v>50000</c:v>
                </c:pt>
                <c:pt idx="23">
                  <c:v>50100</c:v>
                </c:pt>
                <c:pt idx="24">
                  <c:v>50200</c:v>
                </c:pt>
                <c:pt idx="25">
                  <c:v>50300</c:v>
                </c:pt>
                <c:pt idx="26">
                  <c:v>49700</c:v>
                </c:pt>
                <c:pt idx="27">
                  <c:v>49800</c:v>
                </c:pt>
                <c:pt idx="28">
                  <c:v>49900</c:v>
                </c:pt>
                <c:pt idx="29">
                  <c:v>50000</c:v>
                </c:pt>
                <c:pt idx="30">
                  <c:v>50100</c:v>
                </c:pt>
                <c:pt idx="31">
                  <c:v>50200</c:v>
                </c:pt>
                <c:pt idx="32">
                  <c:v>50300</c:v>
                </c:pt>
                <c:pt idx="33">
                  <c:v>49700</c:v>
                </c:pt>
                <c:pt idx="34">
                  <c:v>49800</c:v>
                </c:pt>
                <c:pt idx="35">
                  <c:v>49900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Total!$M$1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Total!$M$3:$M$49997</c:f>
              <c:numCache>
                <c:formatCode>_(* #,##0_);_(* \(#,##0\);_(* "-"??_);_(@_)</c:formatCode>
                <c:ptCount val="36"/>
                <c:pt idx="0">
                  <c:v>51000</c:v>
                </c:pt>
                <c:pt idx="1">
                  <c:v>51100</c:v>
                </c:pt>
                <c:pt idx="2">
                  <c:v>51200</c:v>
                </c:pt>
                <c:pt idx="3">
                  <c:v>51300</c:v>
                </c:pt>
                <c:pt idx="4">
                  <c:v>50700</c:v>
                </c:pt>
                <c:pt idx="5">
                  <c:v>50800</c:v>
                </c:pt>
                <c:pt idx="6">
                  <c:v>50900</c:v>
                </c:pt>
                <c:pt idx="7">
                  <c:v>51000</c:v>
                </c:pt>
                <c:pt idx="8">
                  <c:v>51100</c:v>
                </c:pt>
                <c:pt idx="9">
                  <c:v>51200</c:v>
                </c:pt>
                <c:pt idx="10">
                  <c:v>51300</c:v>
                </c:pt>
                <c:pt idx="11">
                  <c:v>50700</c:v>
                </c:pt>
                <c:pt idx="12">
                  <c:v>50800</c:v>
                </c:pt>
                <c:pt idx="13">
                  <c:v>50900</c:v>
                </c:pt>
                <c:pt idx="14">
                  <c:v>51000</c:v>
                </c:pt>
                <c:pt idx="15">
                  <c:v>51100</c:v>
                </c:pt>
                <c:pt idx="16">
                  <c:v>51200</c:v>
                </c:pt>
                <c:pt idx="17">
                  <c:v>51300</c:v>
                </c:pt>
                <c:pt idx="18">
                  <c:v>50700</c:v>
                </c:pt>
                <c:pt idx="19">
                  <c:v>50800</c:v>
                </c:pt>
                <c:pt idx="20">
                  <c:v>50900</c:v>
                </c:pt>
                <c:pt idx="21">
                  <c:v>51000</c:v>
                </c:pt>
                <c:pt idx="22">
                  <c:v>51100</c:v>
                </c:pt>
                <c:pt idx="23">
                  <c:v>51200</c:v>
                </c:pt>
                <c:pt idx="24">
                  <c:v>51300</c:v>
                </c:pt>
                <c:pt idx="25">
                  <c:v>50700</c:v>
                </c:pt>
                <c:pt idx="26">
                  <c:v>50800</c:v>
                </c:pt>
                <c:pt idx="27">
                  <c:v>50900</c:v>
                </c:pt>
                <c:pt idx="28">
                  <c:v>51000</c:v>
                </c:pt>
                <c:pt idx="29">
                  <c:v>51100</c:v>
                </c:pt>
                <c:pt idx="30">
                  <c:v>51200</c:v>
                </c:pt>
                <c:pt idx="31">
                  <c:v>51300</c:v>
                </c:pt>
                <c:pt idx="32">
                  <c:v>50700</c:v>
                </c:pt>
                <c:pt idx="33">
                  <c:v>50800</c:v>
                </c:pt>
                <c:pt idx="34">
                  <c:v>50900</c:v>
                </c:pt>
                <c:pt idx="35">
                  <c:v>51000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Total!$O$1</c:f>
              <c:strCache>
                <c:ptCount val="1"/>
                <c:pt idx="0">
                  <c:v>Synthetic Series 12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Total!$O$3:$O$49997</c:f>
              <c:numCache>
                <c:formatCode>_(* #,##0_);_(* \(#,##0\);_(* "-"??_);_(@_)</c:formatCode>
                <c:ptCount val="36"/>
                <c:pt idx="0">
                  <c:v>52100</c:v>
                </c:pt>
                <c:pt idx="1">
                  <c:v>52200</c:v>
                </c:pt>
                <c:pt idx="2">
                  <c:v>52300</c:v>
                </c:pt>
                <c:pt idx="3">
                  <c:v>51700</c:v>
                </c:pt>
                <c:pt idx="4">
                  <c:v>51800</c:v>
                </c:pt>
                <c:pt idx="5">
                  <c:v>51900</c:v>
                </c:pt>
                <c:pt idx="6">
                  <c:v>52000</c:v>
                </c:pt>
                <c:pt idx="7">
                  <c:v>52100</c:v>
                </c:pt>
                <c:pt idx="8">
                  <c:v>52200</c:v>
                </c:pt>
                <c:pt idx="9">
                  <c:v>52300</c:v>
                </c:pt>
                <c:pt idx="10">
                  <c:v>51700</c:v>
                </c:pt>
                <c:pt idx="11">
                  <c:v>51800</c:v>
                </c:pt>
                <c:pt idx="12">
                  <c:v>51900</c:v>
                </c:pt>
                <c:pt idx="13">
                  <c:v>52000</c:v>
                </c:pt>
                <c:pt idx="14">
                  <c:v>52100</c:v>
                </c:pt>
                <c:pt idx="15">
                  <c:v>52200</c:v>
                </c:pt>
                <c:pt idx="16">
                  <c:v>52300</c:v>
                </c:pt>
                <c:pt idx="17">
                  <c:v>51700</c:v>
                </c:pt>
                <c:pt idx="18">
                  <c:v>51800</c:v>
                </c:pt>
                <c:pt idx="19">
                  <c:v>51900</c:v>
                </c:pt>
                <c:pt idx="20">
                  <c:v>52000</c:v>
                </c:pt>
                <c:pt idx="21">
                  <c:v>52100</c:v>
                </c:pt>
                <c:pt idx="22">
                  <c:v>52200</c:v>
                </c:pt>
                <c:pt idx="23">
                  <c:v>52300</c:v>
                </c:pt>
                <c:pt idx="24">
                  <c:v>51700</c:v>
                </c:pt>
                <c:pt idx="25">
                  <c:v>51800</c:v>
                </c:pt>
                <c:pt idx="26">
                  <c:v>51900</c:v>
                </c:pt>
                <c:pt idx="27">
                  <c:v>52000</c:v>
                </c:pt>
                <c:pt idx="28">
                  <c:v>52100</c:v>
                </c:pt>
                <c:pt idx="29">
                  <c:v>52200</c:v>
                </c:pt>
                <c:pt idx="30">
                  <c:v>52300</c:v>
                </c:pt>
                <c:pt idx="31">
                  <c:v>51700</c:v>
                </c:pt>
                <c:pt idx="32">
                  <c:v>51800</c:v>
                </c:pt>
                <c:pt idx="33">
                  <c:v>51900</c:v>
                </c:pt>
                <c:pt idx="34">
                  <c:v>52000</c:v>
                </c:pt>
                <c:pt idx="35">
                  <c:v>52100</c:v>
                </c:pt>
              </c:numCache>
            </c:numRef>
          </c:val>
          <c:smooth val="0"/>
        </c:ser>
        <c:ser>
          <c:idx val="12"/>
          <c:order val="12"/>
          <c:tx>
            <c:strRef>
              <c:f>Total!$N$1</c:f>
              <c:strCache>
                <c:ptCount val="1"/>
                <c:pt idx="0">
                  <c:v>Synthetic Series 13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Total!$N$3:$N$49997</c:f>
              <c:numCache>
                <c:formatCode>_(* #,##0_);_(* \(#,##0\);_(* "-"??_);_(@_)</c:formatCode>
                <c:ptCount val="36"/>
                <c:pt idx="0">
                  <c:v>53200</c:v>
                </c:pt>
                <c:pt idx="1">
                  <c:v>53300</c:v>
                </c:pt>
                <c:pt idx="2">
                  <c:v>52700</c:v>
                </c:pt>
                <c:pt idx="3">
                  <c:v>52800</c:v>
                </c:pt>
                <c:pt idx="4">
                  <c:v>52900</c:v>
                </c:pt>
                <c:pt idx="5">
                  <c:v>53000</c:v>
                </c:pt>
                <c:pt idx="6">
                  <c:v>53100</c:v>
                </c:pt>
                <c:pt idx="7">
                  <c:v>53200</c:v>
                </c:pt>
                <c:pt idx="8">
                  <c:v>53300</c:v>
                </c:pt>
                <c:pt idx="9">
                  <c:v>52700</c:v>
                </c:pt>
                <c:pt idx="10">
                  <c:v>52800</c:v>
                </c:pt>
                <c:pt idx="11">
                  <c:v>52900</c:v>
                </c:pt>
                <c:pt idx="12">
                  <c:v>53000</c:v>
                </c:pt>
                <c:pt idx="13">
                  <c:v>53100</c:v>
                </c:pt>
                <c:pt idx="14">
                  <c:v>53200</c:v>
                </c:pt>
                <c:pt idx="15">
                  <c:v>53300</c:v>
                </c:pt>
                <c:pt idx="16">
                  <c:v>52700</c:v>
                </c:pt>
                <c:pt idx="17">
                  <c:v>52800</c:v>
                </c:pt>
                <c:pt idx="18">
                  <c:v>52900</c:v>
                </c:pt>
                <c:pt idx="19">
                  <c:v>53000</c:v>
                </c:pt>
                <c:pt idx="20">
                  <c:v>53100</c:v>
                </c:pt>
                <c:pt idx="21">
                  <c:v>53200</c:v>
                </c:pt>
                <c:pt idx="22">
                  <c:v>53300</c:v>
                </c:pt>
                <c:pt idx="23">
                  <c:v>52700</c:v>
                </c:pt>
                <c:pt idx="24">
                  <c:v>52800</c:v>
                </c:pt>
                <c:pt idx="25">
                  <c:v>52900</c:v>
                </c:pt>
                <c:pt idx="26">
                  <c:v>53000</c:v>
                </c:pt>
                <c:pt idx="27">
                  <c:v>53100</c:v>
                </c:pt>
                <c:pt idx="28">
                  <c:v>53200</c:v>
                </c:pt>
                <c:pt idx="29">
                  <c:v>53300</c:v>
                </c:pt>
                <c:pt idx="30">
                  <c:v>52700</c:v>
                </c:pt>
                <c:pt idx="31">
                  <c:v>52800</c:v>
                </c:pt>
                <c:pt idx="32">
                  <c:v>52900</c:v>
                </c:pt>
                <c:pt idx="33">
                  <c:v>53000</c:v>
                </c:pt>
                <c:pt idx="34">
                  <c:v>53100</c:v>
                </c:pt>
                <c:pt idx="35">
                  <c:v>53200</c:v>
                </c:pt>
              </c:numCache>
            </c:numRef>
          </c:val>
          <c:smooth val="0"/>
        </c:ser>
        <c:ser>
          <c:idx val="13"/>
          <c:order val="13"/>
          <c:tx>
            <c:strRef>
              <c:f>Total!$U$1</c:f>
              <c:strCache>
                <c:ptCount val="1"/>
                <c:pt idx="0">
                  <c:v>Synthetic Series 14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Total!$U$3:$U$9997</c:f>
              <c:numCache>
                <c:formatCode>_(* #,##0_);_(* \(#,##0\);_(* "-"??_);_(@_)</c:formatCode>
                <c:ptCount val="36"/>
                <c:pt idx="0">
                  <c:v>54300</c:v>
                </c:pt>
                <c:pt idx="1">
                  <c:v>53700</c:v>
                </c:pt>
                <c:pt idx="2">
                  <c:v>53800</c:v>
                </c:pt>
                <c:pt idx="3">
                  <c:v>53900</c:v>
                </c:pt>
                <c:pt idx="4">
                  <c:v>54000</c:v>
                </c:pt>
                <c:pt idx="5">
                  <c:v>54100</c:v>
                </c:pt>
                <c:pt idx="6">
                  <c:v>54200</c:v>
                </c:pt>
                <c:pt idx="7">
                  <c:v>54300</c:v>
                </c:pt>
                <c:pt idx="8">
                  <c:v>53700</c:v>
                </c:pt>
                <c:pt idx="9">
                  <c:v>53800</c:v>
                </c:pt>
                <c:pt idx="10">
                  <c:v>53900</c:v>
                </c:pt>
                <c:pt idx="11">
                  <c:v>54000</c:v>
                </c:pt>
                <c:pt idx="12">
                  <c:v>54100</c:v>
                </c:pt>
                <c:pt idx="13">
                  <c:v>54200</c:v>
                </c:pt>
                <c:pt idx="14">
                  <c:v>54300</c:v>
                </c:pt>
                <c:pt idx="15">
                  <c:v>53700</c:v>
                </c:pt>
                <c:pt idx="16">
                  <c:v>53800</c:v>
                </c:pt>
                <c:pt idx="17">
                  <c:v>53900</c:v>
                </c:pt>
                <c:pt idx="18">
                  <c:v>54000</c:v>
                </c:pt>
                <c:pt idx="19">
                  <c:v>54100</c:v>
                </c:pt>
                <c:pt idx="20">
                  <c:v>54200</c:v>
                </c:pt>
                <c:pt idx="21">
                  <c:v>54300</c:v>
                </c:pt>
                <c:pt idx="22">
                  <c:v>53700</c:v>
                </c:pt>
                <c:pt idx="23">
                  <c:v>53800</c:v>
                </c:pt>
                <c:pt idx="24">
                  <c:v>53900</c:v>
                </c:pt>
                <c:pt idx="25">
                  <c:v>54000</c:v>
                </c:pt>
                <c:pt idx="26">
                  <c:v>54100</c:v>
                </c:pt>
                <c:pt idx="27">
                  <c:v>54200</c:v>
                </c:pt>
                <c:pt idx="28">
                  <c:v>54300</c:v>
                </c:pt>
                <c:pt idx="29">
                  <c:v>53700</c:v>
                </c:pt>
                <c:pt idx="30">
                  <c:v>53800</c:v>
                </c:pt>
                <c:pt idx="31">
                  <c:v>53900</c:v>
                </c:pt>
                <c:pt idx="32">
                  <c:v>54000</c:v>
                </c:pt>
                <c:pt idx="33">
                  <c:v>54100</c:v>
                </c:pt>
                <c:pt idx="34">
                  <c:v>54200</c:v>
                </c:pt>
                <c:pt idx="35">
                  <c:v>54300</c:v>
                </c:pt>
              </c:numCache>
            </c:numRef>
          </c:val>
          <c:smooth val="0"/>
        </c:ser>
        <c:ser>
          <c:idx val="14"/>
          <c:order val="14"/>
          <c:tx>
            <c:strRef>
              <c:f>Total!$V$1</c:f>
              <c:strCache>
                <c:ptCount val="1"/>
                <c:pt idx="0">
                  <c:v>Synthetic Series 15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Total!$V$3:$V$99997</c:f>
              <c:numCache>
                <c:formatCode>_(* #,##0_);_(* \(#,##0\);_(* "-"??_);_(@_)</c:formatCode>
                <c:ptCount val="36"/>
                <c:pt idx="0">
                  <c:v>54700</c:v>
                </c:pt>
                <c:pt idx="1">
                  <c:v>54800</c:v>
                </c:pt>
                <c:pt idx="2">
                  <c:v>54900</c:v>
                </c:pt>
                <c:pt idx="3">
                  <c:v>55000</c:v>
                </c:pt>
                <c:pt idx="4">
                  <c:v>55100</c:v>
                </c:pt>
                <c:pt idx="5">
                  <c:v>55200</c:v>
                </c:pt>
                <c:pt idx="6">
                  <c:v>55300</c:v>
                </c:pt>
                <c:pt idx="7">
                  <c:v>54700</c:v>
                </c:pt>
                <c:pt idx="8">
                  <c:v>54800</c:v>
                </c:pt>
                <c:pt idx="9">
                  <c:v>54900</c:v>
                </c:pt>
                <c:pt idx="10">
                  <c:v>55000</c:v>
                </c:pt>
                <c:pt idx="11">
                  <c:v>55100</c:v>
                </c:pt>
                <c:pt idx="12">
                  <c:v>55200</c:v>
                </c:pt>
                <c:pt idx="13">
                  <c:v>55300</c:v>
                </c:pt>
                <c:pt idx="14">
                  <c:v>54700</c:v>
                </c:pt>
                <c:pt idx="15">
                  <c:v>54800</c:v>
                </c:pt>
                <c:pt idx="16">
                  <c:v>54900</c:v>
                </c:pt>
                <c:pt idx="17">
                  <c:v>55000</c:v>
                </c:pt>
                <c:pt idx="18">
                  <c:v>55100</c:v>
                </c:pt>
                <c:pt idx="19">
                  <c:v>55200</c:v>
                </c:pt>
                <c:pt idx="20">
                  <c:v>55300</c:v>
                </c:pt>
                <c:pt idx="21">
                  <c:v>54700</c:v>
                </c:pt>
                <c:pt idx="22">
                  <c:v>54800</c:v>
                </c:pt>
                <c:pt idx="23">
                  <c:v>54900</c:v>
                </c:pt>
                <c:pt idx="24">
                  <c:v>55000</c:v>
                </c:pt>
                <c:pt idx="25">
                  <c:v>55100</c:v>
                </c:pt>
                <c:pt idx="26">
                  <c:v>55200</c:v>
                </c:pt>
                <c:pt idx="27">
                  <c:v>55300</c:v>
                </c:pt>
                <c:pt idx="28">
                  <c:v>54700</c:v>
                </c:pt>
                <c:pt idx="29">
                  <c:v>54800</c:v>
                </c:pt>
                <c:pt idx="30">
                  <c:v>54900</c:v>
                </c:pt>
                <c:pt idx="31">
                  <c:v>55000</c:v>
                </c:pt>
                <c:pt idx="32">
                  <c:v>55100</c:v>
                </c:pt>
                <c:pt idx="33">
                  <c:v>55200</c:v>
                </c:pt>
                <c:pt idx="34">
                  <c:v>55300</c:v>
                </c:pt>
                <c:pt idx="35">
                  <c:v>54700</c:v>
                </c:pt>
              </c:numCache>
            </c:numRef>
          </c:val>
          <c:smooth val="0"/>
        </c:ser>
        <c:ser>
          <c:idx val="15"/>
          <c:order val="15"/>
          <c:tx>
            <c:strRef>
              <c:f>Total!$I$1</c:f>
              <c:strCache>
                <c:ptCount val="1"/>
                <c:pt idx="0">
                  <c:v>Synthetic Series 16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Total!$I$3:$I$9997</c:f>
              <c:numCache>
                <c:formatCode>_(* #,##0_);_(* \(#,##0\);_(* "-"??_);_(@_)</c:formatCode>
                <c:ptCount val="36"/>
                <c:pt idx="0">
                  <c:v>55800</c:v>
                </c:pt>
                <c:pt idx="1">
                  <c:v>55900</c:v>
                </c:pt>
                <c:pt idx="2">
                  <c:v>56000</c:v>
                </c:pt>
                <c:pt idx="3">
                  <c:v>56100</c:v>
                </c:pt>
                <c:pt idx="4">
                  <c:v>56200</c:v>
                </c:pt>
                <c:pt idx="5">
                  <c:v>56300</c:v>
                </c:pt>
                <c:pt idx="6">
                  <c:v>55700</c:v>
                </c:pt>
                <c:pt idx="7">
                  <c:v>55800</c:v>
                </c:pt>
                <c:pt idx="8">
                  <c:v>55900</c:v>
                </c:pt>
                <c:pt idx="9">
                  <c:v>56000</c:v>
                </c:pt>
                <c:pt idx="10">
                  <c:v>56100</c:v>
                </c:pt>
                <c:pt idx="11">
                  <c:v>56200</c:v>
                </c:pt>
                <c:pt idx="12">
                  <c:v>56300</c:v>
                </c:pt>
                <c:pt idx="13">
                  <c:v>55700</c:v>
                </c:pt>
                <c:pt idx="14">
                  <c:v>55800</c:v>
                </c:pt>
                <c:pt idx="15">
                  <c:v>55900</c:v>
                </c:pt>
                <c:pt idx="16">
                  <c:v>56000</c:v>
                </c:pt>
                <c:pt idx="17">
                  <c:v>56100</c:v>
                </c:pt>
                <c:pt idx="18">
                  <c:v>56200</c:v>
                </c:pt>
                <c:pt idx="19">
                  <c:v>56300</c:v>
                </c:pt>
                <c:pt idx="20">
                  <c:v>55700</c:v>
                </c:pt>
                <c:pt idx="21">
                  <c:v>55800</c:v>
                </c:pt>
                <c:pt idx="22">
                  <c:v>55900</c:v>
                </c:pt>
                <c:pt idx="23">
                  <c:v>56000</c:v>
                </c:pt>
                <c:pt idx="24">
                  <c:v>56100</c:v>
                </c:pt>
                <c:pt idx="25">
                  <c:v>56200</c:v>
                </c:pt>
                <c:pt idx="26">
                  <c:v>56300</c:v>
                </c:pt>
                <c:pt idx="27">
                  <c:v>55700</c:v>
                </c:pt>
                <c:pt idx="28">
                  <c:v>55800</c:v>
                </c:pt>
                <c:pt idx="29">
                  <c:v>55900</c:v>
                </c:pt>
                <c:pt idx="30">
                  <c:v>56000</c:v>
                </c:pt>
                <c:pt idx="31">
                  <c:v>56100</c:v>
                </c:pt>
                <c:pt idx="32">
                  <c:v>56200</c:v>
                </c:pt>
                <c:pt idx="33">
                  <c:v>56300</c:v>
                </c:pt>
                <c:pt idx="34">
                  <c:v>55700</c:v>
                </c:pt>
                <c:pt idx="35">
                  <c:v>55800</c:v>
                </c:pt>
              </c:numCache>
            </c:numRef>
          </c:val>
          <c:smooth val="0"/>
        </c:ser>
        <c:ser>
          <c:idx val="16"/>
          <c:order val="16"/>
          <c:tx>
            <c:strRef>
              <c:f>Total!$C$1</c:f>
              <c:strCache>
                <c:ptCount val="1"/>
                <c:pt idx="0">
                  <c:v>Synthetic Series 17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Total!$C$3:$C$100</c:f>
              <c:numCache>
                <c:formatCode>_(* #,##0_);_(* \(#,##0\);_(* "-"??_);_(@_)</c:formatCode>
                <c:ptCount val="36"/>
                <c:pt idx="0">
                  <c:v>56900</c:v>
                </c:pt>
                <c:pt idx="1">
                  <c:v>57000</c:v>
                </c:pt>
                <c:pt idx="2">
                  <c:v>57100</c:v>
                </c:pt>
                <c:pt idx="3">
                  <c:v>57200</c:v>
                </c:pt>
                <c:pt idx="4">
                  <c:v>57300</c:v>
                </c:pt>
                <c:pt idx="5">
                  <c:v>56700</c:v>
                </c:pt>
                <c:pt idx="6">
                  <c:v>56800</c:v>
                </c:pt>
                <c:pt idx="7">
                  <c:v>56900</c:v>
                </c:pt>
                <c:pt idx="8">
                  <c:v>57000</c:v>
                </c:pt>
                <c:pt idx="9">
                  <c:v>57100</c:v>
                </c:pt>
                <c:pt idx="10">
                  <c:v>57200</c:v>
                </c:pt>
                <c:pt idx="11">
                  <c:v>57300</c:v>
                </c:pt>
                <c:pt idx="12">
                  <c:v>56700</c:v>
                </c:pt>
                <c:pt idx="13">
                  <c:v>56800</c:v>
                </c:pt>
                <c:pt idx="14">
                  <c:v>56900</c:v>
                </c:pt>
                <c:pt idx="15">
                  <c:v>57000</c:v>
                </c:pt>
                <c:pt idx="16">
                  <c:v>57100</c:v>
                </c:pt>
                <c:pt idx="17">
                  <c:v>57200</c:v>
                </c:pt>
                <c:pt idx="18">
                  <c:v>57300</c:v>
                </c:pt>
                <c:pt idx="19">
                  <c:v>56700</c:v>
                </c:pt>
                <c:pt idx="20">
                  <c:v>56800</c:v>
                </c:pt>
                <c:pt idx="21">
                  <c:v>56900</c:v>
                </c:pt>
                <c:pt idx="22">
                  <c:v>57000</c:v>
                </c:pt>
                <c:pt idx="23">
                  <c:v>57100</c:v>
                </c:pt>
                <c:pt idx="24">
                  <c:v>57200</c:v>
                </c:pt>
                <c:pt idx="25">
                  <c:v>57300</c:v>
                </c:pt>
                <c:pt idx="26">
                  <c:v>56700</c:v>
                </c:pt>
                <c:pt idx="27">
                  <c:v>56800</c:v>
                </c:pt>
                <c:pt idx="28">
                  <c:v>56900</c:v>
                </c:pt>
                <c:pt idx="29">
                  <c:v>57000</c:v>
                </c:pt>
                <c:pt idx="30">
                  <c:v>57100</c:v>
                </c:pt>
                <c:pt idx="31">
                  <c:v>57200</c:v>
                </c:pt>
                <c:pt idx="32">
                  <c:v>57300</c:v>
                </c:pt>
                <c:pt idx="33">
                  <c:v>56700</c:v>
                </c:pt>
                <c:pt idx="34">
                  <c:v>56800</c:v>
                </c:pt>
                <c:pt idx="35">
                  <c:v>56900</c:v>
                </c:pt>
              </c:numCache>
            </c:numRef>
          </c:val>
          <c:smooth val="0"/>
        </c:ser>
        <c:ser>
          <c:idx val="17"/>
          <c:order val="17"/>
          <c:tx>
            <c:strRef>
              <c:f>Total!$G$1</c:f>
              <c:strCache>
                <c:ptCount val="1"/>
                <c:pt idx="0">
                  <c:v>Synthetic Series 18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Total!$G$3:$G$100</c:f>
              <c:numCache>
                <c:formatCode>_(* #,##0_);_(* \(#,##0\);_(* "-"??_);_(@_)</c:formatCode>
                <c:ptCount val="36"/>
                <c:pt idx="0">
                  <c:v>58000</c:v>
                </c:pt>
                <c:pt idx="1">
                  <c:v>58100</c:v>
                </c:pt>
                <c:pt idx="2">
                  <c:v>58200</c:v>
                </c:pt>
                <c:pt idx="3">
                  <c:v>58300</c:v>
                </c:pt>
                <c:pt idx="4">
                  <c:v>57700</c:v>
                </c:pt>
                <c:pt idx="5">
                  <c:v>57800</c:v>
                </c:pt>
                <c:pt idx="6">
                  <c:v>57900</c:v>
                </c:pt>
                <c:pt idx="7">
                  <c:v>58000</c:v>
                </c:pt>
                <c:pt idx="8">
                  <c:v>58100</c:v>
                </c:pt>
                <c:pt idx="9">
                  <c:v>58200</c:v>
                </c:pt>
                <c:pt idx="10">
                  <c:v>58300</c:v>
                </c:pt>
                <c:pt idx="11">
                  <c:v>57700</c:v>
                </c:pt>
                <c:pt idx="12">
                  <c:v>57800</c:v>
                </c:pt>
                <c:pt idx="13">
                  <c:v>57900</c:v>
                </c:pt>
                <c:pt idx="14">
                  <c:v>58000</c:v>
                </c:pt>
                <c:pt idx="15">
                  <c:v>58100</c:v>
                </c:pt>
                <c:pt idx="16">
                  <c:v>58200</c:v>
                </c:pt>
                <c:pt idx="17">
                  <c:v>58300</c:v>
                </c:pt>
                <c:pt idx="18">
                  <c:v>57700</c:v>
                </c:pt>
                <c:pt idx="19">
                  <c:v>57800</c:v>
                </c:pt>
                <c:pt idx="20">
                  <c:v>57900</c:v>
                </c:pt>
                <c:pt idx="21">
                  <c:v>58000</c:v>
                </c:pt>
                <c:pt idx="22">
                  <c:v>58100</c:v>
                </c:pt>
                <c:pt idx="23">
                  <c:v>58200</c:v>
                </c:pt>
                <c:pt idx="24">
                  <c:v>58300</c:v>
                </c:pt>
                <c:pt idx="25">
                  <c:v>57700</c:v>
                </c:pt>
                <c:pt idx="26">
                  <c:v>57800</c:v>
                </c:pt>
                <c:pt idx="27">
                  <c:v>57900</c:v>
                </c:pt>
                <c:pt idx="28">
                  <c:v>58000</c:v>
                </c:pt>
                <c:pt idx="29">
                  <c:v>58100</c:v>
                </c:pt>
                <c:pt idx="30">
                  <c:v>58200</c:v>
                </c:pt>
                <c:pt idx="31">
                  <c:v>58300</c:v>
                </c:pt>
                <c:pt idx="32">
                  <c:v>57700</c:v>
                </c:pt>
                <c:pt idx="33">
                  <c:v>57800</c:v>
                </c:pt>
                <c:pt idx="34">
                  <c:v>57900</c:v>
                </c:pt>
                <c:pt idx="35">
                  <c:v>58000</c:v>
                </c:pt>
              </c:numCache>
            </c:numRef>
          </c:val>
          <c:smooth val="0"/>
        </c:ser>
        <c:ser>
          <c:idx val="18"/>
          <c:order val="18"/>
          <c:tx>
            <c:strRef>
              <c:f>Total!$L$1</c:f>
              <c:strCache>
                <c:ptCount val="1"/>
                <c:pt idx="0">
                  <c:v>Synthetic Series 19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Total!$L$3:$L$100</c:f>
              <c:numCache>
                <c:formatCode>_(* #,##0_);_(* \(#,##0\);_(* "-"??_);_(@_)</c:formatCode>
                <c:ptCount val="36"/>
                <c:pt idx="0">
                  <c:v>59100</c:v>
                </c:pt>
                <c:pt idx="1">
                  <c:v>59200</c:v>
                </c:pt>
                <c:pt idx="2">
                  <c:v>59300</c:v>
                </c:pt>
                <c:pt idx="3">
                  <c:v>58700</c:v>
                </c:pt>
                <c:pt idx="4">
                  <c:v>58800</c:v>
                </c:pt>
                <c:pt idx="5">
                  <c:v>58900</c:v>
                </c:pt>
                <c:pt idx="6">
                  <c:v>59000</c:v>
                </c:pt>
                <c:pt idx="7">
                  <c:v>59100</c:v>
                </c:pt>
                <c:pt idx="8">
                  <c:v>59200</c:v>
                </c:pt>
                <c:pt idx="9">
                  <c:v>59300</c:v>
                </c:pt>
                <c:pt idx="10">
                  <c:v>58700</c:v>
                </c:pt>
                <c:pt idx="11">
                  <c:v>58800</c:v>
                </c:pt>
                <c:pt idx="12">
                  <c:v>58900</c:v>
                </c:pt>
                <c:pt idx="13">
                  <c:v>59000</c:v>
                </c:pt>
                <c:pt idx="14">
                  <c:v>59100</c:v>
                </c:pt>
                <c:pt idx="15">
                  <c:v>59200</c:v>
                </c:pt>
                <c:pt idx="16">
                  <c:v>59300</c:v>
                </c:pt>
                <c:pt idx="17">
                  <c:v>58700</c:v>
                </c:pt>
                <c:pt idx="18">
                  <c:v>58800</c:v>
                </c:pt>
                <c:pt idx="19">
                  <c:v>58900</c:v>
                </c:pt>
                <c:pt idx="20">
                  <c:v>59000</c:v>
                </c:pt>
                <c:pt idx="21">
                  <c:v>59100</c:v>
                </c:pt>
                <c:pt idx="22">
                  <c:v>59200</c:v>
                </c:pt>
                <c:pt idx="23">
                  <c:v>59300</c:v>
                </c:pt>
                <c:pt idx="24">
                  <c:v>58700</c:v>
                </c:pt>
                <c:pt idx="25">
                  <c:v>58800</c:v>
                </c:pt>
                <c:pt idx="26">
                  <c:v>58900</c:v>
                </c:pt>
                <c:pt idx="27">
                  <c:v>59000</c:v>
                </c:pt>
                <c:pt idx="28">
                  <c:v>59100</c:v>
                </c:pt>
                <c:pt idx="29">
                  <c:v>59200</c:v>
                </c:pt>
                <c:pt idx="30">
                  <c:v>59300</c:v>
                </c:pt>
                <c:pt idx="31">
                  <c:v>58700</c:v>
                </c:pt>
                <c:pt idx="32">
                  <c:v>58800</c:v>
                </c:pt>
                <c:pt idx="33">
                  <c:v>58900</c:v>
                </c:pt>
                <c:pt idx="34">
                  <c:v>59000</c:v>
                </c:pt>
                <c:pt idx="35">
                  <c:v>59100</c:v>
                </c:pt>
              </c:numCache>
            </c:numRef>
          </c:val>
          <c:smooth val="0"/>
        </c:ser>
        <c:ser>
          <c:idx val="19"/>
          <c:order val="19"/>
          <c:tx>
            <c:strRef>
              <c:f>Total!$H$1</c:f>
              <c:strCache>
                <c:ptCount val="1"/>
                <c:pt idx="0">
                  <c:v>Synthetic Series 20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Total!$H$3:$H$491</c:f>
              <c:numCache>
                <c:formatCode>_(* #,##0_);_(* \(#,##0\);_(* "-"??_);_(@_)</c:formatCode>
                <c:ptCount val="36"/>
                <c:pt idx="0">
                  <c:v>60200</c:v>
                </c:pt>
                <c:pt idx="1">
                  <c:v>60300</c:v>
                </c:pt>
                <c:pt idx="2">
                  <c:v>59700</c:v>
                </c:pt>
                <c:pt idx="3">
                  <c:v>59800</c:v>
                </c:pt>
                <c:pt idx="4">
                  <c:v>59900</c:v>
                </c:pt>
                <c:pt idx="5">
                  <c:v>60000</c:v>
                </c:pt>
                <c:pt idx="6">
                  <c:v>60100</c:v>
                </c:pt>
                <c:pt idx="7">
                  <c:v>60200</c:v>
                </c:pt>
                <c:pt idx="8">
                  <c:v>60300</c:v>
                </c:pt>
                <c:pt idx="9">
                  <c:v>59700</c:v>
                </c:pt>
                <c:pt idx="10">
                  <c:v>59800</c:v>
                </c:pt>
                <c:pt idx="11">
                  <c:v>59900</c:v>
                </c:pt>
                <c:pt idx="12">
                  <c:v>60000</c:v>
                </c:pt>
                <c:pt idx="13">
                  <c:v>60100</c:v>
                </c:pt>
                <c:pt idx="14">
                  <c:v>60200</c:v>
                </c:pt>
                <c:pt idx="15">
                  <c:v>60300</c:v>
                </c:pt>
                <c:pt idx="16">
                  <c:v>59700</c:v>
                </c:pt>
                <c:pt idx="17">
                  <c:v>59800</c:v>
                </c:pt>
                <c:pt idx="18">
                  <c:v>59900</c:v>
                </c:pt>
                <c:pt idx="19">
                  <c:v>60000</c:v>
                </c:pt>
                <c:pt idx="20">
                  <c:v>60100</c:v>
                </c:pt>
                <c:pt idx="21">
                  <c:v>60200</c:v>
                </c:pt>
                <c:pt idx="22">
                  <c:v>60300</c:v>
                </c:pt>
                <c:pt idx="23">
                  <c:v>59700</c:v>
                </c:pt>
                <c:pt idx="24">
                  <c:v>59800</c:v>
                </c:pt>
                <c:pt idx="25">
                  <c:v>59900</c:v>
                </c:pt>
                <c:pt idx="26">
                  <c:v>60000</c:v>
                </c:pt>
                <c:pt idx="27">
                  <c:v>60100</c:v>
                </c:pt>
                <c:pt idx="28">
                  <c:v>60200</c:v>
                </c:pt>
                <c:pt idx="29">
                  <c:v>60300</c:v>
                </c:pt>
                <c:pt idx="30">
                  <c:v>59700</c:v>
                </c:pt>
                <c:pt idx="31">
                  <c:v>59800</c:v>
                </c:pt>
                <c:pt idx="32">
                  <c:v>59900</c:v>
                </c:pt>
                <c:pt idx="33">
                  <c:v>60000</c:v>
                </c:pt>
                <c:pt idx="34">
                  <c:v>60100</c:v>
                </c:pt>
                <c:pt idx="35">
                  <c:v>60200</c:v>
                </c:pt>
              </c:numCache>
            </c:numRef>
          </c:val>
          <c:smooth val="0"/>
        </c:ser>
        <c:ser>
          <c:idx val="20"/>
          <c:order val="20"/>
          <c:tx>
            <c:strRef>
              <c:f>Total!$Q$1</c:f>
              <c:strCache>
                <c:ptCount val="1"/>
                <c:pt idx="0">
                  <c:v>Synthetic Series 21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Total!$Q$3:$Q$358</c:f>
              <c:numCache>
                <c:formatCode>_(* #,##0_);_(* \(#,##0\);_(* "-"??_);_(@_)</c:formatCode>
                <c:ptCount val="36"/>
                <c:pt idx="0">
                  <c:v>61300</c:v>
                </c:pt>
                <c:pt idx="1">
                  <c:v>60700</c:v>
                </c:pt>
                <c:pt idx="2">
                  <c:v>60800</c:v>
                </c:pt>
                <c:pt idx="3">
                  <c:v>60900</c:v>
                </c:pt>
                <c:pt idx="4">
                  <c:v>61000</c:v>
                </c:pt>
                <c:pt idx="5">
                  <c:v>61100</c:v>
                </c:pt>
                <c:pt idx="6">
                  <c:v>61200</c:v>
                </c:pt>
                <c:pt idx="7">
                  <c:v>61300</c:v>
                </c:pt>
                <c:pt idx="8">
                  <c:v>60700</c:v>
                </c:pt>
                <c:pt idx="9">
                  <c:v>60800</c:v>
                </c:pt>
                <c:pt idx="10">
                  <c:v>60900</c:v>
                </c:pt>
                <c:pt idx="11">
                  <c:v>61000</c:v>
                </c:pt>
                <c:pt idx="12">
                  <c:v>61100</c:v>
                </c:pt>
                <c:pt idx="13">
                  <c:v>61200</c:v>
                </c:pt>
                <c:pt idx="14">
                  <c:v>61300</c:v>
                </c:pt>
                <c:pt idx="15">
                  <c:v>60700</c:v>
                </c:pt>
                <c:pt idx="16">
                  <c:v>60800</c:v>
                </c:pt>
                <c:pt idx="17">
                  <c:v>60900</c:v>
                </c:pt>
                <c:pt idx="18">
                  <c:v>61000</c:v>
                </c:pt>
                <c:pt idx="19">
                  <c:v>61100</c:v>
                </c:pt>
                <c:pt idx="20">
                  <c:v>61200</c:v>
                </c:pt>
                <c:pt idx="21">
                  <c:v>61300</c:v>
                </c:pt>
                <c:pt idx="22">
                  <c:v>60700</c:v>
                </c:pt>
                <c:pt idx="23">
                  <c:v>60800</c:v>
                </c:pt>
                <c:pt idx="24">
                  <c:v>60900</c:v>
                </c:pt>
                <c:pt idx="25">
                  <c:v>61000</c:v>
                </c:pt>
                <c:pt idx="26">
                  <c:v>61100</c:v>
                </c:pt>
                <c:pt idx="27">
                  <c:v>61200</c:v>
                </c:pt>
                <c:pt idx="28">
                  <c:v>61300</c:v>
                </c:pt>
                <c:pt idx="29">
                  <c:v>60700</c:v>
                </c:pt>
                <c:pt idx="30">
                  <c:v>60800</c:v>
                </c:pt>
                <c:pt idx="31">
                  <c:v>60900</c:v>
                </c:pt>
                <c:pt idx="32">
                  <c:v>61000</c:v>
                </c:pt>
                <c:pt idx="33">
                  <c:v>61100</c:v>
                </c:pt>
                <c:pt idx="34">
                  <c:v>61200</c:v>
                </c:pt>
                <c:pt idx="35">
                  <c:v>61300</c:v>
                </c:pt>
              </c:numCache>
            </c:numRef>
          </c:val>
          <c:smooth val="0"/>
        </c:ser>
        <c:ser>
          <c:idx val="21"/>
          <c:order val="21"/>
          <c:tx>
            <c:strRef>
              <c:f>Total!$W$1</c:f>
              <c:strCache>
                <c:ptCount val="1"/>
                <c:pt idx="0">
                  <c:v>Synthetic Series 22</c:v>
                </c:pt>
              </c:strCache>
            </c:strRef>
          </c:tx>
          <c:marker>
            <c:symbol val="none"/>
          </c:marker>
          <c:cat>
            <c:strRef>
              <c:f>Total!$A$3:$A$330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Total!$W$3:$W$304</c:f>
              <c:numCache>
                <c:formatCode>_(* #,##0_);_(* \(#,##0\);_(* "-"??_);_(@_)</c:formatCode>
                <c:ptCount val="36"/>
                <c:pt idx="0">
                  <c:v>61700</c:v>
                </c:pt>
                <c:pt idx="1">
                  <c:v>61800</c:v>
                </c:pt>
                <c:pt idx="2">
                  <c:v>61900</c:v>
                </c:pt>
                <c:pt idx="3">
                  <c:v>62000</c:v>
                </c:pt>
                <c:pt idx="4">
                  <c:v>62100</c:v>
                </c:pt>
                <c:pt idx="5">
                  <c:v>62200</c:v>
                </c:pt>
                <c:pt idx="6">
                  <c:v>62300</c:v>
                </c:pt>
                <c:pt idx="7">
                  <c:v>61700</c:v>
                </c:pt>
                <c:pt idx="8">
                  <c:v>61800</c:v>
                </c:pt>
                <c:pt idx="9">
                  <c:v>61900</c:v>
                </c:pt>
                <c:pt idx="10">
                  <c:v>62000</c:v>
                </c:pt>
                <c:pt idx="11">
                  <c:v>62100</c:v>
                </c:pt>
                <c:pt idx="12">
                  <c:v>62200</c:v>
                </c:pt>
                <c:pt idx="13">
                  <c:v>62300</c:v>
                </c:pt>
                <c:pt idx="14">
                  <c:v>61700</c:v>
                </c:pt>
                <c:pt idx="15">
                  <c:v>61800</c:v>
                </c:pt>
                <c:pt idx="16">
                  <c:v>61900</c:v>
                </c:pt>
                <c:pt idx="17">
                  <c:v>62000</c:v>
                </c:pt>
                <c:pt idx="18">
                  <c:v>62100</c:v>
                </c:pt>
                <c:pt idx="19">
                  <c:v>62200</c:v>
                </c:pt>
                <c:pt idx="20">
                  <c:v>62300</c:v>
                </c:pt>
                <c:pt idx="21">
                  <c:v>61700</c:v>
                </c:pt>
                <c:pt idx="22">
                  <c:v>61800</c:v>
                </c:pt>
                <c:pt idx="23">
                  <c:v>61900</c:v>
                </c:pt>
                <c:pt idx="24">
                  <c:v>62000</c:v>
                </c:pt>
                <c:pt idx="25">
                  <c:v>62100</c:v>
                </c:pt>
                <c:pt idx="26">
                  <c:v>62200</c:v>
                </c:pt>
                <c:pt idx="27">
                  <c:v>62300</c:v>
                </c:pt>
                <c:pt idx="28">
                  <c:v>61700</c:v>
                </c:pt>
                <c:pt idx="29">
                  <c:v>61800</c:v>
                </c:pt>
                <c:pt idx="30">
                  <c:v>61900</c:v>
                </c:pt>
                <c:pt idx="31">
                  <c:v>62000</c:v>
                </c:pt>
                <c:pt idx="32">
                  <c:v>62100</c:v>
                </c:pt>
                <c:pt idx="33">
                  <c:v>62200</c:v>
                </c:pt>
                <c:pt idx="34">
                  <c:v>62300</c:v>
                </c:pt>
                <c:pt idx="35">
                  <c:v>61700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446464"/>
        <c:axId val="86448000"/>
      </c:lineChart>
      <c:dateAx>
        <c:axId val="86446464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86448000"/>
        <c:crosses val="autoZero"/>
        <c:auto val="1"/>
        <c:baseTimeUnit val="months"/>
      </c:dateAx>
      <c:valAx>
        <c:axId val="86448000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86446464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 Class Exposure - ex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Class!$B$1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Class!$A$3:$A$50000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Class!$B$3:$B$50000</c:f>
              <c:numCache>
                <c:formatCode>0.0%</c:formatCode>
                <c:ptCount val="36"/>
                <c:pt idx="0">
                  <c:v>50700</c:v>
                </c:pt>
                <c:pt idx="1">
                  <c:v>50800</c:v>
                </c:pt>
                <c:pt idx="2">
                  <c:v>50900</c:v>
                </c:pt>
                <c:pt idx="3">
                  <c:v>51000</c:v>
                </c:pt>
                <c:pt idx="4">
                  <c:v>51100</c:v>
                </c:pt>
                <c:pt idx="5">
                  <c:v>51200</c:v>
                </c:pt>
                <c:pt idx="6">
                  <c:v>51300</c:v>
                </c:pt>
                <c:pt idx="7">
                  <c:v>50700</c:v>
                </c:pt>
                <c:pt idx="8">
                  <c:v>50800</c:v>
                </c:pt>
                <c:pt idx="9">
                  <c:v>50900</c:v>
                </c:pt>
                <c:pt idx="10">
                  <c:v>51000</c:v>
                </c:pt>
                <c:pt idx="11">
                  <c:v>51100</c:v>
                </c:pt>
                <c:pt idx="12">
                  <c:v>51200</c:v>
                </c:pt>
                <c:pt idx="13">
                  <c:v>51300</c:v>
                </c:pt>
                <c:pt idx="14">
                  <c:v>50700</c:v>
                </c:pt>
                <c:pt idx="15">
                  <c:v>50800</c:v>
                </c:pt>
                <c:pt idx="16">
                  <c:v>50900</c:v>
                </c:pt>
                <c:pt idx="17">
                  <c:v>51000</c:v>
                </c:pt>
                <c:pt idx="18">
                  <c:v>51100</c:v>
                </c:pt>
                <c:pt idx="19">
                  <c:v>51200</c:v>
                </c:pt>
                <c:pt idx="20">
                  <c:v>51300</c:v>
                </c:pt>
                <c:pt idx="21">
                  <c:v>50700</c:v>
                </c:pt>
                <c:pt idx="22">
                  <c:v>50800</c:v>
                </c:pt>
                <c:pt idx="23">
                  <c:v>50900</c:v>
                </c:pt>
                <c:pt idx="24">
                  <c:v>51000</c:v>
                </c:pt>
                <c:pt idx="25">
                  <c:v>51100</c:v>
                </c:pt>
                <c:pt idx="26">
                  <c:v>51200</c:v>
                </c:pt>
                <c:pt idx="27">
                  <c:v>51300</c:v>
                </c:pt>
                <c:pt idx="28">
                  <c:v>50700</c:v>
                </c:pt>
                <c:pt idx="29">
                  <c:v>50800</c:v>
                </c:pt>
                <c:pt idx="30">
                  <c:v>50900</c:v>
                </c:pt>
                <c:pt idx="31">
                  <c:v>51000</c:v>
                </c:pt>
                <c:pt idx="32">
                  <c:v>51100</c:v>
                </c:pt>
                <c:pt idx="33">
                  <c:v>51200</c:v>
                </c:pt>
                <c:pt idx="34">
                  <c:v>51300</c:v>
                </c:pt>
                <c:pt idx="35">
                  <c:v>50700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Class!$C$1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Class!$A$3:$A$50000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Class!$C$3:$C$50000</c:f>
              <c:numCache>
                <c:formatCode>0.0%</c:formatCode>
                <c:ptCount val="36"/>
                <c:pt idx="0">
                  <c:v>51800</c:v>
                </c:pt>
                <c:pt idx="1">
                  <c:v>51900</c:v>
                </c:pt>
                <c:pt idx="2">
                  <c:v>52000</c:v>
                </c:pt>
                <c:pt idx="3">
                  <c:v>52100</c:v>
                </c:pt>
                <c:pt idx="4">
                  <c:v>52200</c:v>
                </c:pt>
                <c:pt idx="5">
                  <c:v>52300</c:v>
                </c:pt>
                <c:pt idx="6">
                  <c:v>51700</c:v>
                </c:pt>
                <c:pt idx="7">
                  <c:v>51800</c:v>
                </c:pt>
                <c:pt idx="8">
                  <c:v>51900</c:v>
                </c:pt>
                <c:pt idx="9">
                  <c:v>52000</c:v>
                </c:pt>
                <c:pt idx="10">
                  <c:v>52100</c:v>
                </c:pt>
                <c:pt idx="11">
                  <c:v>52200</c:v>
                </c:pt>
                <c:pt idx="12">
                  <c:v>52300</c:v>
                </c:pt>
                <c:pt idx="13">
                  <c:v>51700</c:v>
                </c:pt>
                <c:pt idx="14">
                  <c:v>51800</c:v>
                </c:pt>
                <c:pt idx="15">
                  <c:v>51900</c:v>
                </c:pt>
                <c:pt idx="16">
                  <c:v>52000</c:v>
                </c:pt>
                <c:pt idx="17">
                  <c:v>52100</c:v>
                </c:pt>
                <c:pt idx="18">
                  <c:v>52200</c:v>
                </c:pt>
                <c:pt idx="19">
                  <c:v>52300</c:v>
                </c:pt>
                <c:pt idx="20">
                  <c:v>51700</c:v>
                </c:pt>
                <c:pt idx="21">
                  <c:v>51800</c:v>
                </c:pt>
                <c:pt idx="22">
                  <c:v>51900</c:v>
                </c:pt>
                <c:pt idx="23">
                  <c:v>52000</c:v>
                </c:pt>
                <c:pt idx="24">
                  <c:v>52100</c:v>
                </c:pt>
                <c:pt idx="25">
                  <c:v>52200</c:v>
                </c:pt>
                <c:pt idx="26">
                  <c:v>52300</c:v>
                </c:pt>
                <c:pt idx="27">
                  <c:v>51700</c:v>
                </c:pt>
                <c:pt idx="28">
                  <c:v>51800</c:v>
                </c:pt>
                <c:pt idx="29">
                  <c:v>51900</c:v>
                </c:pt>
                <c:pt idx="30">
                  <c:v>52000</c:v>
                </c:pt>
                <c:pt idx="31">
                  <c:v>52100</c:v>
                </c:pt>
                <c:pt idx="32">
                  <c:v>52200</c:v>
                </c:pt>
                <c:pt idx="33">
                  <c:v>52300</c:v>
                </c:pt>
                <c:pt idx="34">
                  <c:v>51700</c:v>
                </c:pt>
                <c:pt idx="35">
                  <c:v>51800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Class!$D$1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Class!$A$3:$A$50000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Class!$D$3:$D$50000</c:f>
              <c:numCache>
                <c:formatCode>0.0%</c:formatCode>
                <c:ptCount val="36"/>
                <c:pt idx="0">
                  <c:v>52900</c:v>
                </c:pt>
                <c:pt idx="1">
                  <c:v>53000</c:v>
                </c:pt>
                <c:pt idx="2">
                  <c:v>53100</c:v>
                </c:pt>
                <c:pt idx="3">
                  <c:v>53200</c:v>
                </c:pt>
                <c:pt idx="4">
                  <c:v>53300</c:v>
                </c:pt>
                <c:pt idx="5">
                  <c:v>52700</c:v>
                </c:pt>
                <c:pt idx="6">
                  <c:v>52800</c:v>
                </c:pt>
                <c:pt idx="7">
                  <c:v>52900</c:v>
                </c:pt>
                <c:pt idx="8">
                  <c:v>53000</c:v>
                </c:pt>
                <c:pt idx="9">
                  <c:v>53100</c:v>
                </c:pt>
                <c:pt idx="10">
                  <c:v>53200</c:v>
                </c:pt>
                <c:pt idx="11">
                  <c:v>53300</c:v>
                </c:pt>
                <c:pt idx="12">
                  <c:v>52700</c:v>
                </c:pt>
                <c:pt idx="13">
                  <c:v>52800</c:v>
                </c:pt>
                <c:pt idx="14">
                  <c:v>52900</c:v>
                </c:pt>
                <c:pt idx="15">
                  <c:v>53000</c:v>
                </c:pt>
                <c:pt idx="16">
                  <c:v>53100</c:v>
                </c:pt>
                <c:pt idx="17">
                  <c:v>53200</c:v>
                </c:pt>
                <c:pt idx="18">
                  <c:v>53300</c:v>
                </c:pt>
                <c:pt idx="19">
                  <c:v>52700</c:v>
                </c:pt>
                <c:pt idx="20">
                  <c:v>52800</c:v>
                </c:pt>
                <c:pt idx="21">
                  <c:v>52900</c:v>
                </c:pt>
                <c:pt idx="22">
                  <c:v>53000</c:v>
                </c:pt>
                <c:pt idx="23">
                  <c:v>53100</c:v>
                </c:pt>
                <c:pt idx="24">
                  <c:v>53200</c:v>
                </c:pt>
                <c:pt idx="25">
                  <c:v>53300</c:v>
                </c:pt>
                <c:pt idx="26">
                  <c:v>52700</c:v>
                </c:pt>
                <c:pt idx="27">
                  <c:v>52800</c:v>
                </c:pt>
                <c:pt idx="28">
                  <c:v>52900</c:v>
                </c:pt>
                <c:pt idx="29">
                  <c:v>53000</c:v>
                </c:pt>
                <c:pt idx="30">
                  <c:v>53100</c:v>
                </c:pt>
                <c:pt idx="31">
                  <c:v>53200</c:v>
                </c:pt>
                <c:pt idx="32">
                  <c:v>53300</c:v>
                </c:pt>
                <c:pt idx="33">
                  <c:v>52700</c:v>
                </c:pt>
                <c:pt idx="34">
                  <c:v>52800</c:v>
                </c:pt>
                <c:pt idx="35">
                  <c:v>52900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Class!$E$1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Class!$A$3:$A$50000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Class!$E$3:$E$50000</c:f>
              <c:numCache>
                <c:formatCode>0.0%</c:formatCode>
                <c:ptCount val="36"/>
                <c:pt idx="0">
                  <c:v>54000</c:v>
                </c:pt>
                <c:pt idx="1">
                  <c:v>54100</c:v>
                </c:pt>
                <c:pt idx="2">
                  <c:v>54200</c:v>
                </c:pt>
                <c:pt idx="3">
                  <c:v>54300</c:v>
                </c:pt>
                <c:pt idx="4">
                  <c:v>53700</c:v>
                </c:pt>
                <c:pt idx="5">
                  <c:v>53800</c:v>
                </c:pt>
                <c:pt idx="6">
                  <c:v>53900</c:v>
                </c:pt>
                <c:pt idx="7">
                  <c:v>54000</c:v>
                </c:pt>
                <c:pt idx="8">
                  <c:v>54100</c:v>
                </c:pt>
                <c:pt idx="9">
                  <c:v>54200</c:v>
                </c:pt>
                <c:pt idx="10">
                  <c:v>54300</c:v>
                </c:pt>
                <c:pt idx="11">
                  <c:v>53700</c:v>
                </c:pt>
                <c:pt idx="12">
                  <c:v>53800</c:v>
                </c:pt>
                <c:pt idx="13">
                  <c:v>53900</c:v>
                </c:pt>
                <c:pt idx="14">
                  <c:v>54000</c:v>
                </c:pt>
                <c:pt idx="15">
                  <c:v>54100</c:v>
                </c:pt>
                <c:pt idx="16">
                  <c:v>54200</c:v>
                </c:pt>
                <c:pt idx="17">
                  <c:v>54300</c:v>
                </c:pt>
                <c:pt idx="18">
                  <c:v>53700</c:v>
                </c:pt>
                <c:pt idx="19">
                  <c:v>53800</c:v>
                </c:pt>
                <c:pt idx="20">
                  <c:v>53900</c:v>
                </c:pt>
                <c:pt idx="21">
                  <c:v>54000</c:v>
                </c:pt>
                <c:pt idx="22">
                  <c:v>54100</c:v>
                </c:pt>
                <c:pt idx="23">
                  <c:v>54200</c:v>
                </c:pt>
                <c:pt idx="24">
                  <c:v>54300</c:v>
                </c:pt>
                <c:pt idx="25">
                  <c:v>53700</c:v>
                </c:pt>
                <c:pt idx="26">
                  <c:v>53800</c:v>
                </c:pt>
                <c:pt idx="27">
                  <c:v>53900</c:v>
                </c:pt>
                <c:pt idx="28">
                  <c:v>54000</c:v>
                </c:pt>
                <c:pt idx="29">
                  <c:v>54100</c:v>
                </c:pt>
                <c:pt idx="30">
                  <c:v>54200</c:v>
                </c:pt>
                <c:pt idx="31">
                  <c:v>54300</c:v>
                </c:pt>
                <c:pt idx="32">
                  <c:v>53700</c:v>
                </c:pt>
                <c:pt idx="33">
                  <c:v>53800</c:v>
                </c:pt>
                <c:pt idx="34">
                  <c:v>53900</c:v>
                </c:pt>
                <c:pt idx="35">
                  <c:v>54000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Class!$F$1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Class!$A$3:$A$50000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Class!$F$3:$F$50000</c:f>
              <c:numCache>
                <c:formatCode>0.0%</c:formatCode>
                <c:ptCount val="36"/>
                <c:pt idx="0">
                  <c:v>55100</c:v>
                </c:pt>
                <c:pt idx="1">
                  <c:v>55200</c:v>
                </c:pt>
                <c:pt idx="2">
                  <c:v>55300</c:v>
                </c:pt>
                <c:pt idx="3">
                  <c:v>54700</c:v>
                </c:pt>
                <c:pt idx="4">
                  <c:v>54800</c:v>
                </c:pt>
                <c:pt idx="5">
                  <c:v>54900</c:v>
                </c:pt>
                <c:pt idx="6">
                  <c:v>55000</c:v>
                </c:pt>
                <c:pt idx="7">
                  <c:v>55100</c:v>
                </c:pt>
                <c:pt idx="8">
                  <c:v>55200</c:v>
                </c:pt>
                <c:pt idx="9">
                  <c:v>55300</c:v>
                </c:pt>
                <c:pt idx="10">
                  <c:v>54700</c:v>
                </c:pt>
                <c:pt idx="11">
                  <c:v>54800</c:v>
                </c:pt>
                <c:pt idx="12">
                  <c:v>54900</c:v>
                </c:pt>
                <c:pt idx="13">
                  <c:v>55000</c:v>
                </c:pt>
                <c:pt idx="14">
                  <c:v>55100</c:v>
                </c:pt>
                <c:pt idx="15">
                  <c:v>55200</c:v>
                </c:pt>
                <c:pt idx="16">
                  <c:v>55300</c:v>
                </c:pt>
                <c:pt idx="17">
                  <c:v>54700</c:v>
                </c:pt>
                <c:pt idx="18">
                  <c:v>54800</c:v>
                </c:pt>
                <c:pt idx="19">
                  <c:v>54900</c:v>
                </c:pt>
                <c:pt idx="20">
                  <c:v>55000</c:v>
                </c:pt>
                <c:pt idx="21">
                  <c:v>55100</c:v>
                </c:pt>
                <c:pt idx="22">
                  <c:v>55200</c:v>
                </c:pt>
                <c:pt idx="23">
                  <c:v>55300</c:v>
                </c:pt>
                <c:pt idx="24">
                  <c:v>54700</c:v>
                </c:pt>
                <c:pt idx="25">
                  <c:v>54800</c:v>
                </c:pt>
                <c:pt idx="26">
                  <c:v>54900</c:v>
                </c:pt>
                <c:pt idx="27">
                  <c:v>55000</c:v>
                </c:pt>
                <c:pt idx="28">
                  <c:v>55100</c:v>
                </c:pt>
                <c:pt idx="29">
                  <c:v>55200</c:v>
                </c:pt>
                <c:pt idx="30">
                  <c:v>55300</c:v>
                </c:pt>
                <c:pt idx="31">
                  <c:v>54700</c:v>
                </c:pt>
                <c:pt idx="32">
                  <c:v>54800</c:v>
                </c:pt>
                <c:pt idx="33">
                  <c:v>54900</c:v>
                </c:pt>
                <c:pt idx="34">
                  <c:v>55000</c:v>
                </c:pt>
                <c:pt idx="35">
                  <c:v>55100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593152"/>
        <c:axId val="90594688"/>
      </c:lineChart>
      <c:dateAx>
        <c:axId val="9059315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90594688"/>
        <c:crosses val="autoZero"/>
        <c:auto val="1"/>
        <c:baseTimeUnit val="months"/>
      </c:dateAx>
      <c:valAx>
        <c:axId val="90594688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9059315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TIPS Counterparty Exposure - ex Trend</a:t>
            </a:r>
          </a:p>
        </c:rich>
      </c:tx>
      <c:layout>
        <c:manualLayout>
          <c:xMode val="edge"/>
          <c:yMode val="edge"/>
          <c:x val="0.2952128266575374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0291739084462832"/>
          <c:y val="0.08409010288638578"/>
          <c:w val="0.8872446964771606"/>
          <c:h val="0.745526705548629"/>
        </c:manualLayout>
      </c:layout>
      <c:lineChart>
        <c:grouping val="standard"/>
        <c:varyColors val="0"/>
        <c:ser>
          <c:idx val="0"/>
          <c:order val="0"/>
          <c:tx>
            <c:strRef>
              <c:f>TIPS!$B$1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TIPS!$B$3:$B$50000</c:f>
              <c:numCache>
                <c:formatCode>_(* #,##0_);_(* \(#,##0\);_(* "-"??_);_(@_)</c:formatCode>
                <c:ptCount val="36"/>
                <c:pt idx="0">
                  <c:v>60700</c:v>
                </c:pt>
                <c:pt idx="1">
                  <c:v>60800</c:v>
                </c:pt>
                <c:pt idx="2">
                  <c:v>60900</c:v>
                </c:pt>
                <c:pt idx="3">
                  <c:v>61000</c:v>
                </c:pt>
                <c:pt idx="4">
                  <c:v>61100</c:v>
                </c:pt>
                <c:pt idx="5">
                  <c:v>61200</c:v>
                </c:pt>
                <c:pt idx="6">
                  <c:v>61300</c:v>
                </c:pt>
                <c:pt idx="7">
                  <c:v>60700</c:v>
                </c:pt>
                <c:pt idx="8">
                  <c:v>60800</c:v>
                </c:pt>
                <c:pt idx="9">
                  <c:v>60900</c:v>
                </c:pt>
                <c:pt idx="10">
                  <c:v>61000</c:v>
                </c:pt>
                <c:pt idx="11">
                  <c:v>61100</c:v>
                </c:pt>
                <c:pt idx="12">
                  <c:v>61200</c:v>
                </c:pt>
                <c:pt idx="13">
                  <c:v>61300</c:v>
                </c:pt>
                <c:pt idx="14">
                  <c:v>60700</c:v>
                </c:pt>
                <c:pt idx="15">
                  <c:v>60800</c:v>
                </c:pt>
                <c:pt idx="16">
                  <c:v>60900</c:v>
                </c:pt>
                <c:pt idx="17">
                  <c:v>61000</c:v>
                </c:pt>
                <c:pt idx="18">
                  <c:v>61100</c:v>
                </c:pt>
                <c:pt idx="19">
                  <c:v>61200</c:v>
                </c:pt>
                <c:pt idx="20">
                  <c:v>61300</c:v>
                </c:pt>
                <c:pt idx="21">
                  <c:v>60700</c:v>
                </c:pt>
                <c:pt idx="22">
                  <c:v>60800</c:v>
                </c:pt>
                <c:pt idx="23">
                  <c:v>60900</c:v>
                </c:pt>
                <c:pt idx="24">
                  <c:v>61000</c:v>
                </c:pt>
                <c:pt idx="25">
                  <c:v>61100</c:v>
                </c:pt>
                <c:pt idx="26">
                  <c:v>61200</c:v>
                </c:pt>
                <c:pt idx="27">
                  <c:v>61300</c:v>
                </c:pt>
                <c:pt idx="28">
                  <c:v>60700</c:v>
                </c:pt>
                <c:pt idx="29">
                  <c:v>60800</c:v>
                </c:pt>
                <c:pt idx="30">
                  <c:v>60900</c:v>
                </c:pt>
                <c:pt idx="31">
                  <c:v>61000</c:v>
                </c:pt>
                <c:pt idx="32">
                  <c:v>61100</c:v>
                </c:pt>
                <c:pt idx="33">
                  <c:v>61200</c:v>
                </c:pt>
                <c:pt idx="34">
                  <c:v>61300</c:v>
                </c:pt>
                <c:pt idx="35">
                  <c:v>60700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TIPS!$F$1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TIPS!$F$3:$F$50000</c:f>
              <c:numCache>
                <c:formatCode>_(* #,##0_);_(* \(#,##0\);_(* "-"??_);_(@_)</c:formatCode>
                <c:ptCount val="36"/>
                <c:pt idx="0">
                  <c:v>61800</c:v>
                </c:pt>
                <c:pt idx="1">
                  <c:v>61900</c:v>
                </c:pt>
                <c:pt idx="2">
                  <c:v>62000</c:v>
                </c:pt>
                <c:pt idx="3">
                  <c:v>62100</c:v>
                </c:pt>
                <c:pt idx="4">
                  <c:v>62200</c:v>
                </c:pt>
                <c:pt idx="5">
                  <c:v>62300</c:v>
                </c:pt>
                <c:pt idx="6">
                  <c:v>61700</c:v>
                </c:pt>
                <c:pt idx="7">
                  <c:v>61800</c:v>
                </c:pt>
                <c:pt idx="8">
                  <c:v>61900</c:v>
                </c:pt>
                <c:pt idx="9">
                  <c:v>62000</c:v>
                </c:pt>
                <c:pt idx="10">
                  <c:v>62100</c:v>
                </c:pt>
                <c:pt idx="11">
                  <c:v>62200</c:v>
                </c:pt>
                <c:pt idx="12">
                  <c:v>62300</c:v>
                </c:pt>
                <c:pt idx="13">
                  <c:v>61700</c:v>
                </c:pt>
                <c:pt idx="14">
                  <c:v>61800</c:v>
                </c:pt>
                <c:pt idx="15">
                  <c:v>61900</c:v>
                </c:pt>
                <c:pt idx="16">
                  <c:v>62000</c:v>
                </c:pt>
                <c:pt idx="17">
                  <c:v>62100</c:v>
                </c:pt>
                <c:pt idx="18">
                  <c:v>62200</c:v>
                </c:pt>
                <c:pt idx="19">
                  <c:v>62300</c:v>
                </c:pt>
                <c:pt idx="20">
                  <c:v>61700</c:v>
                </c:pt>
                <c:pt idx="21">
                  <c:v>61800</c:v>
                </c:pt>
                <c:pt idx="22">
                  <c:v>61900</c:v>
                </c:pt>
                <c:pt idx="23">
                  <c:v>62000</c:v>
                </c:pt>
                <c:pt idx="24">
                  <c:v>62100</c:v>
                </c:pt>
                <c:pt idx="25">
                  <c:v>62200</c:v>
                </c:pt>
                <c:pt idx="26">
                  <c:v>62300</c:v>
                </c:pt>
                <c:pt idx="27">
                  <c:v>61700</c:v>
                </c:pt>
                <c:pt idx="28">
                  <c:v>61800</c:v>
                </c:pt>
                <c:pt idx="29">
                  <c:v>61900</c:v>
                </c:pt>
                <c:pt idx="30">
                  <c:v>62000</c:v>
                </c:pt>
                <c:pt idx="31">
                  <c:v>62100</c:v>
                </c:pt>
                <c:pt idx="32">
                  <c:v>62200</c:v>
                </c:pt>
                <c:pt idx="33">
                  <c:v>62300</c:v>
                </c:pt>
                <c:pt idx="34">
                  <c:v>61700</c:v>
                </c:pt>
                <c:pt idx="35">
                  <c:v>61800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TIPS!$C$1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TIPS!$C$3:$C$50000</c:f>
              <c:numCache>
                <c:formatCode>_(* #,##0_);_(* \(#,##0\);_(* "-"??_);_(@_)</c:formatCode>
                <c:ptCount val="36"/>
                <c:pt idx="0">
                  <c:v>62900</c:v>
                </c:pt>
                <c:pt idx="1">
                  <c:v>63000</c:v>
                </c:pt>
                <c:pt idx="2">
                  <c:v>63100</c:v>
                </c:pt>
                <c:pt idx="3">
                  <c:v>63200</c:v>
                </c:pt>
                <c:pt idx="4">
                  <c:v>63300</c:v>
                </c:pt>
                <c:pt idx="5">
                  <c:v>62700</c:v>
                </c:pt>
                <c:pt idx="6">
                  <c:v>62800</c:v>
                </c:pt>
                <c:pt idx="7">
                  <c:v>62900</c:v>
                </c:pt>
                <c:pt idx="8">
                  <c:v>63000</c:v>
                </c:pt>
                <c:pt idx="9">
                  <c:v>63100</c:v>
                </c:pt>
                <c:pt idx="10">
                  <c:v>63200</c:v>
                </c:pt>
                <c:pt idx="11">
                  <c:v>63300</c:v>
                </c:pt>
                <c:pt idx="12">
                  <c:v>62700</c:v>
                </c:pt>
                <c:pt idx="13">
                  <c:v>62800</c:v>
                </c:pt>
                <c:pt idx="14">
                  <c:v>62900</c:v>
                </c:pt>
                <c:pt idx="15">
                  <c:v>63000</c:v>
                </c:pt>
                <c:pt idx="16">
                  <c:v>63100</c:v>
                </c:pt>
                <c:pt idx="17">
                  <c:v>63200</c:v>
                </c:pt>
                <c:pt idx="18">
                  <c:v>63300</c:v>
                </c:pt>
                <c:pt idx="19">
                  <c:v>62700</c:v>
                </c:pt>
                <c:pt idx="20">
                  <c:v>62800</c:v>
                </c:pt>
                <c:pt idx="21">
                  <c:v>62900</c:v>
                </c:pt>
                <c:pt idx="22">
                  <c:v>63000</c:v>
                </c:pt>
                <c:pt idx="23">
                  <c:v>63100</c:v>
                </c:pt>
                <c:pt idx="24">
                  <c:v>63200</c:v>
                </c:pt>
                <c:pt idx="25">
                  <c:v>63300</c:v>
                </c:pt>
                <c:pt idx="26">
                  <c:v>62700</c:v>
                </c:pt>
                <c:pt idx="27">
                  <c:v>62800</c:v>
                </c:pt>
                <c:pt idx="28">
                  <c:v>62900</c:v>
                </c:pt>
                <c:pt idx="29">
                  <c:v>63000</c:v>
                </c:pt>
                <c:pt idx="30">
                  <c:v>63100</c:v>
                </c:pt>
                <c:pt idx="31">
                  <c:v>63200</c:v>
                </c:pt>
                <c:pt idx="32">
                  <c:v>63300</c:v>
                </c:pt>
                <c:pt idx="33">
                  <c:v>62700</c:v>
                </c:pt>
                <c:pt idx="34">
                  <c:v>62800</c:v>
                </c:pt>
                <c:pt idx="35">
                  <c:v>62900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TIPS!$D$1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TIPS!$D$3:$D$50000</c:f>
              <c:numCache>
                <c:formatCode>_(* #,##0_);_(* \(#,##0\);_(* "-"??_);_(@_)</c:formatCode>
                <c:ptCount val="36"/>
                <c:pt idx="0">
                  <c:v>64000</c:v>
                </c:pt>
                <c:pt idx="1">
                  <c:v>64100</c:v>
                </c:pt>
                <c:pt idx="2">
                  <c:v>64200</c:v>
                </c:pt>
                <c:pt idx="3">
                  <c:v>64300</c:v>
                </c:pt>
                <c:pt idx="4">
                  <c:v>63700</c:v>
                </c:pt>
                <c:pt idx="5">
                  <c:v>63800</c:v>
                </c:pt>
                <c:pt idx="6">
                  <c:v>63900</c:v>
                </c:pt>
                <c:pt idx="7">
                  <c:v>64000</c:v>
                </c:pt>
                <c:pt idx="8">
                  <c:v>64100</c:v>
                </c:pt>
                <c:pt idx="9">
                  <c:v>64200</c:v>
                </c:pt>
                <c:pt idx="10">
                  <c:v>64300</c:v>
                </c:pt>
                <c:pt idx="11">
                  <c:v>63700</c:v>
                </c:pt>
                <c:pt idx="12">
                  <c:v>63800</c:v>
                </c:pt>
                <c:pt idx="13">
                  <c:v>63900</c:v>
                </c:pt>
                <c:pt idx="14">
                  <c:v>64000</c:v>
                </c:pt>
                <c:pt idx="15">
                  <c:v>64100</c:v>
                </c:pt>
                <c:pt idx="16">
                  <c:v>64200</c:v>
                </c:pt>
                <c:pt idx="17">
                  <c:v>64300</c:v>
                </c:pt>
                <c:pt idx="18">
                  <c:v>63700</c:v>
                </c:pt>
                <c:pt idx="19">
                  <c:v>63800</c:v>
                </c:pt>
                <c:pt idx="20">
                  <c:v>63900</c:v>
                </c:pt>
                <c:pt idx="21">
                  <c:v>64000</c:v>
                </c:pt>
                <c:pt idx="22">
                  <c:v>64100</c:v>
                </c:pt>
                <c:pt idx="23">
                  <c:v>64200</c:v>
                </c:pt>
                <c:pt idx="24">
                  <c:v>64300</c:v>
                </c:pt>
                <c:pt idx="25">
                  <c:v>63700</c:v>
                </c:pt>
                <c:pt idx="26">
                  <c:v>63800</c:v>
                </c:pt>
                <c:pt idx="27">
                  <c:v>63900</c:v>
                </c:pt>
                <c:pt idx="28">
                  <c:v>64000</c:v>
                </c:pt>
                <c:pt idx="29">
                  <c:v>64100</c:v>
                </c:pt>
                <c:pt idx="30">
                  <c:v>64200</c:v>
                </c:pt>
                <c:pt idx="31">
                  <c:v>64300</c:v>
                </c:pt>
                <c:pt idx="32">
                  <c:v>63700</c:v>
                </c:pt>
                <c:pt idx="33">
                  <c:v>63800</c:v>
                </c:pt>
                <c:pt idx="34">
                  <c:v>63900</c:v>
                </c:pt>
                <c:pt idx="35">
                  <c:v>64000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TIPS!$I$1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TIPS!$I$3:$I$50000</c:f>
              <c:numCache>
                <c:formatCode>_(* #,##0_);_(* \(#,##0\);_(* "-"??_);_(@_)</c:formatCode>
                <c:ptCount val="36"/>
                <c:pt idx="0">
                  <c:v>65100</c:v>
                </c:pt>
                <c:pt idx="1">
                  <c:v>65200</c:v>
                </c:pt>
                <c:pt idx="2">
                  <c:v>65300</c:v>
                </c:pt>
                <c:pt idx="3">
                  <c:v>64700</c:v>
                </c:pt>
                <c:pt idx="4">
                  <c:v>64800</c:v>
                </c:pt>
                <c:pt idx="5">
                  <c:v>64900</c:v>
                </c:pt>
                <c:pt idx="6">
                  <c:v>65000</c:v>
                </c:pt>
                <c:pt idx="7">
                  <c:v>65100</c:v>
                </c:pt>
                <c:pt idx="8">
                  <c:v>65200</c:v>
                </c:pt>
                <c:pt idx="9">
                  <c:v>65300</c:v>
                </c:pt>
                <c:pt idx="10">
                  <c:v>64700</c:v>
                </c:pt>
                <c:pt idx="11">
                  <c:v>64800</c:v>
                </c:pt>
                <c:pt idx="12">
                  <c:v>64900</c:v>
                </c:pt>
                <c:pt idx="13">
                  <c:v>65000</c:v>
                </c:pt>
                <c:pt idx="14">
                  <c:v>65100</c:v>
                </c:pt>
                <c:pt idx="15">
                  <c:v>65200</c:v>
                </c:pt>
                <c:pt idx="16">
                  <c:v>65300</c:v>
                </c:pt>
                <c:pt idx="17">
                  <c:v>64700</c:v>
                </c:pt>
                <c:pt idx="18">
                  <c:v>64800</c:v>
                </c:pt>
                <c:pt idx="19">
                  <c:v>64900</c:v>
                </c:pt>
                <c:pt idx="20">
                  <c:v>65000</c:v>
                </c:pt>
                <c:pt idx="21">
                  <c:v>65100</c:v>
                </c:pt>
                <c:pt idx="22">
                  <c:v>65200</c:v>
                </c:pt>
                <c:pt idx="23">
                  <c:v>65300</c:v>
                </c:pt>
                <c:pt idx="24">
                  <c:v>64700</c:v>
                </c:pt>
                <c:pt idx="25">
                  <c:v>64800</c:v>
                </c:pt>
                <c:pt idx="26">
                  <c:v>64900</c:v>
                </c:pt>
                <c:pt idx="27">
                  <c:v>65000</c:v>
                </c:pt>
                <c:pt idx="28">
                  <c:v>65100</c:v>
                </c:pt>
                <c:pt idx="29">
                  <c:v>65200</c:v>
                </c:pt>
                <c:pt idx="30">
                  <c:v>65300</c:v>
                </c:pt>
                <c:pt idx="31">
                  <c:v>64700</c:v>
                </c:pt>
                <c:pt idx="32">
                  <c:v>64800</c:v>
                </c:pt>
                <c:pt idx="33">
                  <c:v>64900</c:v>
                </c:pt>
                <c:pt idx="34">
                  <c:v>65000</c:v>
                </c:pt>
                <c:pt idx="35">
                  <c:v>65100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TIPS!$H$1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TIPS!$H$3:$H$50000</c:f>
              <c:numCache>
                <c:formatCode>_(* #,##0_);_(* \(#,##0\);_(* "-"??_);_(@_)</c:formatCode>
                <c:ptCount val="36"/>
                <c:pt idx="0">
                  <c:v>66200</c:v>
                </c:pt>
                <c:pt idx="1">
                  <c:v>66300</c:v>
                </c:pt>
                <c:pt idx="2">
                  <c:v>65700</c:v>
                </c:pt>
                <c:pt idx="3">
                  <c:v>65800</c:v>
                </c:pt>
                <c:pt idx="4">
                  <c:v>65900</c:v>
                </c:pt>
                <c:pt idx="5">
                  <c:v>66000</c:v>
                </c:pt>
                <c:pt idx="6">
                  <c:v>66100</c:v>
                </c:pt>
                <c:pt idx="7">
                  <c:v>66200</c:v>
                </c:pt>
                <c:pt idx="8">
                  <c:v>66300</c:v>
                </c:pt>
                <c:pt idx="9">
                  <c:v>65700</c:v>
                </c:pt>
                <c:pt idx="10">
                  <c:v>65800</c:v>
                </c:pt>
                <c:pt idx="11">
                  <c:v>65900</c:v>
                </c:pt>
                <c:pt idx="12">
                  <c:v>66000</c:v>
                </c:pt>
                <c:pt idx="13">
                  <c:v>66100</c:v>
                </c:pt>
                <c:pt idx="14">
                  <c:v>66200</c:v>
                </c:pt>
                <c:pt idx="15">
                  <c:v>66300</c:v>
                </c:pt>
                <c:pt idx="16">
                  <c:v>65700</c:v>
                </c:pt>
                <c:pt idx="17">
                  <c:v>65800</c:v>
                </c:pt>
                <c:pt idx="18">
                  <c:v>65900</c:v>
                </c:pt>
                <c:pt idx="19">
                  <c:v>66000</c:v>
                </c:pt>
                <c:pt idx="20">
                  <c:v>66100</c:v>
                </c:pt>
                <c:pt idx="21">
                  <c:v>66200</c:v>
                </c:pt>
                <c:pt idx="22">
                  <c:v>66300</c:v>
                </c:pt>
                <c:pt idx="23">
                  <c:v>65700</c:v>
                </c:pt>
                <c:pt idx="24">
                  <c:v>65800</c:v>
                </c:pt>
                <c:pt idx="25">
                  <c:v>65900</c:v>
                </c:pt>
                <c:pt idx="26">
                  <c:v>66000</c:v>
                </c:pt>
                <c:pt idx="27">
                  <c:v>66100</c:v>
                </c:pt>
                <c:pt idx="28">
                  <c:v>66200</c:v>
                </c:pt>
                <c:pt idx="29">
                  <c:v>66300</c:v>
                </c:pt>
                <c:pt idx="30">
                  <c:v>65700</c:v>
                </c:pt>
                <c:pt idx="31">
                  <c:v>65800</c:v>
                </c:pt>
                <c:pt idx="32">
                  <c:v>65900</c:v>
                </c:pt>
                <c:pt idx="33">
                  <c:v>66000</c:v>
                </c:pt>
                <c:pt idx="34">
                  <c:v>66100</c:v>
                </c:pt>
                <c:pt idx="35">
                  <c:v>66200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TIPS!$N$1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TIPS!$N$3:$N$50000</c:f>
              <c:numCache>
                <c:formatCode>_(* #,##0_);_(* \(#,##0\);_(* "-"??_);_(@_)</c:formatCode>
                <c:ptCount val="36"/>
                <c:pt idx="0">
                  <c:v>67300</c:v>
                </c:pt>
                <c:pt idx="1">
                  <c:v>66700</c:v>
                </c:pt>
                <c:pt idx="2">
                  <c:v>66800</c:v>
                </c:pt>
                <c:pt idx="3">
                  <c:v>66900</c:v>
                </c:pt>
                <c:pt idx="4">
                  <c:v>67000</c:v>
                </c:pt>
                <c:pt idx="5">
                  <c:v>67100</c:v>
                </c:pt>
                <c:pt idx="6">
                  <c:v>67200</c:v>
                </c:pt>
                <c:pt idx="7">
                  <c:v>67300</c:v>
                </c:pt>
                <c:pt idx="8">
                  <c:v>66700</c:v>
                </c:pt>
                <c:pt idx="9">
                  <c:v>66800</c:v>
                </c:pt>
                <c:pt idx="10">
                  <c:v>66900</c:v>
                </c:pt>
                <c:pt idx="11">
                  <c:v>67000</c:v>
                </c:pt>
                <c:pt idx="12">
                  <c:v>67100</c:v>
                </c:pt>
                <c:pt idx="13">
                  <c:v>67200</c:v>
                </c:pt>
                <c:pt idx="14">
                  <c:v>67300</c:v>
                </c:pt>
                <c:pt idx="15">
                  <c:v>66700</c:v>
                </c:pt>
                <c:pt idx="16">
                  <c:v>66800</c:v>
                </c:pt>
                <c:pt idx="17">
                  <c:v>66900</c:v>
                </c:pt>
                <c:pt idx="18">
                  <c:v>67000</c:v>
                </c:pt>
                <c:pt idx="19">
                  <c:v>67100</c:v>
                </c:pt>
                <c:pt idx="20">
                  <c:v>67200</c:v>
                </c:pt>
                <c:pt idx="21">
                  <c:v>67300</c:v>
                </c:pt>
                <c:pt idx="22">
                  <c:v>66700</c:v>
                </c:pt>
                <c:pt idx="23">
                  <c:v>66800</c:v>
                </c:pt>
                <c:pt idx="24">
                  <c:v>66900</c:v>
                </c:pt>
                <c:pt idx="25">
                  <c:v>67000</c:v>
                </c:pt>
                <c:pt idx="26">
                  <c:v>67100</c:v>
                </c:pt>
                <c:pt idx="27">
                  <c:v>67200</c:v>
                </c:pt>
                <c:pt idx="28">
                  <c:v>67300</c:v>
                </c:pt>
                <c:pt idx="29">
                  <c:v>66700</c:v>
                </c:pt>
                <c:pt idx="30">
                  <c:v>66800</c:v>
                </c:pt>
                <c:pt idx="31">
                  <c:v>66900</c:v>
                </c:pt>
                <c:pt idx="32">
                  <c:v>67000</c:v>
                </c:pt>
                <c:pt idx="33">
                  <c:v>67100</c:v>
                </c:pt>
                <c:pt idx="34">
                  <c:v>67200</c:v>
                </c:pt>
                <c:pt idx="35">
                  <c:v>67300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TIPS!$J$1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TIPS!$J$3:$J$50000</c:f>
              <c:numCache>
                <c:formatCode>_(* #,##0_);_(* \(#,##0\);_(* "-"??_);_(@_)</c:formatCode>
                <c:ptCount val="36"/>
                <c:pt idx="0">
                  <c:v>67700</c:v>
                </c:pt>
                <c:pt idx="1">
                  <c:v>67800</c:v>
                </c:pt>
                <c:pt idx="2">
                  <c:v>67900</c:v>
                </c:pt>
                <c:pt idx="3">
                  <c:v>68000</c:v>
                </c:pt>
                <c:pt idx="4">
                  <c:v>68100</c:v>
                </c:pt>
                <c:pt idx="5">
                  <c:v>68200</c:v>
                </c:pt>
                <c:pt idx="6">
                  <c:v>68300</c:v>
                </c:pt>
                <c:pt idx="7">
                  <c:v>67700</c:v>
                </c:pt>
                <c:pt idx="8">
                  <c:v>67800</c:v>
                </c:pt>
                <c:pt idx="9">
                  <c:v>67900</c:v>
                </c:pt>
                <c:pt idx="10">
                  <c:v>68000</c:v>
                </c:pt>
                <c:pt idx="11">
                  <c:v>68100</c:v>
                </c:pt>
                <c:pt idx="12">
                  <c:v>68200</c:v>
                </c:pt>
                <c:pt idx="13">
                  <c:v>68300</c:v>
                </c:pt>
                <c:pt idx="14">
                  <c:v>67700</c:v>
                </c:pt>
                <c:pt idx="15">
                  <c:v>67800</c:v>
                </c:pt>
                <c:pt idx="16">
                  <c:v>67900</c:v>
                </c:pt>
                <c:pt idx="17">
                  <c:v>68000</c:v>
                </c:pt>
                <c:pt idx="18">
                  <c:v>68100</c:v>
                </c:pt>
                <c:pt idx="19">
                  <c:v>68200</c:v>
                </c:pt>
                <c:pt idx="20">
                  <c:v>68300</c:v>
                </c:pt>
                <c:pt idx="21">
                  <c:v>67700</c:v>
                </c:pt>
                <c:pt idx="22">
                  <c:v>67800</c:v>
                </c:pt>
                <c:pt idx="23">
                  <c:v>67900</c:v>
                </c:pt>
                <c:pt idx="24">
                  <c:v>68000</c:v>
                </c:pt>
                <c:pt idx="25">
                  <c:v>68100</c:v>
                </c:pt>
                <c:pt idx="26">
                  <c:v>68200</c:v>
                </c:pt>
                <c:pt idx="27">
                  <c:v>68300</c:v>
                </c:pt>
                <c:pt idx="28">
                  <c:v>67700</c:v>
                </c:pt>
                <c:pt idx="29">
                  <c:v>67800</c:v>
                </c:pt>
                <c:pt idx="30">
                  <c:v>67900</c:v>
                </c:pt>
                <c:pt idx="31">
                  <c:v>68000</c:v>
                </c:pt>
                <c:pt idx="32">
                  <c:v>68100</c:v>
                </c:pt>
                <c:pt idx="33">
                  <c:v>68200</c:v>
                </c:pt>
                <c:pt idx="34">
                  <c:v>68300</c:v>
                </c:pt>
                <c:pt idx="35">
                  <c:v>67700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TIPS!$M$1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TIPS!$M$3:$M$10000</c:f>
              <c:numCache>
                <c:formatCode>_(* #,##0_);_(* \(#,##0\);_(* "-"??_);_(@_)</c:formatCode>
                <c:ptCount val="36"/>
                <c:pt idx="0">
                  <c:v>68800</c:v>
                </c:pt>
                <c:pt idx="1">
                  <c:v>68900</c:v>
                </c:pt>
                <c:pt idx="2">
                  <c:v>69000</c:v>
                </c:pt>
                <c:pt idx="3">
                  <c:v>69100</c:v>
                </c:pt>
                <c:pt idx="4">
                  <c:v>69200</c:v>
                </c:pt>
                <c:pt idx="5">
                  <c:v>69300</c:v>
                </c:pt>
                <c:pt idx="6">
                  <c:v>68700</c:v>
                </c:pt>
                <c:pt idx="7">
                  <c:v>68800</c:v>
                </c:pt>
                <c:pt idx="8">
                  <c:v>68900</c:v>
                </c:pt>
                <c:pt idx="9">
                  <c:v>69000</c:v>
                </c:pt>
                <c:pt idx="10">
                  <c:v>69100</c:v>
                </c:pt>
                <c:pt idx="11">
                  <c:v>69200</c:v>
                </c:pt>
                <c:pt idx="12">
                  <c:v>69300</c:v>
                </c:pt>
                <c:pt idx="13">
                  <c:v>68700</c:v>
                </c:pt>
                <c:pt idx="14">
                  <c:v>68800</c:v>
                </c:pt>
                <c:pt idx="15">
                  <c:v>68900</c:v>
                </c:pt>
                <c:pt idx="16">
                  <c:v>69000</c:v>
                </c:pt>
                <c:pt idx="17">
                  <c:v>69100</c:v>
                </c:pt>
                <c:pt idx="18">
                  <c:v>69200</c:v>
                </c:pt>
                <c:pt idx="19">
                  <c:v>69300</c:v>
                </c:pt>
                <c:pt idx="20">
                  <c:v>68700</c:v>
                </c:pt>
                <c:pt idx="21">
                  <c:v>68800</c:v>
                </c:pt>
                <c:pt idx="22">
                  <c:v>68900</c:v>
                </c:pt>
                <c:pt idx="23">
                  <c:v>69000</c:v>
                </c:pt>
                <c:pt idx="24">
                  <c:v>69100</c:v>
                </c:pt>
                <c:pt idx="25">
                  <c:v>69200</c:v>
                </c:pt>
                <c:pt idx="26">
                  <c:v>69300</c:v>
                </c:pt>
                <c:pt idx="27">
                  <c:v>68700</c:v>
                </c:pt>
                <c:pt idx="28">
                  <c:v>68800</c:v>
                </c:pt>
                <c:pt idx="29">
                  <c:v>68900</c:v>
                </c:pt>
                <c:pt idx="30">
                  <c:v>69000</c:v>
                </c:pt>
                <c:pt idx="31">
                  <c:v>69100</c:v>
                </c:pt>
                <c:pt idx="32">
                  <c:v>69200</c:v>
                </c:pt>
                <c:pt idx="33">
                  <c:v>69300</c:v>
                </c:pt>
                <c:pt idx="34">
                  <c:v>68700</c:v>
                </c:pt>
                <c:pt idx="35">
                  <c:v>68800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TIPS!$E$1</c:f>
              <c:strCache>
                <c:ptCount val="1"/>
                <c:pt idx="0">
                  <c:v>Synthetic Series 10</c:v>
                </c:pt>
              </c:strCache>
            </c:strRef>
          </c:tx>
          <c:spPr>
            <a:ln xmlns:a="http://schemas.openxmlformats.org/drawingml/2006/main">
              <a:solidFill>
                <a:srgbClr val="00B0F0"/>
              </a:solidFill>
            </a:ln>
          </c:spPr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TIPS!$E$3:$E$100</c:f>
              <c:numCache>
                <c:formatCode>_(* #,##0_);_(* \(#,##0\);_(* "-"??_);_(@_)</c:formatCode>
                <c:ptCount val="36"/>
                <c:pt idx="0">
                  <c:v>69900</c:v>
                </c:pt>
                <c:pt idx="1">
                  <c:v>70000</c:v>
                </c:pt>
                <c:pt idx="2">
                  <c:v>70100</c:v>
                </c:pt>
                <c:pt idx="3">
                  <c:v>70200</c:v>
                </c:pt>
                <c:pt idx="4">
                  <c:v>70300</c:v>
                </c:pt>
                <c:pt idx="5">
                  <c:v>69700</c:v>
                </c:pt>
                <c:pt idx="6">
                  <c:v>69800</c:v>
                </c:pt>
                <c:pt idx="7">
                  <c:v>69900</c:v>
                </c:pt>
                <c:pt idx="8">
                  <c:v>70000</c:v>
                </c:pt>
                <c:pt idx="9">
                  <c:v>70100</c:v>
                </c:pt>
                <c:pt idx="10">
                  <c:v>70200</c:v>
                </c:pt>
                <c:pt idx="11">
                  <c:v>70300</c:v>
                </c:pt>
                <c:pt idx="12">
                  <c:v>69700</c:v>
                </c:pt>
                <c:pt idx="13">
                  <c:v>69800</c:v>
                </c:pt>
                <c:pt idx="14">
                  <c:v>69900</c:v>
                </c:pt>
                <c:pt idx="15">
                  <c:v>70000</c:v>
                </c:pt>
                <c:pt idx="16">
                  <c:v>70100</c:v>
                </c:pt>
                <c:pt idx="17">
                  <c:v>70200</c:v>
                </c:pt>
                <c:pt idx="18">
                  <c:v>70300</c:v>
                </c:pt>
                <c:pt idx="19">
                  <c:v>69700</c:v>
                </c:pt>
                <c:pt idx="20">
                  <c:v>69800</c:v>
                </c:pt>
                <c:pt idx="21">
                  <c:v>69900</c:v>
                </c:pt>
                <c:pt idx="22">
                  <c:v>70000</c:v>
                </c:pt>
                <c:pt idx="23">
                  <c:v>70100</c:v>
                </c:pt>
                <c:pt idx="24">
                  <c:v>70200</c:v>
                </c:pt>
                <c:pt idx="25">
                  <c:v>70300</c:v>
                </c:pt>
                <c:pt idx="26">
                  <c:v>69700</c:v>
                </c:pt>
                <c:pt idx="27">
                  <c:v>69800</c:v>
                </c:pt>
                <c:pt idx="28">
                  <c:v>69900</c:v>
                </c:pt>
                <c:pt idx="29">
                  <c:v>70000</c:v>
                </c:pt>
                <c:pt idx="30">
                  <c:v>70100</c:v>
                </c:pt>
                <c:pt idx="31">
                  <c:v>70200</c:v>
                </c:pt>
                <c:pt idx="32">
                  <c:v>70300</c:v>
                </c:pt>
                <c:pt idx="33">
                  <c:v>69700</c:v>
                </c:pt>
                <c:pt idx="34">
                  <c:v>69800</c:v>
                </c:pt>
                <c:pt idx="35">
                  <c:v>69900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TIPS!$K$1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TIPS!$K$3:$K$210</c:f>
              <c:numCache>
                <c:formatCode>_(* #,##0_);_(* \(#,##0\);_(* "-"??_);_(@_)</c:formatCode>
                <c:ptCount val="36"/>
                <c:pt idx="0">
                  <c:v>71000</c:v>
                </c:pt>
                <c:pt idx="1">
                  <c:v>71100</c:v>
                </c:pt>
                <c:pt idx="2">
                  <c:v>71200</c:v>
                </c:pt>
                <c:pt idx="3">
                  <c:v>71300</c:v>
                </c:pt>
                <c:pt idx="4">
                  <c:v>70700</c:v>
                </c:pt>
                <c:pt idx="5">
                  <c:v>70800</c:v>
                </c:pt>
                <c:pt idx="6">
                  <c:v>70900</c:v>
                </c:pt>
                <c:pt idx="7">
                  <c:v>71000</c:v>
                </c:pt>
                <c:pt idx="8">
                  <c:v>71100</c:v>
                </c:pt>
                <c:pt idx="9">
                  <c:v>71200</c:v>
                </c:pt>
                <c:pt idx="10">
                  <c:v>71300</c:v>
                </c:pt>
                <c:pt idx="11">
                  <c:v>70700</c:v>
                </c:pt>
                <c:pt idx="12">
                  <c:v>70800</c:v>
                </c:pt>
                <c:pt idx="13">
                  <c:v>70900</c:v>
                </c:pt>
                <c:pt idx="14">
                  <c:v>71000</c:v>
                </c:pt>
                <c:pt idx="15">
                  <c:v>71100</c:v>
                </c:pt>
                <c:pt idx="16">
                  <c:v>71200</c:v>
                </c:pt>
                <c:pt idx="17">
                  <c:v>71300</c:v>
                </c:pt>
                <c:pt idx="18">
                  <c:v>70700</c:v>
                </c:pt>
                <c:pt idx="19">
                  <c:v>70800</c:v>
                </c:pt>
                <c:pt idx="20">
                  <c:v>70900</c:v>
                </c:pt>
                <c:pt idx="21">
                  <c:v>71000</c:v>
                </c:pt>
                <c:pt idx="22">
                  <c:v>71100</c:v>
                </c:pt>
                <c:pt idx="23">
                  <c:v>71200</c:v>
                </c:pt>
                <c:pt idx="24">
                  <c:v>71300</c:v>
                </c:pt>
                <c:pt idx="25">
                  <c:v>70700</c:v>
                </c:pt>
                <c:pt idx="26">
                  <c:v>70800</c:v>
                </c:pt>
                <c:pt idx="27">
                  <c:v>70900</c:v>
                </c:pt>
                <c:pt idx="28">
                  <c:v>71000</c:v>
                </c:pt>
                <c:pt idx="29">
                  <c:v>71100</c:v>
                </c:pt>
                <c:pt idx="30">
                  <c:v>71200</c:v>
                </c:pt>
                <c:pt idx="31">
                  <c:v>71300</c:v>
                </c:pt>
                <c:pt idx="32">
                  <c:v>70700</c:v>
                </c:pt>
                <c:pt idx="33">
                  <c:v>70800</c:v>
                </c:pt>
                <c:pt idx="34">
                  <c:v>70900</c:v>
                </c:pt>
                <c:pt idx="35">
                  <c:v>71000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TIPS!$G$1</c:f>
              <c:strCache>
                <c:ptCount val="1"/>
                <c:pt idx="0">
                  <c:v>Synthetic Series 12</c:v>
                </c:pt>
              </c:strCache>
            </c:strRef>
          </c:tx>
          <c:marker>
            <c:symbol val="none"/>
          </c:marker>
          <c:cat>
            <c:strRef>
              <c:f>TIPS!$A$3:$A$489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TIPS!$G$3:$G$554</c:f>
              <c:numCache>
                <c:formatCode>_(* #,##0_);_(* \(#,##0\);_(* "-"??_);_(@_)</c:formatCode>
                <c:ptCount val="36"/>
                <c:pt idx="0">
                  <c:v>72100</c:v>
                </c:pt>
                <c:pt idx="1">
                  <c:v>72200</c:v>
                </c:pt>
                <c:pt idx="2">
                  <c:v>72300</c:v>
                </c:pt>
                <c:pt idx="3">
                  <c:v>71700</c:v>
                </c:pt>
                <c:pt idx="4">
                  <c:v>71800</c:v>
                </c:pt>
                <c:pt idx="5">
                  <c:v>71900</c:v>
                </c:pt>
                <c:pt idx="6">
                  <c:v>72000</c:v>
                </c:pt>
                <c:pt idx="7">
                  <c:v>72100</c:v>
                </c:pt>
                <c:pt idx="8">
                  <c:v>72200</c:v>
                </c:pt>
                <c:pt idx="9">
                  <c:v>72300</c:v>
                </c:pt>
                <c:pt idx="10">
                  <c:v>71700</c:v>
                </c:pt>
                <c:pt idx="11">
                  <c:v>71800</c:v>
                </c:pt>
                <c:pt idx="12">
                  <c:v>71900</c:v>
                </c:pt>
                <c:pt idx="13">
                  <c:v>72000</c:v>
                </c:pt>
                <c:pt idx="14">
                  <c:v>72100</c:v>
                </c:pt>
                <c:pt idx="15">
                  <c:v>72200</c:v>
                </c:pt>
                <c:pt idx="16">
                  <c:v>72300</c:v>
                </c:pt>
                <c:pt idx="17">
                  <c:v>71700</c:v>
                </c:pt>
                <c:pt idx="18">
                  <c:v>71800</c:v>
                </c:pt>
                <c:pt idx="19">
                  <c:v>71900</c:v>
                </c:pt>
                <c:pt idx="20">
                  <c:v>72000</c:v>
                </c:pt>
                <c:pt idx="21">
                  <c:v>72100</c:v>
                </c:pt>
                <c:pt idx="22">
                  <c:v>72200</c:v>
                </c:pt>
                <c:pt idx="23">
                  <c:v>72300</c:v>
                </c:pt>
                <c:pt idx="24">
                  <c:v>71700</c:v>
                </c:pt>
                <c:pt idx="25">
                  <c:v>71800</c:v>
                </c:pt>
                <c:pt idx="26">
                  <c:v>71900</c:v>
                </c:pt>
                <c:pt idx="27">
                  <c:v>72000</c:v>
                </c:pt>
                <c:pt idx="28">
                  <c:v>72100</c:v>
                </c:pt>
                <c:pt idx="29">
                  <c:v>72200</c:v>
                </c:pt>
                <c:pt idx="30">
                  <c:v>72300</c:v>
                </c:pt>
                <c:pt idx="31">
                  <c:v>71700</c:v>
                </c:pt>
                <c:pt idx="32">
                  <c:v>71800</c:v>
                </c:pt>
                <c:pt idx="33">
                  <c:v>71900</c:v>
                </c:pt>
                <c:pt idx="34">
                  <c:v>72000</c:v>
                </c:pt>
                <c:pt idx="35">
                  <c:v>72100</c:v>
                </c:pt>
              </c:numCache>
            </c:numRef>
          </c:val>
          <c:smooth val="0"/>
        </c:ser>
        <c:ser>
          <c:idx val="12"/>
          <c:order val="12"/>
          <c:tx>
            <c:strRef>
              <c:f>TIPS!$L$1</c:f>
              <c:strCache>
                <c:ptCount val="1"/>
                <c:pt idx="0">
                  <c:v>Synthetic Series 13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TIPS!$L$3:$L$50000</c:f>
              <c:numCache>
                <c:formatCode>_(* #,##0_);_(* \(#,##0\);_(* "-"??_);_(@_)</c:formatCode>
                <c:ptCount val="36"/>
                <c:pt idx="0">
                  <c:v>73200</c:v>
                </c:pt>
                <c:pt idx="1">
                  <c:v>73300</c:v>
                </c:pt>
                <c:pt idx="2">
                  <c:v>72700</c:v>
                </c:pt>
                <c:pt idx="3">
                  <c:v>72800</c:v>
                </c:pt>
                <c:pt idx="4">
                  <c:v>72900</c:v>
                </c:pt>
                <c:pt idx="5">
                  <c:v>73000</c:v>
                </c:pt>
                <c:pt idx="6">
                  <c:v>73100</c:v>
                </c:pt>
                <c:pt idx="7">
                  <c:v>73200</c:v>
                </c:pt>
                <c:pt idx="8">
                  <c:v>73300</c:v>
                </c:pt>
                <c:pt idx="9">
                  <c:v>72700</c:v>
                </c:pt>
                <c:pt idx="10">
                  <c:v>72800</c:v>
                </c:pt>
                <c:pt idx="11">
                  <c:v>72900</c:v>
                </c:pt>
                <c:pt idx="12">
                  <c:v>73000</c:v>
                </c:pt>
                <c:pt idx="13">
                  <c:v>73100</c:v>
                </c:pt>
                <c:pt idx="14">
                  <c:v>73200</c:v>
                </c:pt>
                <c:pt idx="15">
                  <c:v>73300</c:v>
                </c:pt>
                <c:pt idx="16">
                  <c:v>72700</c:v>
                </c:pt>
                <c:pt idx="17">
                  <c:v>72800</c:v>
                </c:pt>
                <c:pt idx="18">
                  <c:v>72900</c:v>
                </c:pt>
                <c:pt idx="19">
                  <c:v>73000</c:v>
                </c:pt>
                <c:pt idx="20">
                  <c:v>73100</c:v>
                </c:pt>
                <c:pt idx="21">
                  <c:v>73200</c:v>
                </c:pt>
                <c:pt idx="22">
                  <c:v>73300</c:v>
                </c:pt>
                <c:pt idx="23">
                  <c:v>72700</c:v>
                </c:pt>
                <c:pt idx="24">
                  <c:v>72800</c:v>
                </c:pt>
                <c:pt idx="25">
                  <c:v>72900</c:v>
                </c:pt>
                <c:pt idx="26">
                  <c:v>73000</c:v>
                </c:pt>
                <c:pt idx="27">
                  <c:v>73100</c:v>
                </c:pt>
                <c:pt idx="28">
                  <c:v>73200</c:v>
                </c:pt>
                <c:pt idx="29">
                  <c:v>73300</c:v>
                </c:pt>
                <c:pt idx="30">
                  <c:v>72700</c:v>
                </c:pt>
                <c:pt idx="31">
                  <c:v>72800</c:v>
                </c:pt>
                <c:pt idx="32">
                  <c:v>72900</c:v>
                </c:pt>
                <c:pt idx="33">
                  <c:v>73000</c:v>
                </c:pt>
                <c:pt idx="34">
                  <c:v>73100</c:v>
                </c:pt>
                <c:pt idx="35">
                  <c:v>73200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582912"/>
        <c:axId val="125571840"/>
      </c:lineChart>
      <c:dateAx>
        <c:axId val="12458291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125571840"/>
        <c:crossesAt val="0"/>
        <c:auto val="1"/>
        <c:baseTimeUnit val="months"/>
      </c:dateAx>
      <c:valAx>
        <c:axId val="125571840"/>
        <c:scaling>
          <c:orientation val="minMax"/>
          <c:min val="-150000000"/>
        </c:scaling>
        <c:delete val="0"/>
        <c:axPos val="l"/>
        <c:numFmt formatCode="_(* #,##0_);_(* \(#,##0\);_(* &quot;-&quot;??_);_(@_)" sourceLinked="1"/>
        <c:majorTickMark val="none"/>
        <c:minorTickMark val="out"/>
        <c:tickLblPos val="nextTo"/>
        <c:spPr>
          <a:ln xmlns:a="http://schemas.openxmlformats.org/drawingml/2006/main" w="9525">
            <a:noFill/>
          </a:ln>
        </c:spPr>
        <c:crossAx val="12458291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9728106812735364"/>
          <c:y val="0.9005191251444096"/>
          <c:w val="0.8054378637452927"/>
          <c:h val="0.08746284781502961"/>
        </c:manualLayout>
      </c:layout>
      <c:overlay val="0"/>
    </c:legend>
    <c:plotVisOnly val="1"/>
  </c:chart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TIPS REPO Exposure WAL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4383021087881256"/>
          <c:y val="0.05423419350628057"/>
          <c:w val="0.9390137522220974"/>
          <c:h val="0.84046507084685"/>
        </c:manualLayout>
      </c:layout>
      <c:lineChart>
        <c:grouping val="standard"/>
        <c:varyColors val="0"/>
        <c:ser>
          <c:idx val="0"/>
          <c:order val="0"/>
          <c:tx>
            <c:strRef>
              <c:f>WAL!$B$2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WAL!$A$3:$A$50000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WAL!$B$3:$B$50000</c:f>
              <c:numCache>
                <c:formatCode>_(* #,##0_);_(* \(#,##0\);_(* "-"??_);_(@_)</c:formatCode>
                <c:ptCount val="36"/>
                <c:pt idx="0">
                  <c:v>70700</c:v>
                </c:pt>
                <c:pt idx="1">
                  <c:v>70800</c:v>
                </c:pt>
                <c:pt idx="2">
                  <c:v>70900</c:v>
                </c:pt>
                <c:pt idx="3">
                  <c:v>71000</c:v>
                </c:pt>
                <c:pt idx="4">
                  <c:v>71100</c:v>
                </c:pt>
                <c:pt idx="5">
                  <c:v>71200</c:v>
                </c:pt>
                <c:pt idx="6">
                  <c:v>71300</c:v>
                </c:pt>
                <c:pt idx="7">
                  <c:v>70700</c:v>
                </c:pt>
                <c:pt idx="8">
                  <c:v>70800</c:v>
                </c:pt>
                <c:pt idx="9">
                  <c:v>70900</c:v>
                </c:pt>
                <c:pt idx="10">
                  <c:v>71000</c:v>
                </c:pt>
                <c:pt idx="11">
                  <c:v>71100</c:v>
                </c:pt>
                <c:pt idx="12">
                  <c:v>71200</c:v>
                </c:pt>
                <c:pt idx="13">
                  <c:v>71300</c:v>
                </c:pt>
                <c:pt idx="14">
                  <c:v>70700</c:v>
                </c:pt>
                <c:pt idx="15">
                  <c:v>70800</c:v>
                </c:pt>
                <c:pt idx="16">
                  <c:v>70900</c:v>
                </c:pt>
                <c:pt idx="17">
                  <c:v>71000</c:v>
                </c:pt>
                <c:pt idx="18">
                  <c:v>71100</c:v>
                </c:pt>
                <c:pt idx="19">
                  <c:v>71200</c:v>
                </c:pt>
                <c:pt idx="20">
                  <c:v>71300</c:v>
                </c:pt>
                <c:pt idx="21">
                  <c:v>70700</c:v>
                </c:pt>
                <c:pt idx="22">
                  <c:v>70800</c:v>
                </c:pt>
                <c:pt idx="23">
                  <c:v>70900</c:v>
                </c:pt>
                <c:pt idx="24">
                  <c:v>71000</c:v>
                </c:pt>
                <c:pt idx="25">
                  <c:v>71100</c:v>
                </c:pt>
                <c:pt idx="26">
                  <c:v>71200</c:v>
                </c:pt>
                <c:pt idx="27">
                  <c:v>71300</c:v>
                </c:pt>
                <c:pt idx="28">
                  <c:v>70700</c:v>
                </c:pt>
                <c:pt idx="29">
                  <c:v>70800</c:v>
                </c:pt>
                <c:pt idx="30">
                  <c:v>70900</c:v>
                </c:pt>
                <c:pt idx="31">
                  <c:v>71000</c:v>
                </c:pt>
                <c:pt idx="32">
                  <c:v>71100</c:v>
                </c:pt>
                <c:pt idx="33">
                  <c:v>71200</c:v>
                </c:pt>
                <c:pt idx="34">
                  <c:v>71300</c:v>
                </c:pt>
                <c:pt idx="35">
                  <c:v>70700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545152"/>
        <c:axId val="154546944"/>
      </c:lineChart>
      <c:dateAx>
        <c:axId val="15454515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crossAx val="154546944"/>
        <c:crosses val="autoZero"/>
        <c:auto val="1"/>
        <c:baseTimeUnit val="months"/>
      </c:dateAx>
      <c:valAx>
        <c:axId val="154546944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154545152"/>
        <c:crosses val="autoZero"/>
        <c:crossBetween val="between"/>
      </c:valAx>
    </c:plotArea>
    <c:plotVisOnly val="1"/>
  </c:chart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Nominal Counterparty Exposure - ex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Nominal!$B$1</c:f>
              <c:strCache>
                <c:ptCount val="1"/>
                <c:pt idx="0">
                  <c:v>Synthetic Series 1</c:v>
                </c:pt>
              </c:strCache>
            </c:strRef>
          </c:tx>
          <c:spPr>
            <a:ln xmlns:a="http://schemas.openxmlformats.org/drawingml/2006/main">
              <a:solidFill>
                <a:srgbClr val="FF0000"/>
              </a:solidFill>
            </a:ln>
          </c:spPr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Nominal!$B$3:$B$50000</c:f>
              <c:numCache>
                <c:formatCode>_(* #,##0_);_(* \(#,##0\);_(* "-"??_);_(@_)</c:formatCode>
                <c:ptCount val="36"/>
                <c:pt idx="0">
                  <c:v>80700</c:v>
                </c:pt>
                <c:pt idx="1">
                  <c:v>80800</c:v>
                </c:pt>
                <c:pt idx="2">
                  <c:v>80900</c:v>
                </c:pt>
                <c:pt idx="3">
                  <c:v>81000</c:v>
                </c:pt>
                <c:pt idx="4">
                  <c:v>81100</c:v>
                </c:pt>
                <c:pt idx="5">
                  <c:v>81200</c:v>
                </c:pt>
                <c:pt idx="6">
                  <c:v>81300</c:v>
                </c:pt>
                <c:pt idx="7">
                  <c:v>80700</c:v>
                </c:pt>
                <c:pt idx="8">
                  <c:v>80800</c:v>
                </c:pt>
                <c:pt idx="9">
                  <c:v>80900</c:v>
                </c:pt>
                <c:pt idx="10">
                  <c:v>81000</c:v>
                </c:pt>
                <c:pt idx="11">
                  <c:v>81100</c:v>
                </c:pt>
                <c:pt idx="12">
                  <c:v>81200</c:v>
                </c:pt>
                <c:pt idx="13">
                  <c:v>81300</c:v>
                </c:pt>
                <c:pt idx="14">
                  <c:v>80700</c:v>
                </c:pt>
                <c:pt idx="15">
                  <c:v>80800</c:v>
                </c:pt>
                <c:pt idx="16">
                  <c:v>80900</c:v>
                </c:pt>
                <c:pt idx="17">
                  <c:v>81000</c:v>
                </c:pt>
                <c:pt idx="18">
                  <c:v>81100</c:v>
                </c:pt>
                <c:pt idx="19">
                  <c:v>81200</c:v>
                </c:pt>
                <c:pt idx="20">
                  <c:v>81300</c:v>
                </c:pt>
                <c:pt idx="21">
                  <c:v>80700</c:v>
                </c:pt>
                <c:pt idx="22">
                  <c:v>80800</c:v>
                </c:pt>
                <c:pt idx="23">
                  <c:v>80900</c:v>
                </c:pt>
                <c:pt idx="24">
                  <c:v>81000</c:v>
                </c:pt>
                <c:pt idx="25">
                  <c:v>81100</c:v>
                </c:pt>
                <c:pt idx="26">
                  <c:v>81200</c:v>
                </c:pt>
                <c:pt idx="27">
                  <c:v>81300</c:v>
                </c:pt>
                <c:pt idx="28">
                  <c:v>80700</c:v>
                </c:pt>
                <c:pt idx="29">
                  <c:v>80800</c:v>
                </c:pt>
                <c:pt idx="30">
                  <c:v>80900</c:v>
                </c:pt>
                <c:pt idx="31">
                  <c:v>81000</c:v>
                </c:pt>
                <c:pt idx="32">
                  <c:v>81100</c:v>
                </c:pt>
                <c:pt idx="33">
                  <c:v>81200</c:v>
                </c:pt>
                <c:pt idx="34">
                  <c:v>81300</c:v>
                </c:pt>
                <c:pt idx="35">
                  <c:v>80700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Nominal!$O$1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Nominal!$O$3:$O$50000</c:f>
              <c:numCache>
                <c:formatCode>_(* #,##0_);_(* \(#,##0\);_(* "-"??_);_(@_)</c:formatCode>
                <c:ptCount val="36"/>
                <c:pt idx="0">
                  <c:v>81800</c:v>
                </c:pt>
                <c:pt idx="1">
                  <c:v>81900</c:v>
                </c:pt>
                <c:pt idx="2">
                  <c:v>82000</c:v>
                </c:pt>
                <c:pt idx="3">
                  <c:v>82100</c:v>
                </c:pt>
                <c:pt idx="4">
                  <c:v>82200</c:v>
                </c:pt>
                <c:pt idx="5">
                  <c:v>82300</c:v>
                </c:pt>
                <c:pt idx="6">
                  <c:v>81700</c:v>
                </c:pt>
                <c:pt idx="7">
                  <c:v>81800</c:v>
                </c:pt>
                <c:pt idx="8">
                  <c:v>81900</c:v>
                </c:pt>
                <c:pt idx="9">
                  <c:v>82000</c:v>
                </c:pt>
                <c:pt idx="10">
                  <c:v>82100</c:v>
                </c:pt>
                <c:pt idx="11">
                  <c:v>82200</c:v>
                </c:pt>
                <c:pt idx="12">
                  <c:v>82300</c:v>
                </c:pt>
                <c:pt idx="13">
                  <c:v>81700</c:v>
                </c:pt>
                <c:pt idx="14">
                  <c:v>81800</c:v>
                </c:pt>
                <c:pt idx="15">
                  <c:v>81900</c:v>
                </c:pt>
                <c:pt idx="16">
                  <c:v>82000</c:v>
                </c:pt>
                <c:pt idx="17">
                  <c:v>82100</c:v>
                </c:pt>
                <c:pt idx="18">
                  <c:v>82200</c:v>
                </c:pt>
                <c:pt idx="19">
                  <c:v>82300</c:v>
                </c:pt>
                <c:pt idx="20">
                  <c:v>81700</c:v>
                </c:pt>
                <c:pt idx="21">
                  <c:v>81800</c:v>
                </c:pt>
                <c:pt idx="22">
                  <c:v>81900</c:v>
                </c:pt>
                <c:pt idx="23">
                  <c:v>82000</c:v>
                </c:pt>
                <c:pt idx="24">
                  <c:v>82100</c:v>
                </c:pt>
                <c:pt idx="25">
                  <c:v>82200</c:v>
                </c:pt>
                <c:pt idx="26">
                  <c:v>82300</c:v>
                </c:pt>
                <c:pt idx="27">
                  <c:v>81700</c:v>
                </c:pt>
                <c:pt idx="28">
                  <c:v>81800</c:v>
                </c:pt>
                <c:pt idx="29">
                  <c:v>81900</c:v>
                </c:pt>
                <c:pt idx="30">
                  <c:v>82000</c:v>
                </c:pt>
                <c:pt idx="31">
                  <c:v>82100</c:v>
                </c:pt>
                <c:pt idx="32">
                  <c:v>82200</c:v>
                </c:pt>
                <c:pt idx="33">
                  <c:v>82300</c:v>
                </c:pt>
                <c:pt idx="34">
                  <c:v>81700</c:v>
                </c:pt>
                <c:pt idx="35">
                  <c:v>81800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Nominal!$C$1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Nominal!$C$3:$C$50000</c:f>
              <c:numCache>
                <c:formatCode>_(* #,##0_);_(* \(#,##0\);_(* "-"??_);_(@_)</c:formatCode>
                <c:ptCount val="36"/>
                <c:pt idx="0">
                  <c:v>82900</c:v>
                </c:pt>
                <c:pt idx="1">
                  <c:v>83000</c:v>
                </c:pt>
                <c:pt idx="2">
                  <c:v>83100</c:v>
                </c:pt>
                <c:pt idx="3">
                  <c:v>83200</c:v>
                </c:pt>
                <c:pt idx="4">
                  <c:v>83300</c:v>
                </c:pt>
                <c:pt idx="5">
                  <c:v>82700</c:v>
                </c:pt>
                <c:pt idx="6">
                  <c:v>82800</c:v>
                </c:pt>
                <c:pt idx="7">
                  <c:v>82900</c:v>
                </c:pt>
                <c:pt idx="8">
                  <c:v>83000</c:v>
                </c:pt>
                <c:pt idx="9">
                  <c:v>83100</c:v>
                </c:pt>
                <c:pt idx="10">
                  <c:v>83200</c:v>
                </c:pt>
                <c:pt idx="11">
                  <c:v>83300</c:v>
                </c:pt>
                <c:pt idx="12">
                  <c:v>82700</c:v>
                </c:pt>
                <c:pt idx="13">
                  <c:v>82800</c:v>
                </c:pt>
                <c:pt idx="14">
                  <c:v>82900</c:v>
                </c:pt>
                <c:pt idx="15">
                  <c:v>83000</c:v>
                </c:pt>
                <c:pt idx="16">
                  <c:v>83100</c:v>
                </c:pt>
                <c:pt idx="17">
                  <c:v>83200</c:v>
                </c:pt>
                <c:pt idx="18">
                  <c:v>83300</c:v>
                </c:pt>
                <c:pt idx="19">
                  <c:v>82700</c:v>
                </c:pt>
                <c:pt idx="20">
                  <c:v>82800</c:v>
                </c:pt>
                <c:pt idx="21">
                  <c:v>82900</c:v>
                </c:pt>
                <c:pt idx="22">
                  <c:v>83000</c:v>
                </c:pt>
                <c:pt idx="23">
                  <c:v>83100</c:v>
                </c:pt>
                <c:pt idx="24">
                  <c:v>83200</c:v>
                </c:pt>
                <c:pt idx="25">
                  <c:v>83300</c:v>
                </c:pt>
                <c:pt idx="26">
                  <c:v>82700</c:v>
                </c:pt>
                <c:pt idx="27">
                  <c:v>82800</c:v>
                </c:pt>
                <c:pt idx="28">
                  <c:v>82900</c:v>
                </c:pt>
                <c:pt idx="29">
                  <c:v>83000</c:v>
                </c:pt>
                <c:pt idx="30">
                  <c:v>83100</c:v>
                </c:pt>
                <c:pt idx="31">
                  <c:v>83200</c:v>
                </c:pt>
                <c:pt idx="32">
                  <c:v>83300</c:v>
                </c:pt>
                <c:pt idx="33">
                  <c:v>82700</c:v>
                </c:pt>
                <c:pt idx="34">
                  <c:v>82800</c:v>
                </c:pt>
                <c:pt idx="35">
                  <c:v>82900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Nominal!$P$1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Nominal!$P$3:$P$10000</c:f>
              <c:numCache>
                <c:formatCode>_(* #,##0_);_(* \(#,##0\);_(* "-"??_);_(@_)</c:formatCode>
                <c:ptCount val="36"/>
                <c:pt idx="0">
                  <c:v>84000</c:v>
                </c:pt>
                <c:pt idx="1">
                  <c:v>84100</c:v>
                </c:pt>
                <c:pt idx="2">
                  <c:v>84200</c:v>
                </c:pt>
                <c:pt idx="3">
                  <c:v>84300</c:v>
                </c:pt>
                <c:pt idx="4">
                  <c:v>83700</c:v>
                </c:pt>
                <c:pt idx="5">
                  <c:v>83800</c:v>
                </c:pt>
                <c:pt idx="6">
                  <c:v>83900</c:v>
                </c:pt>
                <c:pt idx="7">
                  <c:v>84000</c:v>
                </c:pt>
                <c:pt idx="8">
                  <c:v>84100</c:v>
                </c:pt>
                <c:pt idx="9">
                  <c:v>84200</c:v>
                </c:pt>
                <c:pt idx="10">
                  <c:v>84300</c:v>
                </c:pt>
                <c:pt idx="11">
                  <c:v>83700</c:v>
                </c:pt>
                <c:pt idx="12">
                  <c:v>83800</c:v>
                </c:pt>
                <c:pt idx="13">
                  <c:v>83900</c:v>
                </c:pt>
                <c:pt idx="14">
                  <c:v>84000</c:v>
                </c:pt>
                <c:pt idx="15">
                  <c:v>84100</c:v>
                </c:pt>
                <c:pt idx="16">
                  <c:v>84200</c:v>
                </c:pt>
                <c:pt idx="17">
                  <c:v>84300</c:v>
                </c:pt>
                <c:pt idx="18">
                  <c:v>83700</c:v>
                </c:pt>
                <c:pt idx="19">
                  <c:v>83800</c:v>
                </c:pt>
                <c:pt idx="20">
                  <c:v>83900</c:v>
                </c:pt>
                <c:pt idx="21">
                  <c:v>84000</c:v>
                </c:pt>
                <c:pt idx="22">
                  <c:v>84100</c:v>
                </c:pt>
                <c:pt idx="23">
                  <c:v>84200</c:v>
                </c:pt>
                <c:pt idx="24">
                  <c:v>84300</c:v>
                </c:pt>
                <c:pt idx="25">
                  <c:v>83700</c:v>
                </c:pt>
                <c:pt idx="26">
                  <c:v>83800</c:v>
                </c:pt>
                <c:pt idx="27">
                  <c:v>83900</c:v>
                </c:pt>
                <c:pt idx="28">
                  <c:v>84000</c:v>
                </c:pt>
                <c:pt idx="29">
                  <c:v>84100</c:v>
                </c:pt>
                <c:pt idx="30">
                  <c:v>84200</c:v>
                </c:pt>
                <c:pt idx="31">
                  <c:v>84300</c:v>
                </c:pt>
                <c:pt idx="32">
                  <c:v>83700</c:v>
                </c:pt>
                <c:pt idx="33">
                  <c:v>83800</c:v>
                </c:pt>
                <c:pt idx="34">
                  <c:v>83900</c:v>
                </c:pt>
                <c:pt idx="35">
                  <c:v>84000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Nominal!$M$1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Nominal!$M$3:$M$50000</c:f>
              <c:numCache>
                <c:formatCode>_(* #,##0_);_(* \(#,##0\);_(* "-"??_);_(@_)</c:formatCode>
                <c:ptCount val="36"/>
                <c:pt idx="0">
                  <c:v>85100</c:v>
                </c:pt>
                <c:pt idx="1">
                  <c:v>85200</c:v>
                </c:pt>
                <c:pt idx="2">
                  <c:v>85300</c:v>
                </c:pt>
                <c:pt idx="3">
                  <c:v>84700</c:v>
                </c:pt>
                <c:pt idx="4">
                  <c:v>84800</c:v>
                </c:pt>
                <c:pt idx="5">
                  <c:v>84900</c:v>
                </c:pt>
                <c:pt idx="6">
                  <c:v>85000</c:v>
                </c:pt>
                <c:pt idx="7">
                  <c:v>85100</c:v>
                </c:pt>
                <c:pt idx="8">
                  <c:v>85200</c:v>
                </c:pt>
                <c:pt idx="9">
                  <c:v>85300</c:v>
                </c:pt>
                <c:pt idx="10">
                  <c:v>84700</c:v>
                </c:pt>
                <c:pt idx="11">
                  <c:v>84800</c:v>
                </c:pt>
                <c:pt idx="12">
                  <c:v>84900</c:v>
                </c:pt>
                <c:pt idx="13">
                  <c:v>85000</c:v>
                </c:pt>
                <c:pt idx="14">
                  <c:v>85100</c:v>
                </c:pt>
                <c:pt idx="15">
                  <c:v>85200</c:v>
                </c:pt>
                <c:pt idx="16">
                  <c:v>85300</c:v>
                </c:pt>
                <c:pt idx="17">
                  <c:v>84700</c:v>
                </c:pt>
                <c:pt idx="18">
                  <c:v>84800</c:v>
                </c:pt>
                <c:pt idx="19">
                  <c:v>84900</c:v>
                </c:pt>
                <c:pt idx="20">
                  <c:v>85000</c:v>
                </c:pt>
                <c:pt idx="21">
                  <c:v>85100</c:v>
                </c:pt>
                <c:pt idx="22">
                  <c:v>85200</c:v>
                </c:pt>
                <c:pt idx="23">
                  <c:v>85300</c:v>
                </c:pt>
                <c:pt idx="24">
                  <c:v>84700</c:v>
                </c:pt>
                <c:pt idx="25">
                  <c:v>84800</c:v>
                </c:pt>
                <c:pt idx="26">
                  <c:v>84900</c:v>
                </c:pt>
                <c:pt idx="27">
                  <c:v>85000</c:v>
                </c:pt>
                <c:pt idx="28">
                  <c:v>85100</c:v>
                </c:pt>
                <c:pt idx="29">
                  <c:v>85200</c:v>
                </c:pt>
                <c:pt idx="30">
                  <c:v>85300</c:v>
                </c:pt>
                <c:pt idx="31">
                  <c:v>84700</c:v>
                </c:pt>
                <c:pt idx="32">
                  <c:v>84800</c:v>
                </c:pt>
                <c:pt idx="33">
                  <c:v>84900</c:v>
                </c:pt>
                <c:pt idx="34">
                  <c:v>85000</c:v>
                </c:pt>
                <c:pt idx="35">
                  <c:v>85100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Nominal!$D$1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Nominal!$D$3:$D$10000</c:f>
              <c:numCache>
                <c:formatCode>_(* #,##0_);_(* \(#,##0\);_(* "-"??_);_(@_)</c:formatCode>
                <c:ptCount val="36"/>
                <c:pt idx="0">
                  <c:v>86200</c:v>
                </c:pt>
                <c:pt idx="1">
                  <c:v>86300</c:v>
                </c:pt>
                <c:pt idx="2">
                  <c:v>85700</c:v>
                </c:pt>
                <c:pt idx="3">
                  <c:v>85800</c:v>
                </c:pt>
                <c:pt idx="4">
                  <c:v>85900</c:v>
                </c:pt>
                <c:pt idx="5">
                  <c:v>86000</c:v>
                </c:pt>
                <c:pt idx="6">
                  <c:v>86100</c:v>
                </c:pt>
                <c:pt idx="7">
                  <c:v>86200</c:v>
                </c:pt>
                <c:pt idx="8">
                  <c:v>86300</c:v>
                </c:pt>
                <c:pt idx="9">
                  <c:v>85700</c:v>
                </c:pt>
                <c:pt idx="10">
                  <c:v>85800</c:v>
                </c:pt>
                <c:pt idx="11">
                  <c:v>85900</c:v>
                </c:pt>
                <c:pt idx="12">
                  <c:v>86000</c:v>
                </c:pt>
                <c:pt idx="13">
                  <c:v>86100</c:v>
                </c:pt>
                <c:pt idx="14">
                  <c:v>86200</c:v>
                </c:pt>
                <c:pt idx="15">
                  <c:v>86300</c:v>
                </c:pt>
                <c:pt idx="16">
                  <c:v>85700</c:v>
                </c:pt>
                <c:pt idx="17">
                  <c:v>85800</c:v>
                </c:pt>
                <c:pt idx="18">
                  <c:v>85900</c:v>
                </c:pt>
                <c:pt idx="19">
                  <c:v>86000</c:v>
                </c:pt>
                <c:pt idx="20">
                  <c:v>86100</c:v>
                </c:pt>
                <c:pt idx="21">
                  <c:v>86200</c:v>
                </c:pt>
                <c:pt idx="22">
                  <c:v>86300</c:v>
                </c:pt>
                <c:pt idx="23">
                  <c:v>85700</c:v>
                </c:pt>
                <c:pt idx="24">
                  <c:v>85800</c:v>
                </c:pt>
                <c:pt idx="25">
                  <c:v>85900</c:v>
                </c:pt>
                <c:pt idx="26">
                  <c:v>86000</c:v>
                </c:pt>
                <c:pt idx="27">
                  <c:v>86100</c:v>
                </c:pt>
                <c:pt idx="28">
                  <c:v>86200</c:v>
                </c:pt>
                <c:pt idx="29">
                  <c:v>86300</c:v>
                </c:pt>
                <c:pt idx="30">
                  <c:v>85700</c:v>
                </c:pt>
                <c:pt idx="31">
                  <c:v>85800</c:v>
                </c:pt>
                <c:pt idx="32">
                  <c:v>85900</c:v>
                </c:pt>
                <c:pt idx="33">
                  <c:v>86000</c:v>
                </c:pt>
                <c:pt idx="34">
                  <c:v>86100</c:v>
                </c:pt>
                <c:pt idx="35">
                  <c:v>86200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Nominal!$Q$1</c:f>
              <c:strCache>
                <c:ptCount val="1"/>
                <c:pt idx="0">
                  <c:v>Synthetic Series 7</c:v>
                </c:pt>
              </c:strCache>
            </c:strRef>
          </c:tx>
          <c:spPr>
            <a:ln xmlns:a="http://schemas.openxmlformats.org/drawingml/2006/main">
              <a:solidFill>
                <a:schemeClr val="accent3">
                  <a:lumMod val="75000"/>
                </a:schemeClr>
              </a:solidFill>
            </a:ln>
          </c:spPr>
          <c:marker>
            <c:symbol val="diamond"/>
            <c:size val="5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Nominal!$Q$3:$Q$108</c:f>
              <c:numCache>
                <c:formatCode>_(* #,##0_);_(* \(#,##0\);_(* "-"??_);_(@_)</c:formatCode>
                <c:ptCount val="36"/>
                <c:pt idx="0">
                  <c:v>87300</c:v>
                </c:pt>
                <c:pt idx="1">
                  <c:v>86700</c:v>
                </c:pt>
                <c:pt idx="2">
                  <c:v>86800</c:v>
                </c:pt>
                <c:pt idx="3">
                  <c:v>86900</c:v>
                </c:pt>
                <c:pt idx="4">
                  <c:v>87000</c:v>
                </c:pt>
                <c:pt idx="5">
                  <c:v>87100</c:v>
                </c:pt>
                <c:pt idx="6">
                  <c:v>87200</c:v>
                </c:pt>
                <c:pt idx="7">
                  <c:v>87300</c:v>
                </c:pt>
                <c:pt idx="8">
                  <c:v>86700</c:v>
                </c:pt>
                <c:pt idx="9">
                  <c:v>86800</c:v>
                </c:pt>
                <c:pt idx="10">
                  <c:v>86900</c:v>
                </c:pt>
                <c:pt idx="11">
                  <c:v>87000</c:v>
                </c:pt>
                <c:pt idx="12">
                  <c:v>87100</c:v>
                </c:pt>
                <c:pt idx="13">
                  <c:v>87200</c:v>
                </c:pt>
                <c:pt idx="14">
                  <c:v>87300</c:v>
                </c:pt>
                <c:pt idx="15">
                  <c:v>86700</c:v>
                </c:pt>
                <c:pt idx="16">
                  <c:v>86800</c:v>
                </c:pt>
                <c:pt idx="17">
                  <c:v>86900</c:v>
                </c:pt>
                <c:pt idx="18">
                  <c:v>87000</c:v>
                </c:pt>
                <c:pt idx="19">
                  <c:v>87100</c:v>
                </c:pt>
                <c:pt idx="20">
                  <c:v>87200</c:v>
                </c:pt>
                <c:pt idx="21">
                  <c:v>87300</c:v>
                </c:pt>
                <c:pt idx="22">
                  <c:v>86700</c:v>
                </c:pt>
                <c:pt idx="23">
                  <c:v>86800</c:v>
                </c:pt>
                <c:pt idx="24">
                  <c:v>86900</c:v>
                </c:pt>
                <c:pt idx="25">
                  <c:v>87000</c:v>
                </c:pt>
                <c:pt idx="26">
                  <c:v>87100</c:v>
                </c:pt>
                <c:pt idx="27">
                  <c:v>87200</c:v>
                </c:pt>
                <c:pt idx="28">
                  <c:v>87300</c:v>
                </c:pt>
                <c:pt idx="29">
                  <c:v>86700</c:v>
                </c:pt>
                <c:pt idx="30">
                  <c:v>86800</c:v>
                </c:pt>
                <c:pt idx="31">
                  <c:v>86900</c:v>
                </c:pt>
                <c:pt idx="32">
                  <c:v>87000</c:v>
                </c:pt>
                <c:pt idx="33">
                  <c:v>87100</c:v>
                </c:pt>
                <c:pt idx="34">
                  <c:v>87200</c:v>
                </c:pt>
                <c:pt idx="35">
                  <c:v>87300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Nominal!$E$1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Nominal!$E$3:$E$100</c:f>
              <c:numCache>
                <c:formatCode>_(* #,##0_);_(* \(#,##0\);_(* "-"??_);_(@_)</c:formatCode>
                <c:ptCount val="36"/>
                <c:pt idx="0">
                  <c:v>87700</c:v>
                </c:pt>
                <c:pt idx="1">
                  <c:v>87800</c:v>
                </c:pt>
                <c:pt idx="2">
                  <c:v>87900</c:v>
                </c:pt>
                <c:pt idx="3">
                  <c:v>88000</c:v>
                </c:pt>
                <c:pt idx="4">
                  <c:v>88100</c:v>
                </c:pt>
                <c:pt idx="5">
                  <c:v>88200</c:v>
                </c:pt>
                <c:pt idx="6">
                  <c:v>88300</c:v>
                </c:pt>
                <c:pt idx="7">
                  <c:v>87700</c:v>
                </c:pt>
                <c:pt idx="8">
                  <c:v>87800</c:v>
                </c:pt>
                <c:pt idx="9">
                  <c:v>87900</c:v>
                </c:pt>
                <c:pt idx="10">
                  <c:v>88000</c:v>
                </c:pt>
                <c:pt idx="11">
                  <c:v>88100</c:v>
                </c:pt>
                <c:pt idx="12">
                  <c:v>88200</c:v>
                </c:pt>
                <c:pt idx="13">
                  <c:v>88300</c:v>
                </c:pt>
                <c:pt idx="14">
                  <c:v>87700</c:v>
                </c:pt>
                <c:pt idx="15">
                  <c:v>87800</c:v>
                </c:pt>
                <c:pt idx="16">
                  <c:v>87900</c:v>
                </c:pt>
                <c:pt idx="17">
                  <c:v>88000</c:v>
                </c:pt>
                <c:pt idx="18">
                  <c:v>88100</c:v>
                </c:pt>
                <c:pt idx="19">
                  <c:v>88200</c:v>
                </c:pt>
                <c:pt idx="20">
                  <c:v>88300</c:v>
                </c:pt>
                <c:pt idx="21">
                  <c:v>87700</c:v>
                </c:pt>
                <c:pt idx="22">
                  <c:v>87800</c:v>
                </c:pt>
                <c:pt idx="23">
                  <c:v>87900</c:v>
                </c:pt>
                <c:pt idx="24">
                  <c:v>88000</c:v>
                </c:pt>
                <c:pt idx="25">
                  <c:v>88100</c:v>
                </c:pt>
                <c:pt idx="26">
                  <c:v>88200</c:v>
                </c:pt>
                <c:pt idx="27">
                  <c:v>88300</c:v>
                </c:pt>
                <c:pt idx="28">
                  <c:v>87700</c:v>
                </c:pt>
                <c:pt idx="29">
                  <c:v>87800</c:v>
                </c:pt>
                <c:pt idx="30">
                  <c:v>87900</c:v>
                </c:pt>
                <c:pt idx="31">
                  <c:v>88000</c:v>
                </c:pt>
                <c:pt idx="32">
                  <c:v>88100</c:v>
                </c:pt>
                <c:pt idx="33">
                  <c:v>88200</c:v>
                </c:pt>
                <c:pt idx="34">
                  <c:v>88300</c:v>
                </c:pt>
                <c:pt idx="35">
                  <c:v>87700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Nominal!$I$1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Nominal!$I$3:$I$100</c:f>
              <c:numCache>
                <c:formatCode>_(* #,##0_);_(* \(#,##0\);_(* "-"??_);_(@_)</c:formatCode>
                <c:ptCount val="36"/>
                <c:pt idx="0">
                  <c:v>88800</c:v>
                </c:pt>
                <c:pt idx="1">
                  <c:v>88900</c:v>
                </c:pt>
                <c:pt idx="2">
                  <c:v>89000</c:v>
                </c:pt>
                <c:pt idx="3">
                  <c:v>89100</c:v>
                </c:pt>
                <c:pt idx="4">
                  <c:v>89200</c:v>
                </c:pt>
                <c:pt idx="5">
                  <c:v>89300</c:v>
                </c:pt>
                <c:pt idx="6">
                  <c:v>88700</c:v>
                </c:pt>
                <c:pt idx="7">
                  <c:v>88800</c:v>
                </c:pt>
                <c:pt idx="8">
                  <c:v>88900</c:v>
                </c:pt>
                <c:pt idx="9">
                  <c:v>89000</c:v>
                </c:pt>
                <c:pt idx="10">
                  <c:v>89100</c:v>
                </c:pt>
                <c:pt idx="11">
                  <c:v>89200</c:v>
                </c:pt>
                <c:pt idx="12">
                  <c:v>89300</c:v>
                </c:pt>
                <c:pt idx="13">
                  <c:v>88700</c:v>
                </c:pt>
                <c:pt idx="14">
                  <c:v>88800</c:v>
                </c:pt>
                <c:pt idx="15">
                  <c:v>88900</c:v>
                </c:pt>
                <c:pt idx="16">
                  <c:v>89000</c:v>
                </c:pt>
                <c:pt idx="17">
                  <c:v>89100</c:v>
                </c:pt>
                <c:pt idx="18">
                  <c:v>89200</c:v>
                </c:pt>
                <c:pt idx="19">
                  <c:v>89300</c:v>
                </c:pt>
                <c:pt idx="20">
                  <c:v>88700</c:v>
                </c:pt>
                <c:pt idx="21">
                  <c:v>88800</c:v>
                </c:pt>
                <c:pt idx="22">
                  <c:v>88900</c:v>
                </c:pt>
                <c:pt idx="23">
                  <c:v>89000</c:v>
                </c:pt>
                <c:pt idx="24">
                  <c:v>89100</c:v>
                </c:pt>
                <c:pt idx="25">
                  <c:v>89200</c:v>
                </c:pt>
                <c:pt idx="26">
                  <c:v>89300</c:v>
                </c:pt>
                <c:pt idx="27">
                  <c:v>88700</c:v>
                </c:pt>
                <c:pt idx="28">
                  <c:v>88800</c:v>
                </c:pt>
                <c:pt idx="29">
                  <c:v>88900</c:v>
                </c:pt>
                <c:pt idx="30">
                  <c:v>89000</c:v>
                </c:pt>
                <c:pt idx="31">
                  <c:v>89100</c:v>
                </c:pt>
                <c:pt idx="32">
                  <c:v>89200</c:v>
                </c:pt>
                <c:pt idx="33">
                  <c:v>89300</c:v>
                </c:pt>
                <c:pt idx="34">
                  <c:v>88700</c:v>
                </c:pt>
                <c:pt idx="35">
                  <c:v>88800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Nominal!$K$1</c:f>
              <c:strCache>
                <c:ptCount val="1"/>
                <c:pt idx="0">
                  <c:v>Synthetic Series 10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Nominal!$K$3:$K$113</c:f>
              <c:numCache>
                <c:formatCode>_(* #,##0_);_(* \(#,##0\);_(* "-"??_);_(@_)</c:formatCode>
                <c:ptCount val="36"/>
                <c:pt idx="0">
                  <c:v>89900</c:v>
                </c:pt>
                <c:pt idx="1">
                  <c:v>90000</c:v>
                </c:pt>
                <c:pt idx="2">
                  <c:v>90100</c:v>
                </c:pt>
                <c:pt idx="3">
                  <c:v>90200</c:v>
                </c:pt>
                <c:pt idx="4">
                  <c:v>90300</c:v>
                </c:pt>
                <c:pt idx="5">
                  <c:v>89700</c:v>
                </c:pt>
                <c:pt idx="6">
                  <c:v>89800</c:v>
                </c:pt>
                <c:pt idx="7">
                  <c:v>89900</c:v>
                </c:pt>
                <c:pt idx="8">
                  <c:v>90000</c:v>
                </c:pt>
                <c:pt idx="9">
                  <c:v>90100</c:v>
                </c:pt>
                <c:pt idx="10">
                  <c:v>90200</c:v>
                </c:pt>
                <c:pt idx="11">
                  <c:v>90300</c:v>
                </c:pt>
                <c:pt idx="12">
                  <c:v>89700</c:v>
                </c:pt>
                <c:pt idx="13">
                  <c:v>89800</c:v>
                </c:pt>
                <c:pt idx="14">
                  <c:v>89900</c:v>
                </c:pt>
                <c:pt idx="15">
                  <c:v>90000</c:v>
                </c:pt>
                <c:pt idx="16">
                  <c:v>90100</c:v>
                </c:pt>
                <c:pt idx="17">
                  <c:v>90200</c:v>
                </c:pt>
                <c:pt idx="18">
                  <c:v>90300</c:v>
                </c:pt>
                <c:pt idx="19">
                  <c:v>89700</c:v>
                </c:pt>
                <c:pt idx="20">
                  <c:v>89800</c:v>
                </c:pt>
                <c:pt idx="21">
                  <c:v>89900</c:v>
                </c:pt>
                <c:pt idx="22">
                  <c:v>90000</c:v>
                </c:pt>
                <c:pt idx="23">
                  <c:v>90100</c:v>
                </c:pt>
                <c:pt idx="24">
                  <c:v>90200</c:v>
                </c:pt>
                <c:pt idx="25">
                  <c:v>90300</c:v>
                </c:pt>
                <c:pt idx="26">
                  <c:v>89700</c:v>
                </c:pt>
                <c:pt idx="27">
                  <c:v>89800</c:v>
                </c:pt>
                <c:pt idx="28">
                  <c:v>89900</c:v>
                </c:pt>
                <c:pt idx="29">
                  <c:v>90000</c:v>
                </c:pt>
                <c:pt idx="30">
                  <c:v>90100</c:v>
                </c:pt>
                <c:pt idx="31">
                  <c:v>90200</c:v>
                </c:pt>
                <c:pt idx="32">
                  <c:v>90300</c:v>
                </c:pt>
                <c:pt idx="33">
                  <c:v>89700</c:v>
                </c:pt>
                <c:pt idx="34">
                  <c:v>89800</c:v>
                </c:pt>
                <c:pt idx="35">
                  <c:v>89900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Nominal!$F$1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Nominal!$F$3:$F$90</c:f>
              <c:numCache>
                <c:formatCode>_(* #,##0_);_(* \(#,##0\);_(* "-"??_);_(@_)</c:formatCode>
                <c:ptCount val="36"/>
                <c:pt idx="0">
                  <c:v>91000</c:v>
                </c:pt>
                <c:pt idx="1">
                  <c:v>91100</c:v>
                </c:pt>
                <c:pt idx="2">
                  <c:v>91200</c:v>
                </c:pt>
                <c:pt idx="3">
                  <c:v>91300</c:v>
                </c:pt>
                <c:pt idx="4">
                  <c:v>90700</c:v>
                </c:pt>
                <c:pt idx="5">
                  <c:v>90800</c:v>
                </c:pt>
                <c:pt idx="6">
                  <c:v>90900</c:v>
                </c:pt>
                <c:pt idx="7">
                  <c:v>91000</c:v>
                </c:pt>
                <c:pt idx="8">
                  <c:v>91100</c:v>
                </c:pt>
                <c:pt idx="9">
                  <c:v>91200</c:v>
                </c:pt>
                <c:pt idx="10">
                  <c:v>91300</c:v>
                </c:pt>
                <c:pt idx="11">
                  <c:v>90700</c:v>
                </c:pt>
                <c:pt idx="12">
                  <c:v>90800</c:v>
                </c:pt>
                <c:pt idx="13">
                  <c:v>90900</c:v>
                </c:pt>
                <c:pt idx="14">
                  <c:v>91000</c:v>
                </c:pt>
                <c:pt idx="15">
                  <c:v>91100</c:v>
                </c:pt>
                <c:pt idx="16">
                  <c:v>91200</c:v>
                </c:pt>
                <c:pt idx="17">
                  <c:v>91300</c:v>
                </c:pt>
                <c:pt idx="18">
                  <c:v>90700</c:v>
                </c:pt>
                <c:pt idx="19">
                  <c:v>90800</c:v>
                </c:pt>
                <c:pt idx="20">
                  <c:v>90900</c:v>
                </c:pt>
                <c:pt idx="21">
                  <c:v>91000</c:v>
                </c:pt>
                <c:pt idx="22">
                  <c:v>91100</c:v>
                </c:pt>
                <c:pt idx="23">
                  <c:v>91200</c:v>
                </c:pt>
                <c:pt idx="24">
                  <c:v>91300</c:v>
                </c:pt>
                <c:pt idx="25">
                  <c:v>90700</c:v>
                </c:pt>
                <c:pt idx="26">
                  <c:v>90800</c:v>
                </c:pt>
                <c:pt idx="27">
                  <c:v>90900</c:v>
                </c:pt>
                <c:pt idx="28">
                  <c:v>91000</c:v>
                </c:pt>
                <c:pt idx="29">
                  <c:v>91100</c:v>
                </c:pt>
                <c:pt idx="30">
                  <c:v>91200</c:v>
                </c:pt>
                <c:pt idx="31">
                  <c:v>91300</c:v>
                </c:pt>
                <c:pt idx="32">
                  <c:v>90700</c:v>
                </c:pt>
                <c:pt idx="33">
                  <c:v>90800</c:v>
                </c:pt>
                <c:pt idx="34">
                  <c:v>90900</c:v>
                </c:pt>
                <c:pt idx="35">
                  <c:v>91000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Nominal!$G$1</c:f>
              <c:strCache>
                <c:ptCount val="1"/>
                <c:pt idx="0">
                  <c:v>Synthetic Series 12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Nominal!$G$3:$G$277</c:f>
              <c:numCache>
                <c:formatCode>_(* #,##0_);_(* \(#,##0\);_(* "-"??_);_(@_)</c:formatCode>
                <c:ptCount val="36"/>
                <c:pt idx="0">
                  <c:v>92100</c:v>
                </c:pt>
                <c:pt idx="1">
                  <c:v>92200</c:v>
                </c:pt>
                <c:pt idx="2">
                  <c:v>92300</c:v>
                </c:pt>
                <c:pt idx="3">
                  <c:v>91700</c:v>
                </c:pt>
                <c:pt idx="4">
                  <c:v>91800</c:v>
                </c:pt>
                <c:pt idx="5">
                  <c:v>91900</c:v>
                </c:pt>
                <c:pt idx="6">
                  <c:v>92000</c:v>
                </c:pt>
                <c:pt idx="7">
                  <c:v>92100</c:v>
                </c:pt>
                <c:pt idx="8">
                  <c:v>92200</c:v>
                </c:pt>
                <c:pt idx="9">
                  <c:v>92300</c:v>
                </c:pt>
                <c:pt idx="10">
                  <c:v>91700</c:v>
                </c:pt>
                <c:pt idx="11">
                  <c:v>91800</c:v>
                </c:pt>
                <c:pt idx="12">
                  <c:v>91900</c:v>
                </c:pt>
                <c:pt idx="13">
                  <c:v>92000</c:v>
                </c:pt>
                <c:pt idx="14">
                  <c:v>92100</c:v>
                </c:pt>
                <c:pt idx="15">
                  <c:v>92200</c:v>
                </c:pt>
                <c:pt idx="16">
                  <c:v>92300</c:v>
                </c:pt>
                <c:pt idx="17">
                  <c:v>91700</c:v>
                </c:pt>
                <c:pt idx="18">
                  <c:v>91800</c:v>
                </c:pt>
                <c:pt idx="19">
                  <c:v>91900</c:v>
                </c:pt>
                <c:pt idx="20">
                  <c:v>92000</c:v>
                </c:pt>
                <c:pt idx="21">
                  <c:v>92100</c:v>
                </c:pt>
                <c:pt idx="22">
                  <c:v>92200</c:v>
                </c:pt>
                <c:pt idx="23">
                  <c:v>92300</c:v>
                </c:pt>
                <c:pt idx="24">
                  <c:v>91700</c:v>
                </c:pt>
                <c:pt idx="25">
                  <c:v>91800</c:v>
                </c:pt>
                <c:pt idx="26">
                  <c:v>91900</c:v>
                </c:pt>
                <c:pt idx="27">
                  <c:v>92000</c:v>
                </c:pt>
                <c:pt idx="28">
                  <c:v>92100</c:v>
                </c:pt>
                <c:pt idx="29">
                  <c:v>92200</c:v>
                </c:pt>
                <c:pt idx="30">
                  <c:v>92300</c:v>
                </c:pt>
                <c:pt idx="31">
                  <c:v>91700</c:v>
                </c:pt>
                <c:pt idx="32">
                  <c:v>91800</c:v>
                </c:pt>
                <c:pt idx="33">
                  <c:v>91900</c:v>
                </c:pt>
                <c:pt idx="34">
                  <c:v>92000</c:v>
                </c:pt>
                <c:pt idx="35">
                  <c:v>92100</c:v>
                </c:pt>
              </c:numCache>
            </c:numRef>
          </c:val>
          <c:smooth val="0"/>
        </c:ser>
        <c:ser>
          <c:idx val="12"/>
          <c:order val="12"/>
          <c:tx>
            <c:strRef>
              <c:f>Nominal!$J$1</c:f>
              <c:strCache>
                <c:ptCount val="1"/>
                <c:pt idx="0">
                  <c:v>Synthetic Series 13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Nominal!$J$3:$J$340</c:f>
              <c:numCache>
                <c:formatCode>_(* #,##0_);_(* \(#,##0\);_(* "-"??_);_(@_)</c:formatCode>
                <c:ptCount val="36"/>
                <c:pt idx="0">
                  <c:v>93200</c:v>
                </c:pt>
                <c:pt idx="1">
                  <c:v>93300</c:v>
                </c:pt>
                <c:pt idx="2">
                  <c:v>92700</c:v>
                </c:pt>
                <c:pt idx="3">
                  <c:v>92800</c:v>
                </c:pt>
                <c:pt idx="4">
                  <c:v>92900</c:v>
                </c:pt>
                <c:pt idx="5">
                  <c:v>93000</c:v>
                </c:pt>
                <c:pt idx="6">
                  <c:v>93100</c:v>
                </c:pt>
                <c:pt idx="7">
                  <c:v>93200</c:v>
                </c:pt>
                <c:pt idx="8">
                  <c:v>93300</c:v>
                </c:pt>
                <c:pt idx="9">
                  <c:v>92700</c:v>
                </c:pt>
                <c:pt idx="10">
                  <c:v>92800</c:v>
                </c:pt>
                <c:pt idx="11">
                  <c:v>92900</c:v>
                </c:pt>
                <c:pt idx="12">
                  <c:v>93000</c:v>
                </c:pt>
                <c:pt idx="13">
                  <c:v>93100</c:v>
                </c:pt>
                <c:pt idx="14">
                  <c:v>93200</c:v>
                </c:pt>
                <c:pt idx="15">
                  <c:v>93300</c:v>
                </c:pt>
                <c:pt idx="16">
                  <c:v>92700</c:v>
                </c:pt>
                <c:pt idx="17">
                  <c:v>92800</c:v>
                </c:pt>
                <c:pt idx="18">
                  <c:v>92900</c:v>
                </c:pt>
                <c:pt idx="19">
                  <c:v>93000</c:v>
                </c:pt>
                <c:pt idx="20">
                  <c:v>93100</c:v>
                </c:pt>
                <c:pt idx="21">
                  <c:v>93200</c:v>
                </c:pt>
                <c:pt idx="22">
                  <c:v>93300</c:v>
                </c:pt>
                <c:pt idx="23">
                  <c:v>92700</c:v>
                </c:pt>
                <c:pt idx="24">
                  <c:v>92800</c:v>
                </c:pt>
                <c:pt idx="25">
                  <c:v>92900</c:v>
                </c:pt>
                <c:pt idx="26">
                  <c:v>93000</c:v>
                </c:pt>
                <c:pt idx="27">
                  <c:v>93100</c:v>
                </c:pt>
                <c:pt idx="28">
                  <c:v>93200</c:v>
                </c:pt>
                <c:pt idx="29">
                  <c:v>93300</c:v>
                </c:pt>
                <c:pt idx="30">
                  <c:v>92700</c:v>
                </c:pt>
                <c:pt idx="31">
                  <c:v>92800</c:v>
                </c:pt>
                <c:pt idx="32">
                  <c:v>92900</c:v>
                </c:pt>
                <c:pt idx="33">
                  <c:v>93000</c:v>
                </c:pt>
                <c:pt idx="34">
                  <c:v>93100</c:v>
                </c:pt>
                <c:pt idx="35">
                  <c:v>93200</c:v>
                </c:pt>
              </c:numCache>
            </c:numRef>
          </c:val>
          <c:smooth val="0"/>
        </c:ser>
        <c:ser>
          <c:idx val="13"/>
          <c:order val="13"/>
          <c:tx>
            <c:strRef>
              <c:f>Nominal!$N$1</c:f>
              <c:strCache>
                <c:ptCount val="1"/>
                <c:pt idx="0">
                  <c:v>Synthetic Series 14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Nominal!$N$3:$N$402</c:f>
              <c:numCache>
                <c:formatCode>_(* #,##0_);_(* \(#,##0\);_(* "-"??_);_(@_)</c:formatCode>
                <c:ptCount val="36"/>
                <c:pt idx="0">
                  <c:v>94300</c:v>
                </c:pt>
                <c:pt idx="1">
                  <c:v>93700</c:v>
                </c:pt>
                <c:pt idx="2">
                  <c:v>93800</c:v>
                </c:pt>
                <c:pt idx="3">
                  <c:v>93900</c:v>
                </c:pt>
                <c:pt idx="4">
                  <c:v>94000</c:v>
                </c:pt>
                <c:pt idx="5">
                  <c:v>94100</c:v>
                </c:pt>
                <c:pt idx="6">
                  <c:v>94200</c:v>
                </c:pt>
                <c:pt idx="7">
                  <c:v>94300</c:v>
                </c:pt>
                <c:pt idx="8">
                  <c:v>93700</c:v>
                </c:pt>
                <c:pt idx="9">
                  <c:v>93800</c:v>
                </c:pt>
                <c:pt idx="10">
                  <c:v>93900</c:v>
                </c:pt>
                <c:pt idx="11">
                  <c:v>94000</c:v>
                </c:pt>
                <c:pt idx="12">
                  <c:v>94100</c:v>
                </c:pt>
                <c:pt idx="13">
                  <c:v>94200</c:v>
                </c:pt>
                <c:pt idx="14">
                  <c:v>94300</c:v>
                </c:pt>
                <c:pt idx="15">
                  <c:v>93700</c:v>
                </c:pt>
                <c:pt idx="16">
                  <c:v>93800</c:v>
                </c:pt>
                <c:pt idx="17">
                  <c:v>93900</c:v>
                </c:pt>
                <c:pt idx="18">
                  <c:v>94000</c:v>
                </c:pt>
                <c:pt idx="19">
                  <c:v>94100</c:v>
                </c:pt>
                <c:pt idx="20">
                  <c:v>94200</c:v>
                </c:pt>
                <c:pt idx="21">
                  <c:v>94300</c:v>
                </c:pt>
                <c:pt idx="22">
                  <c:v>93700</c:v>
                </c:pt>
                <c:pt idx="23">
                  <c:v>93800</c:v>
                </c:pt>
                <c:pt idx="24">
                  <c:v>93900</c:v>
                </c:pt>
                <c:pt idx="25">
                  <c:v>94000</c:v>
                </c:pt>
                <c:pt idx="26">
                  <c:v>94100</c:v>
                </c:pt>
                <c:pt idx="27">
                  <c:v>94200</c:v>
                </c:pt>
                <c:pt idx="28">
                  <c:v>94300</c:v>
                </c:pt>
                <c:pt idx="29">
                  <c:v>93700</c:v>
                </c:pt>
                <c:pt idx="30">
                  <c:v>93800</c:v>
                </c:pt>
                <c:pt idx="31">
                  <c:v>93900</c:v>
                </c:pt>
                <c:pt idx="32">
                  <c:v>94000</c:v>
                </c:pt>
                <c:pt idx="33">
                  <c:v>94100</c:v>
                </c:pt>
                <c:pt idx="34">
                  <c:v>94200</c:v>
                </c:pt>
                <c:pt idx="35">
                  <c:v>94300</c:v>
                </c:pt>
              </c:numCache>
            </c:numRef>
          </c:val>
          <c:smooth val="0"/>
        </c:ser>
        <c:ser>
          <c:idx val="14"/>
          <c:order val="14"/>
          <c:tx>
            <c:strRef>
              <c:f>Nominal!$L$1</c:f>
              <c:strCache>
                <c:ptCount val="1"/>
                <c:pt idx="0">
                  <c:v>Synthetic Series 15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Nominal!$L$3:$L$1050</c:f>
              <c:numCache>
                <c:formatCode>_(* #,##0_);_(* \(#,##0\);_(* "-"??_);_(@_)</c:formatCode>
                <c:ptCount val="36"/>
                <c:pt idx="0">
                  <c:v>94700</c:v>
                </c:pt>
                <c:pt idx="1">
                  <c:v>94800</c:v>
                </c:pt>
                <c:pt idx="2">
                  <c:v>94900</c:v>
                </c:pt>
                <c:pt idx="3">
                  <c:v>95000</c:v>
                </c:pt>
                <c:pt idx="4">
                  <c:v>95100</c:v>
                </c:pt>
                <c:pt idx="5">
                  <c:v>95200</c:v>
                </c:pt>
                <c:pt idx="6">
                  <c:v>95300</c:v>
                </c:pt>
                <c:pt idx="7">
                  <c:v>94700</c:v>
                </c:pt>
                <c:pt idx="8">
                  <c:v>94800</c:v>
                </c:pt>
                <c:pt idx="9">
                  <c:v>94900</c:v>
                </c:pt>
                <c:pt idx="10">
                  <c:v>95000</c:v>
                </c:pt>
                <c:pt idx="11">
                  <c:v>95100</c:v>
                </c:pt>
                <c:pt idx="12">
                  <c:v>95200</c:v>
                </c:pt>
                <c:pt idx="13">
                  <c:v>95300</c:v>
                </c:pt>
                <c:pt idx="14">
                  <c:v>94700</c:v>
                </c:pt>
                <c:pt idx="15">
                  <c:v>94800</c:v>
                </c:pt>
                <c:pt idx="16">
                  <c:v>94900</c:v>
                </c:pt>
                <c:pt idx="17">
                  <c:v>95000</c:v>
                </c:pt>
                <c:pt idx="18">
                  <c:v>95100</c:v>
                </c:pt>
                <c:pt idx="19">
                  <c:v>95200</c:v>
                </c:pt>
                <c:pt idx="20">
                  <c:v>95300</c:v>
                </c:pt>
                <c:pt idx="21">
                  <c:v>94700</c:v>
                </c:pt>
                <c:pt idx="22">
                  <c:v>94800</c:v>
                </c:pt>
                <c:pt idx="23">
                  <c:v>94900</c:v>
                </c:pt>
                <c:pt idx="24">
                  <c:v>95000</c:v>
                </c:pt>
                <c:pt idx="25">
                  <c:v>95100</c:v>
                </c:pt>
                <c:pt idx="26">
                  <c:v>95200</c:v>
                </c:pt>
                <c:pt idx="27">
                  <c:v>95300</c:v>
                </c:pt>
                <c:pt idx="28">
                  <c:v>94700</c:v>
                </c:pt>
                <c:pt idx="29">
                  <c:v>94800</c:v>
                </c:pt>
                <c:pt idx="30">
                  <c:v>94900</c:v>
                </c:pt>
                <c:pt idx="31">
                  <c:v>95000</c:v>
                </c:pt>
                <c:pt idx="32">
                  <c:v>95100</c:v>
                </c:pt>
                <c:pt idx="33">
                  <c:v>95200</c:v>
                </c:pt>
                <c:pt idx="34">
                  <c:v>95300</c:v>
                </c:pt>
                <c:pt idx="35">
                  <c:v>94700</c:v>
                </c:pt>
              </c:numCache>
            </c:numRef>
          </c:val>
          <c:smooth val="0"/>
        </c:ser>
        <c:ser>
          <c:idx val="15"/>
          <c:order val="15"/>
          <c:tx>
            <c:strRef>
              <c:f>Nominal!$H$1</c:f>
              <c:strCache>
                <c:ptCount val="1"/>
                <c:pt idx="0">
                  <c:v>Synthetic Series 16</c:v>
                </c:pt>
              </c:strCache>
            </c:strRef>
          </c:tx>
          <c:marker>
            <c:symbol val="none"/>
          </c:marker>
          <c:cat>
            <c:strRef>
              <c:f>Nominal!$A$3:$A$685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Nominal!$H$3:$H$478</c:f>
              <c:numCache>
                <c:formatCode>_(* #,##0_);_(* \(#,##0\);_(* "-"??_);_(@_)</c:formatCode>
                <c:ptCount val="36"/>
                <c:pt idx="0">
                  <c:v>95800</c:v>
                </c:pt>
                <c:pt idx="1">
                  <c:v>95900</c:v>
                </c:pt>
                <c:pt idx="2">
                  <c:v>96000</c:v>
                </c:pt>
                <c:pt idx="3">
                  <c:v>96100</c:v>
                </c:pt>
                <c:pt idx="4">
                  <c:v>96200</c:v>
                </c:pt>
                <c:pt idx="5">
                  <c:v>96300</c:v>
                </c:pt>
                <c:pt idx="6">
                  <c:v>95700</c:v>
                </c:pt>
                <c:pt idx="7">
                  <c:v>95800</c:v>
                </c:pt>
                <c:pt idx="8">
                  <c:v>95900</c:v>
                </c:pt>
                <c:pt idx="9">
                  <c:v>96000</c:v>
                </c:pt>
                <c:pt idx="10">
                  <c:v>96100</c:v>
                </c:pt>
                <c:pt idx="11">
                  <c:v>96200</c:v>
                </c:pt>
                <c:pt idx="12">
                  <c:v>96300</c:v>
                </c:pt>
                <c:pt idx="13">
                  <c:v>95700</c:v>
                </c:pt>
                <c:pt idx="14">
                  <c:v>95800</c:v>
                </c:pt>
                <c:pt idx="15">
                  <c:v>95900</c:v>
                </c:pt>
                <c:pt idx="16">
                  <c:v>96000</c:v>
                </c:pt>
                <c:pt idx="17">
                  <c:v>96100</c:v>
                </c:pt>
                <c:pt idx="18">
                  <c:v>96200</c:v>
                </c:pt>
                <c:pt idx="19">
                  <c:v>96300</c:v>
                </c:pt>
                <c:pt idx="20">
                  <c:v>95700</c:v>
                </c:pt>
                <c:pt idx="21">
                  <c:v>95800</c:v>
                </c:pt>
                <c:pt idx="22">
                  <c:v>95900</c:v>
                </c:pt>
                <c:pt idx="23">
                  <c:v>96000</c:v>
                </c:pt>
                <c:pt idx="24">
                  <c:v>96100</c:v>
                </c:pt>
                <c:pt idx="25">
                  <c:v>96200</c:v>
                </c:pt>
                <c:pt idx="26">
                  <c:v>96300</c:v>
                </c:pt>
                <c:pt idx="27">
                  <c:v>95700</c:v>
                </c:pt>
                <c:pt idx="28">
                  <c:v>95800</c:v>
                </c:pt>
                <c:pt idx="29">
                  <c:v>95900</c:v>
                </c:pt>
                <c:pt idx="30">
                  <c:v>96000</c:v>
                </c:pt>
                <c:pt idx="31">
                  <c:v>96100</c:v>
                </c:pt>
                <c:pt idx="32">
                  <c:v>96200</c:v>
                </c:pt>
                <c:pt idx="33">
                  <c:v>96300</c:v>
                </c:pt>
                <c:pt idx="34">
                  <c:v>95700</c:v>
                </c:pt>
                <c:pt idx="35">
                  <c:v>95800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2998144"/>
        <c:axId val="202999680"/>
      </c:lineChart>
      <c:dateAx>
        <c:axId val="202998144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202999680"/>
        <c:crosses val="autoZero"/>
        <c:auto val="1"/>
        <c:baseTimeUnit val="months"/>
      </c:dateAx>
      <c:valAx>
        <c:axId val="202999680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202998144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Equity Counterparty Exposure - ex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Equity!$B$1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Equity!$B$3:$B$50000</c:f>
              <c:numCache>
                <c:formatCode>_(* #,##0_);_(* \(#,##0\);_(* "-"??_);_(@_)</c:formatCode>
                <c:ptCount val="36"/>
                <c:pt idx="0">
                  <c:v>90700</c:v>
                </c:pt>
                <c:pt idx="1">
                  <c:v>90800</c:v>
                </c:pt>
                <c:pt idx="2">
                  <c:v>90900</c:v>
                </c:pt>
                <c:pt idx="3">
                  <c:v>91000</c:v>
                </c:pt>
                <c:pt idx="4">
                  <c:v>91100</c:v>
                </c:pt>
                <c:pt idx="5">
                  <c:v>91200</c:v>
                </c:pt>
                <c:pt idx="6">
                  <c:v>91300</c:v>
                </c:pt>
                <c:pt idx="7">
                  <c:v>90700</c:v>
                </c:pt>
                <c:pt idx="8">
                  <c:v>90800</c:v>
                </c:pt>
                <c:pt idx="9">
                  <c:v>90900</c:v>
                </c:pt>
                <c:pt idx="10">
                  <c:v>91000</c:v>
                </c:pt>
                <c:pt idx="11">
                  <c:v>91100</c:v>
                </c:pt>
                <c:pt idx="12">
                  <c:v>91200</c:v>
                </c:pt>
                <c:pt idx="13">
                  <c:v>91300</c:v>
                </c:pt>
                <c:pt idx="14">
                  <c:v>90700</c:v>
                </c:pt>
                <c:pt idx="15">
                  <c:v>90800</c:v>
                </c:pt>
                <c:pt idx="16">
                  <c:v>90900</c:v>
                </c:pt>
                <c:pt idx="17">
                  <c:v>91000</c:v>
                </c:pt>
                <c:pt idx="18">
                  <c:v>91100</c:v>
                </c:pt>
                <c:pt idx="19">
                  <c:v>91200</c:v>
                </c:pt>
                <c:pt idx="20">
                  <c:v>91300</c:v>
                </c:pt>
                <c:pt idx="21">
                  <c:v>90700</c:v>
                </c:pt>
                <c:pt idx="22">
                  <c:v>90800</c:v>
                </c:pt>
                <c:pt idx="23">
                  <c:v>90900</c:v>
                </c:pt>
                <c:pt idx="24">
                  <c:v>91000</c:v>
                </c:pt>
                <c:pt idx="25">
                  <c:v>91100</c:v>
                </c:pt>
                <c:pt idx="26">
                  <c:v>91200</c:v>
                </c:pt>
                <c:pt idx="27">
                  <c:v>91300</c:v>
                </c:pt>
                <c:pt idx="28">
                  <c:v>90700</c:v>
                </c:pt>
                <c:pt idx="29">
                  <c:v>90800</c:v>
                </c:pt>
                <c:pt idx="30">
                  <c:v>90900</c:v>
                </c:pt>
                <c:pt idx="31">
                  <c:v>91000</c:v>
                </c:pt>
                <c:pt idx="32">
                  <c:v>91100</c:v>
                </c:pt>
                <c:pt idx="33">
                  <c:v>91200</c:v>
                </c:pt>
                <c:pt idx="34">
                  <c:v>91300</c:v>
                </c:pt>
                <c:pt idx="35">
                  <c:v>90700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Equity!$C$1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Equity!$C$3:$C$50000</c:f>
              <c:numCache>
                <c:formatCode>_(* #,##0_);_(* \(#,##0\);_(* "-"??_);_(@_)</c:formatCode>
                <c:ptCount val="36"/>
                <c:pt idx="0">
                  <c:v>91800</c:v>
                </c:pt>
                <c:pt idx="1">
                  <c:v>91900</c:v>
                </c:pt>
                <c:pt idx="2">
                  <c:v>92000</c:v>
                </c:pt>
                <c:pt idx="3">
                  <c:v>92100</c:v>
                </c:pt>
                <c:pt idx="4">
                  <c:v>92200</c:v>
                </c:pt>
                <c:pt idx="5">
                  <c:v>92300</c:v>
                </c:pt>
                <c:pt idx="6">
                  <c:v>91700</c:v>
                </c:pt>
                <c:pt idx="7">
                  <c:v>91800</c:v>
                </c:pt>
                <c:pt idx="8">
                  <c:v>91900</c:v>
                </c:pt>
                <c:pt idx="9">
                  <c:v>92000</c:v>
                </c:pt>
                <c:pt idx="10">
                  <c:v>92100</c:v>
                </c:pt>
                <c:pt idx="11">
                  <c:v>92200</c:v>
                </c:pt>
                <c:pt idx="12">
                  <c:v>92300</c:v>
                </c:pt>
                <c:pt idx="13">
                  <c:v>91700</c:v>
                </c:pt>
                <c:pt idx="14">
                  <c:v>91800</c:v>
                </c:pt>
                <c:pt idx="15">
                  <c:v>91900</c:v>
                </c:pt>
                <c:pt idx="16">
                  <c:v>92000</c:v>
                </c:pt>
                <c:pt idx="17">
                  <c:v>92100</c:v>
                </c:pt>
                <c:pt idx="18">
                  <c:v>92200</c:v>
                </c:pt>
                <c:pt idx="19">
                  <c:v>92300</c:v>
                </c:pt>
                <c:pt idx="20">
                  <c:v>91700</c:v>
                </c:pt>
                <c:pt idx="21">
                  <c:v>91800</c:v>
                </c:pt>
                <c:pt idx="22">
                  <c:v>91900</c:v>
                </c:pt>
                <c:pt idx="23">
                  <c:v>92000</c:v>
                </c:pt>
                <c:pt idx="24">
                  <c:v>92100</c:v>
                </c:pt>
                <c:pt idx="25">
                  <c:v>92200</c:v>
                </c:pt>
                <c:pt idx="26">
                  <c:v>92300</c:v>
                </c:pt>
                <c:pt idx="27">
                  <c:v>91700</c:v>
                </c:pt>
                <c:pt idx="28">
                  <c:v>91800</c:v>
                </c:pt>
                <c:pt idx="29">
                  <c:v>91900</c:v>
                </c:pt>
                <c:pt idx="30">
                  <c:v>92000</c:v>
                </c:pt>
                <c:pt idx="31">
                  <c:v>92100</c:v>
                </c:pt>
                <c:pt idx="32">
                  <c:v>92200</c:v>
                </c:pt>
                <c:pt idx="33">
                  <c:v>92300</c:v>
                </c:pt>
                <c:pt idx="34">
                  <c:v>91700</c:v>
                </c:pt>
                <c:pt idx="35">
                  <c:v>91800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Equity!$J$1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Equity!$J$3:$J$50000</c:f>
              <c:numCache>
                <c:formatCode>_(* #,##0_);_(* \(#,##0\);_(* "-"??_);_(@_)</c:formatCode>
                <c:ptCount val="36"/>
                <c:pt idx="0">
                  <c:v>92900</c:v>
                </c:pt>
                <c:pt idx="1">
                  <c:v>93000</c:v>
                </c:pt>
                <c:pt idx="2">
                  <c:v>93100</c:v>
                </c:pt>
                <c:pt idx="3">
                  <c:v>93200</c:v>
                </c:pt>
                <c:pt idx="4">
                  <c:v>93300</c:v>
                </c:pt>
                <c:pt idx="5">
                  <c:v>92700</c:v>
                </c:pt>
                <c:pt idx="6">
                  <c:v>92800</c:v>
                </c:pt>
                <c:pt idx="7">
                  <c:v>92900</c:v>
                </c:pt>
                <c:pt idx="8">
                  <c:v>93000</c:v>
                </c:pt>
                <c:pt idx="9">
                  <c:v>93100</c:v>
                </c:pt>
                <c:pt idx="10">
                  <c:v>93200</c:v>
                </c:pt>
                <c:pt idx="11">
                  <c:v>93300</c:v>
                </c:pt>
                <c:pt idx="12">
                  <c:v>92700</c:v>
                </c:pt>
                <c:pt idx="13">
                  <c:v>92800</c:v>
                </c:pt>
                <c:pt idx="14">
                  <c:v>92900</c:v>
                </c:pt>
                <c:pt idx="15">
                  <c:v>93000</c:v>
                </c:pt>
                <c:pt idx="16">
                  <c:v>93100</c:v>
                </c:pt>
                <c:pt idx="17">
                  <c:v>93200</c:v>
                </c:pt>
                <c:pt idx="18">
                  <c:v>93300</c:v>
                </c:pt>
                <c:pt idx="19">
                  <c:v>92700</c:v>
                </c:pt>
                <c:pt idx="20">
                  <c:v>92800</c:v>
                </c:pt>
                <c:pt idx="21">
                  <c:v>92900</c:v>
                </c:pt>
                <c:pt idx="22">
                  <c:v>93000</c:v>
                </c:pt>
                <c:pt idx="23">
                  <c:v>93100</c:v>
                </c:pt>
                <c:pt idx="24">
                  <c:v>93200</c:v>
                </c:pt>
                <c:pt idx="25">
                  <c:v>93300</c:v>
                </c:pt>
                <c:pt idx="26">
                  <c:v>92700</c:v>
                </c:pt>
                <c:pt idx="27">
                  <c:v>92800</c:v>
                </c:pt>
                <c:pt idx="28">
                  <c:v>92900</c:v>
                </c:pt>
                <c:pt idx="29">
                  <c:v>93000</c:v>
                </c:pt>
                <c:pt idx="30">
                  <c:v>93100</c:v>
                </c:pt>
                <c:pt idx="31">
                  <c:v>93200</c:v>
                </c:pt>
                <c:pt idx="32">
                  <c:v>93300</c:v>
                </c:pt>
                <c:pt idx="33">
                  <c:v>92700</c:v>
                </c:pt>
                <c:pt idx="34">
                  <c:v>92800</c:v>
                </c:pt>
                <c:pt idx="35">
                  <c:v>92900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Equity!$K$1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Equity!$K$3:$K$50000</c:f>
              <c:numCache>
                <c:formatCode>_(* #,##0_);_(* \(#,##0\);_(* "-"??_);_(@_)</c:formatCode>
                <c:ptCount val="36"/>
                <c:pt idx="0">
                  <c:v>94000</c:v>
                </c:pt>
                <c:pt idx="1">
                  <c:v>94100</c:v>
                </c:pt>
                <c:pt idx="2">
                  <c:v>94200</c:v>
                </c:pt>
                <c:pt idx="3">
                  <c:v>94300</c:v>
                </c:pt>
                <c:pt idx="4">
                  <c:v>93700</c:v>
                </c:pt>
                <c:pt idx="5">
                  <c:v>93800</c:v>
                </c:pt>
                <c:pt idx="6">
                  <c:v>93900</c:v>
                </c:pt>
                <c:pt idx="7">
                  <c:v>94000</c:v>
                </c:pt>
                <c:pt idx="8">
                  <c:v>94100</c:v>
                </c:pt>
                <c:pt idx="9">
                  <c:v>94200</c:v>
                </c:pt>
                <c:pt idx="10">
                  <c:v>94300</c:v>
                </c:pt>
                <c:pt idx="11">
                  <c:v>93700</c:v>
                </c:pt>
                <c:pt idx="12">
                  <c:v>93800</c:v>
                </c:pt>
                <c:pt idx="13">
                  <c:v>93900</c:v>
                </c:pt>
                <c:pt idx="14">
                  <c:v>94000</c:v>
                </c:pt>
                <c:pt idx="15">
                  <c:v>94100</c:v>
                </c:pt>
                <c:pt idx="16">
                  <c:v>94200</c:v>
                </c:pt>
                <c:pt idx="17">
                  <c:v>94300</c:v>
                </c:pt>
                <c:pt idx="18">
                  <c:v>93700</c:v>
                </c:pt>
                <c:pt idx="19">
                  <c:v>93800</c:v>
                </c:pt>
                <c:pt idx="20">
                  <c:v>93900</c:v>
                </c:pt>
                <c:pt idx="21">
                  <c:v>94000</c:v>
                </c:pt>
                <c:pt idx="22">
                  <c:v>94100</c:v>
                </c:pt>
                <c:pt idx="23">
                  <c:v>94200</c:v>
                </c:pt>
                <c:pt idx="24">
                  <c:v>94300</c:v>
                </c:pt>
                <c:pt idx="25">
                  <c:v>93700</c:v>
                </c:pt>
                <c:pt idx="26">
                  <c:v>93800</c:v>
                </c:pt>
                <c:pt idx="27">
                  <c:v>93900</c:v>
                </c:pt>
                <c:pt idx="28">
                  <c:v>94000</c:v>
                </c:pt>
                <c:pt idx="29">
                  <c:v>94100</c:v>
                </c:pt>
                <c:pt idx="30">
                  <c:v>94200</c:v>
                </c:pt>
                <c:pt idx="31">
                  <c:v>94300</c:v>
                </c:pt>
                <c:pt idx="32">
                  <c:v>93700</c:v>
                </c:pt>
                <c:pt idx="33">
                  <c:v>93800</c:v>
                </c:pt>
                <c:pt idx="34">
                  <c:v>93900</c:v>
                </c:pt>
                <c:pt idx="35">
                  <c:v>94000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Equity!$M$1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Equity!$M$3:$M$50000</c:f>
              <c:numCache>
                <c:formatCode>_(* #,##0_);_(* \(#,##0\);_(* "-"??_);_(@_)</c:formatCode>
                <c:ptCount val="36"/>
                <c:pt idx="0">
                  <c:v>95100</c:v>
                </c:pt>
                <c:pt idx="1">
                  <c:v>95200</c:v>
                </c:pt>
                <c:pt idx="2">
                  <c:v>95300</c:v>
                </c:pt>
                <c:pt idx="3">
                  <c:v>94700</c:v>
                </c:pt>
                <c:pt idx="4">
                  <c:v>94800</c:v>
                </c:pt>
                <c:pt idx="5">
                  <c:v>94900</c:v>
                </c:pt>
                <c:pt idx="6">
                  <c:v>95000</c:v>
                </c:pt>
                <c:pt idx="7">
                  <c:v>95100</c:v>
                </c:pt>
                <c:pt idx="8">
                  <c:v>95200</c:v>
                </c:pt>
                <c:pt idx="9">
                  <c:v>95300</c:v>
                </c:pt>
                <c:pt idx="10">
                  <c:v>94700</c:v>
                </c:pt>
                <c:pt idx="11">
                  <c:v>94800</c:v>
                </c:pt>
                <c:pt idx="12">
                  <c:v>94900</c:v>
                </c:pt>
                <c:pt idx="13">
                  <c:v>95000</c:v>
                </c:pt>
                <c:pt idx="14">
                  <c:v>95100</c:v>
                </c:pt>
                <c:pt idx="15">
                  <c:v>95200</c:v>
                </c:pt>
                <c:pt idx="16">
                  <c:v>95300</c:v>
                </c:pt>
                <c:pt idx="17">
                  <c:v>94700</c:v>
                </c:pt>
                <c:pt idx="18">
                  <c:v>94800</c:v>
                </c:pt>
                <c:pt idx="19">
                  <c:v>94900</c:v>
                </c:pt>
                <c:pt idx="20">
                  <c:v>95000</c:v>
                </c:pt>
                <c:pt idx="21">
                  <c:v>95100</c:v>
                </c:pt>
                <c:pt idx="22">
                  <c:v>95200</c:v>
                </c:pt>
                <c:pt idx="23">
                  <c:v>95300</c:v>
                </c:pt>
                <c:pt idx="24">
                  <c:v>94700</c:v>
                </c:pt>
                <c:pt idx="25">
                  <c:v>94800</c:v>
                </c:pt>
                <c:pt idx="26">
                  <c:v>94900</c:v>
                </c:pt>
                <c:pt idx="27">
                  <c:v>95000</c:v>
                </c:pt>
                <c:pt idx="28">
                  <c:v>95100</c:v>
                </c:pt>
                <c:pt idx="29">
                  <c:v>95200</c:v>
                </c:pt>
                <c:pt idx="30">
                  <c:v>95300</c:v>
                </c:pt>
                <c:pt idx="31">
                  <c:v>94700</c:v>
                </c:pt>
                <c:pt idx="32">
                  <c:v>94800</c:v>
                </c:pt>
                <c:pt idx="33">
                  <c:v>94900</c:v>
                </c:pt>
                <c:pt idx="34">
                  <c:v>95000</c:v>
                </c:pt>
                <c:pt idx="35">
                  <c:v>95100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Equity!$D$1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Equity!$D$3:$D$100</c:f>
              <c:numCache>
                <c:formatCode>_(* #,##0_);_(* \(#,##0\);_(* "-"??_);_(@_)</c:formatCode>
                <c:ptCount val="36"/>
                <c:pt idx="0">
                  <c:v>96200</c:v>
                </c:pt>
                <c:pt idx="1">
                  <c:v>96300</c:v>
                </c:pt>
                <c:pt idx="2">
                  <c:v>95700</c:v>
                </c:pt>
                <c:pt idx="3">
                  <c:v>95800</c:v>
                </c:pt>
                <c:pt idx="4">
                  <c:v>95900</c:v>
                </c:pt>
                <c:pt idx="5">
                  <c:v>96000</c:v>
                </c:pt>
                <c:pt idx="6">
                  <c:v>96100</c:v>
                </c:pt>
                <c:pt idx="7">
                  <c:v>96200</c:v>
                </c:pt>
                <c:pt idx="8">
                  <c:v>96300</c:v>
                </c:pt>
                <c:pt idx="9">
                  <c:v>95700</c:v>
                </c:pt>
                <c:pt idx="10">
                  <c:v>95800</c:v>
                </c:pt>
                <c:pt idx="11">
                  <c:v>95900</c:v>
                </c:pt>
                <c:pt idx="12">
                  <c:v>96000</c:v>
                </c:pt>
                <c:pt idx="13">
                  <c:v>96100</c:v>
                </c:pt>
                <c:pt idx="14">
                  <c:v>96200</c:v>
                </c:pt>
                <c:pt idx="15">
                  <c:v>96300</c:v>
                </c:pt>
                <c:pt idx="16">
                  <c:v>95700</c:v>
                </c:pt>
                <c:pt idx="17">
                  <c:v>95800</c:v>
                </c:pt>
                <c:pt idx="18">
                  <c:v>95900</c:v>
                </c:pt>
                <c:pt idx="19">
                  <c:v>96000</c:v>
                </c:pt>
                <c:pt idx="20">
                  <c:v>96100</c:v>
                </c:pt>
                <c:pt idx="21">
                  <c:v>96200</c:v>
                </c:pt>
                <c:pt idx="22">
                  <c:v>96300</c:v>
                </c:pt>
                <c:pt idx="23">
                  <c:v>95700</c:v>
                </c:pt>
                <c:pt idx="24">
                  <c:v>95800</c:v>
                </c:pt>
                <c:pt idx="25">
                  <c:v>95900</c:v>
                </c:pt>
                <c:pt idx="26">
                  <c:v>96000</c:v>
                </c:pt>
                <c:pt idx="27">
                  <c:v>96100</c:v>
                </c:pt>
                <c:pt idx="28">
                  <c:v>96200</c:v>
                </c:pt>
                <c:pt idx="29">
                  <c:v>96300</c:v>
                </c:pt>
                <c:pt idx="30">
                  <c:v>95700</c:v>
                </c:pt>
                <c:pt idx="31">
                  <c:v>95800</c:v>
                </c:pt>
                <c:pt idx="32">
                  <c:v>95900</c:v>
                </c:pt>
                <c:pt idx="33">
                  <c:v>96000</c:v>
                </c:pt>
                <c:pt idx="34">
                  <c:v>96100</c:v>
                </c:pt>
                <c:pt idx="35">
                  <c:v>96200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Equity!$I$1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Equity!$I$3:$I$100</c:f>
              <c:numCache>
                <c:formatCode>_(* #,##0_);_(* \(#,##0\);_(* "-"??_);_(@_)</c:formatCode>
                <c:ptCount val="36"/>
                <c:pt idx="0">
                  <c:v>97300</c:v>
                </c:pt>
                <c:pt idx="1">
                  <c:v>96700</c:v>
                </c:pt>
                <c:pt idx="2">
                  <c:v>96800</c:v>
                </c:pt>
                <c:pt idx="3">
                  <c:v>96900</c:v>
                </c:pt>
                <c:pt idx="4">
                  <c:v>97000</c:v>
                </c:pt>
                <c:pt idx="5">
                  <c:v>97100</c:v>
                </c:pt>
                <c:pt idx="6">
                  <c:v>97200</c:v>
                </c:pt>
                <c:pt idx="7">
                  <c:v>97300</c:v>
                </c:pt>
                <c:pt idx="8">
                  <c:v>96700</c:v>
                </c:pt>
                <c:pt idx="9">
                  <c:v>96800</c:v>
                </c:pt>
                <c:pt idx="10">
                  <c:v>96900</c:v>
                </c:pt>
                <c:pt idx="11">
                  <c:v>97000</c:v>
                </c:pt>
                <c:pt idx="12">
                  <c:v>97100</c:v>
                </c:pt>
                <c:pt idx="13">
                  <c:v>97200</c:v>
                </c:pt>
                <c:pt idx="14">
                  <c:v>97300</c:v>
                </c:pt>
                <c:pt idx="15">
                  <c:v>96700</c:v>
                </c:pt>
                <c:pt idx="16">
                  <c:v>96800</c:v>
                </c:pt>
                <c:pt idx="17">
                  <c:v>96900</c:v>
                </c:pt>
                <c:pt idx="18">
                  <c:v>97000</c:v>
                </c:pt>
                <c:pt idx="19">
                  <c:v>97100</c:v>
                </c:pt>
                <c:pt idx="20">
                  <c:v>97200</c:v>
                </c:pt>
                <c:pt idx="21">
                  <c:v>97300</c:v>
                </c:pt>
                <c:pt idx="22">
                  <c:v>96700</c:v>
                </c:pt>
                <c:pt idx="23">
                  <c:v>96800</c:v>
                </c:pt>
                <c:pt idx="24">
                  <c:v>96900</c:v>
                </c:pt>
                <c:pt idx="25">
                  <c:v>97000</c:v>
                </c:pt>
                <c:pt idx="26">
                  <c:v>97100</c:v>
                </c:pt>
                <c:pt idx="27">
                  <c:v>97200</c:v>
                </c:pt>
                <c:pt idx="28">
                  <c:v>97300</c:v>
                </c:pt>
                <c:pt idx="29">
                  <c:v>96700</c:v>
                </c:pt>
                <c:pt idx="30">
                  <c:v>96800</c:v>
                </c:pt>
                <c:pt idx="31">
                  <c:v>96900</c:v>
                </c:pt>
                <c:pt idx="32">
                  <c:v>97000</c:v>
                </c:pt>
                <c:pt idx="33">
                  <c:v>97100</c:v>
                </c:pt>
                <c:pt idx="34">
                  <c:v>97200</c:v>
                </c:pt>
                <c:pt idx="35">
                  <c:v>97300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Equity!$E$1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Equity!$E$3:$E$164</c:f>
              <c:numCache>
                <c:formatCode>_(* #,##0_);_(* \(#,##0\);_(* "-"??_);_(@_)</c:formatCode>
                <c:ptCount val="36"/>
                <c:pt idx="0">
                  <c:v>97700</c:v>
                </c:pt>
                <c:pt idx="1">
                  <c:v>97800</c:v>
                </c:pt>
                <c:pt idx="2">
                  <c:v>97900</c:v>
                </c:pt>
                <c:pt idx="3">
                  <c:v>98000</c:v>
                </c:pt>
                <c:pt idx="4">
                  <c:v>98100</c:v>
                </c:pt>
                <c:pt idx="5">
                  <c:v>98200</c:v>
                </c:pt>
                <c:pt idx="6">
                  <c:v>98300</c:v>
                </c:pt>
                <c:pt idx="7">
                  <c:v>97700</c:v>
                </c:pt>
                <c:pt idx="8">
                  <c:v>97800</c:v>
                </c:pt>
                <c:pt idx="9">
                  <c:v>97900</c:v>
                </c:pt>
                <c:pt idx="10">
                  <c:v>98000</c:v>
                </c:pt>
                <c:pt idx="11">
                  <c:v>98100</c:v>
                </c:pt>
                <c:pt idx="12">
                  <c:v>98200</c:v>
                </c:pt>
                <c:pt idx="13">
                  <c:v>98300</c:v>
                </c:pt>
                <c:pt idx="14">
                  <c:v>97700</c:v>
                </c:pt>
                <c:pt idx="15">
                  <c:v>97800</c:v>
                </c:pt>
                <c:pt idx="16">
                  <c:v>97900</c:v>
                </c:pt>
                <c:pt idx="17">
                  <c:v>98000</c:v>
                </c:pt>
                <c:pt idx="18">
                  <c:v>98100</c:v>
                </c:pt>
                <c:pt idx="19">
                  <c:v>98200</c:v>
                </c:pt>
                <c:pt idx="20">
                  <c:v>98300</c:v>
                </c:pt>
                <c:pt idx="21">
                  <c:v>97700</c:v>
                </c:pt>
                <c:pt idx="22">
                  <c:v>97800</c:v>
                </c:pt>
                <c:pt idx="23">
                  <c:v>97900</c:v>
                </c:pt>
                <c:pt idx="24">
                  <c:v>98000</c:v>
                </c:pt>
                <c:pt idx="25">
                  <c:v>98100</c:v>
                </c:pt>
                <c:pt idx="26">
                  <c:v>98200</c:v>
                </c:pt>
                <c:pt idx="27">
                  <c:v>98300</c:v>
                </c:pt>
                <c:pt idx="28">
                  <c:v>97700</c:v>
                </c:pt>
                <c:pt idx="29">
                  <c:v>97800</c:v>
                </c:pt>
                <c:pt idx="30">
                  <c:v>97900</c:v>
                </c:pt>
                <c:pt idx="31">
                  <c:v>98000</c:v>
                </c:pt>
                <c:pt idx="32">
                  <c:v>98100</c:v>
                </c:pt>
                <c:pt idx="33">
                  <c:v>98200</c:v>
                </c:pt>
                <c:pt idx="34">
                  <c:v>98300</c:v>
                </c:pt>
                <c:pt idx="35">
                  <c:v>97700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Equity!$H$1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Equity!$H$3:$H$519</c:f>
              <c:numCache>
                <c:formatCode>_(* #,##0_);_(* \(#,##0\);_(* "-"??_);_(@_)</c:formatCode>
                <c:ptCount val="36"/>
                <c:pt idx="0">
                  <c:v>98800</c:v>
                </c:pt>
                <c:pt idx="1">
                  <c:v>98900</c:v>
                </c:pt>
                <c:pt idx="2">
                  <c:v>99000</c:v>
                </c:pt>
                <c:pt idx="3">
                  <c:v>99100</c:v>
                </c:pt>
                <c:pt idx="4">
                  <c:v>99200</c:v>
                </c:pt>
                <c:pt idx="5">
                  <c:v>99300</c:v>
                </c:pt>
                <c:pt idx="6">
                  <c:v>98700</c:v>
                </c:pt>
                <c:pt idx="7">
                  <c:v>98800</c:v>
                </c:pt>
                <c:pt idx="8">
                  <c:v>98900</c:v>
                </c:pt>
                <c:pt idx="9">
                  <c:v>99000</c:v>
                </c:pt>
                <c:pt idx="10">
                  <c:v>99100</c:v>
                </c:pt>
                <c:pt idx="11">
                  <c:v>99200</c:v>
                </c:pt>
                <c:pt idx="12">
                  <c:v>99300</c:v>
                </c:pt>
                <c:pt idx="13">
                  <c:v>98700</c:v>
                </c:pt>
                <c:pt idx="14">
                  <c:v>98800</c:v>
                </c:pt>
                <c:pt idx="15">
                  <c:v>98900</c:v>
                </c:pt>
                <c:pt idx="16">
                  <c:v>99000</c:v>
                </c:pt>
                <c:pt idx="17">
                  <c:v>99100</c:v>
                </c:pt>
                <c:pt idx="18">
                  <c:v>99200</c:v>
                </c:pt>
                <c:pt idx="19">
                  <c:v>99300</c:v>
                </c:pt>
                <c:pt idx="20">
                  <c:v>98700</c:v>
                </c:pt>
                <c:pt idx="21">
                  <c:v>98800</c:v>
                </c:pt>
                <c:pt idx="22">
                  <c:v>98900</c:v>
                </c:pt>
                <c:pt idx="23">
                  <c:v>99000</c:v>
                </c:pt>
                <c:pt idx="24">
                  <c:v>99100</c:v>
                </c:pt>
                <c:pt idx="25">
                  <c:v>99200</c:v>
                </c:pt>
                <c:pt idx="26">
                  <c:v>99300</c:v>
                </c:pt>
                <c:pt idx="27">
                  <c:v>98700</c:v>
                </c:pt>
                <c:pt idx="28">
                  <c:v>98800</c:v>
                </c:pt>
                <c:pt idx="29">
                  <c:v>98900</c:v>
                </c:pt>
                <c:pt idx="30">
                  <c:v>99000</c:v>
                </c:pt>
                <c:pt idx="31">
                  <c:v>99100</c:v>
                </c:pt>
                <c:pt idx="32">
                  <c:v>99200</c:v>
                </c:pt>
                <c:pt idx="33">
                  <c:v>99300</c:v>
                </c:pt>
                <c:pt idx="34">
                  <c:v>98700</c:v>
                </c:pt>
                <c:pt idx="35">
                  <c:v>98800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Equity!$F$1</c:f>
              <c:strCache>
                <c:ptCount val="1"/>
                <c:pt idx="0">
                  <c:v>Synthetic Series 10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Equity!$F$3:$F$371</c:f>
              <c:numCache>
                <c:formatCode>_(* #,##0_);_(* \(#,##0\);_(* "-"??_);_(@_)</c:formatCode>
                <c:ptCount val="36"/>
                <c:pt idx="0">
                  <c:v>99900</c:v>
                </c:pt>
                <c:pt idx="1">
                  <c:v>100000</c:v>
                </c:pt>
                <c:pt idx="2">
                  <c:v>100100</c:v>
                </c:pt>
                <c:pt idx="3">
                  <c:v>100200</c:v>
                </c:pt>
                <c:pt idx="4">
                  <c:v>100300</c:v>
                </c:pt>
                <c:pt idx="5">
                  <c:v>99700</c:v>
                </c:pt>
                <c:pt idx="6">
                  <c:v>99800</c:v>
                </c:pt>
                <c:pt idx="7">
                  <c:v>99900</c:v>
                </c:pt>
                <c:pt idx="8">
                  <c:v>100000</c:v>
                </c:pt>
                <c:pt idx="9">
                  <c:v>100100</c:v>
                </c:pt>
                <c:pt idx="10">
                  <c:v>100200</c:v>
                </c:pt>
                <c:pt idx="11">
                  <c:v>100300</c:v>
                </c:pt>
                <c:pt idx="12">
                  <c:v>99700</c:v>
                </c:pt>
                <c:pt idx="13">
                  <c:v>99800</c:v>
                </c:pt>
                <c:pt idx="14">
                  <c:v>99900</c:v>
                </c:pt>
                <c:pt idx="15">
                  <c:v>100000</c:v>
                </c:pt>
                <c:pt idx="16">
                  <c:v>100100</c:v>
                </c:pt>
                <c:pt idx="17">
                  <c:v>100200</c:v>
                </c:pt>
                <c:pt idx="18">
                  <c:v>100300</c:v>
                </c:pt>
                <c:pt idx="19">
                  <c:v>99700</c:v>
                </c:pt>
                <c:pt idx="20">
                  <c:v>99800</c:v>
                </c:pt>
                <c:pt idx="21">
                  <c:v>99900</c:v>
                </c:pt>
                <c:pt idx="22">
                  <c:v>100000</c:v>
                </c:pt>
                <c:pt idx="23">
                  <c:v>100100</c:v>
                </c:pt>
                <c:pt idx="24">
                  <c:v>100200</c:v>
                </c:pt>
                <c:pt idx="25">
                  <c:v>100300</c:v>
                </c:pt>
                <c:pt idx="26">
                  <c:v>99700</c:v>
                </c:pt>
                <c:pt idx="27">
                  <c:v>99800</c:v>
                </c:pt>
                <c:pt idx="28">
                  <c:v>99900</c:v>
                </c:pt>
                <c:pt idx="29">
                  <c:v>100000</c:v>
                </c:pt>
                <c:pt idx="30">
                  <c:v>100100</c:v>
                </c:pt>
                <c:pt idx="31">
                  <c:v>100200</c:v>
                </c:pt>
                <c:pt idx="32">
                  <c:v>100300</c:v>
                </c:pt>
                <c:pt idx="33">
                  <c:v>99700</c:v>
                </c:pt>
                <c:pt idx="34">
                  <c:v>99800</c:v>
                </c:pt>
                <c:pt idx="35">
                  <c:v>99900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Equity!$L$1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Equity!$L$3:$L$471</c:f>
              <c:numCache>
                <c:formatCode>_(* #,##0_);_(* \(#,##0\);_(* "-"??_);_(@_)</c:formatCode>
                <c:ptCount val="36"/>
                <c:pt idx="0">
                  <c:v>101000</c:v>
                </c:pt>
                <c:pt idx="1">
                  <c:v>101100</c:v>
                </c:pt>
                <c:pt idx="2">
                  <c:v>101200</c:v>
                </c:pt>
                <c:pt idx="3">
                  <c:v>101300</c:v>
                </c:pt>
                <c:pt idx="4">
                  <c:v>100700</c:v>
                </c:pt>
                <c:pt idx="5">
                  <c:v>100800</c:v>
                </c:pt>
                <c:pt idx="6">
                  <c:v>100900</c:v>
                </c:pt>
                <c:pt idx="7">
                  <c:v>101000</c:v>
                </c:pt>
                <c:pt idx="8">
                  <c:v>101100</c:v>
                </c:pt>
                <c:pt idx="9">
                  <c:v>101200</c:v>
                </c:pt>
                <c:pt idx="10">
                  <c:v>101300</c:v>
                </c:pt>
                <c:pt idx="11">
                  <c:v>100700</c:v>
                </c:pt>
                <c:pt idx="12">
                  <c:v>100800</c:v>
                </c:pt>
                <c:pt idx="13">
                  <c:v>100900</c:v>
                </c:pt>
                <c:pt idx="14">
                  <c:v>101000</c:v>
                </c:pt>
                <c:pt idx="15">
                  <c:v>101100</c:v>
                </c:pt>
                <c:pt idx="16">
                  <c:v>101200</c:v>
                </c:pt>
                <c:pt idx="17">
                  <c:v>101300</c:v>
                </c:pt>
                <c:pt idx="18">
                  <c:v>100700</c:v>
                </c:pt>
                <c:pt idx="19">
                  <c:v>100800</c:v>
                </c:pt>
                <c:pt idx="20">
                  <c:v>100900</c:v>
                </c:pt>
                <c:pt idx="21">
                  <c:v>101000</c:v>
                </c:pt>
                <c:pt idx="22">
                  <c:v>101100</c:v>
                </c:pt>
                <c:pt idx="23">
                  <c:v>101200</c:v>
                </c:pt>
                <c:pt idx="24">
                  <c:v>101300</c:v>
                </c:pt>
                <c:pt idx="25">
                  <c:v>100700</c:v>
                </c:pt>
                <c:pt idx="26">
                  <c:v>100800</c:v>
                </c:pt>
                <c:pt idx="27">
                  <c:v>100900</c:v>
                </c:pt>
                <c:pt idx="28">
                  <c:v>101000</c:v>
                </c:pt>
                <c:pt idx="29">
                  <c:v>101100</c:v>
                </c:pt>
                <c:pt idx="30">
                  <c:v>101200</c:v>
                </c:pt>
                <c:pt idx="31">
                  <c:v>101300</c:v>
                </c:pt>
                <c:pt idx="32">
                  <c:v>100700</c:v>
                </c:pt>
                <c:pt idx="33">
                  <c:v>100800</c:v>
                </c:pt>
                <c:pt idx="34">
                  <c:v>100900</c:v>
                </c:pt>
                <c:pt idx="35">
                  <c:v>101000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Equity!$N$1</c:f>
              <c:strCache>
                <c:ptCount val="1"/>
                <c:pt idx="0">
                  <c:v>Synthetic Series 12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Equity!$N$3:$N$331</c:f>
              <c:numCache>
                <c:formatCode>_(* #,##0_);_(* \(#,##0\);_(* "-"??_);_(@_)</c:formatCode>
                <c:ptCount val="36"/>
                <c:pt idx="0">
                  <c:v>102100</c:v>
                </c:pt>
                <c:pt idx="1">
                  <c:v>102200</c:v>
                </c:pt>
                <c:pt idx="2">
                  <c:v>102300</c:v>
                </c:pt>
                <c:pt idx="3">
                  <c:v>101700</c:v>
                </c:pt>
                <c:pt idx="4">
                  <c:v>101800</c:v>
                </c:pt>
                <c:pt idx="5">
                  <c:v>101900</c:v>
                </c:pt>
                <c:pt idx="6">
                  <c:v>102000</c:v>
                </c:pt>
                <c:pt idx="7">
                  <c:v>102100</c:v>
                </c:pt>
                <c:pt idx="8">
                  <c:v>102200</c:v>
                </c:pt>
                <c:pt idx="9">
                  <c:v>102300</c:v>
                </c:pt>
                <c:pt idx="10">
                  <c:v>101700</c:v>
                </c:pt>
                <c:pt idx="11">
                  <c:v>101800</c:v>
                </c:pt>
                <c:pt idx="12">
                  <c:v>101900</c:v>
                </c:pt>
                <c:pt idx="13">
                  <c:v>102000</c:v>
                </c:pt>
                <c:pt idx="14">
                  <c:v>102100</c:v>
                </c:pt>
                <c:pt idx="15">
                  <c:v>102200</c:v>
                </c:pt>
                <c:pt idx="16">
                  <c:v>102300</c:v>
                </c:pt>
                <c:pt idx="17">
                  <c:v>101700</c:v>
                </c:pt>
                <c:pt idx="18">
                  <c:v>101800</c:v>
                </c:pt>
                <c:pt idx="19">
                  <c:v>101900</c:v>
                </c:pt>
                <c:pt idx="20">
                  <c:v>102000</c:v>
                </c:pt>
                <c:pt idx="21">
                  <c:v>102100</c:v>
                </c:pt>
                <c:pt idx="22">
                  <c:v>102200</c:v>
                </c:pt>
                <c:pt idx="23">
                  <c:v>102300</c:v>
                </c:pt>
                <c:pt idx="24">
                  <c:v>101700</c:v>
                </c:pt>
                <c:pt idx="25">
                  <c:v>101800</c:v>
                </c:pt>
                <c:pt idx="26">
                  <c:v>101900</c:v>
                </c:pt>
                <c:pt idx="27">
                  <c:v>102000</c:v>
                </c:pt>
                <c:pt idx="28">
                  <c:v>102100</c:v>
                </c:pt>
                <c:pt idx="29">
                  <c:v>102200</c:v>
                </c:pt>
                <c:pt idx="30">
                  <c:v>102300</c:v>
                </c:pt>
                <c:pt idx="31">
                  <c:v>101700</c:v>
                </c:pt>
                <c:pt idx="32">
                  <c:v>101800</c:v>
                </c:pt>
                <c:pt idx="33">
                  <c:v>101900</c:v>
                </c:pt>
                <c:pt idx="34">
                  <c:v>102000</c:v>
                </c:pt>
                <c:pt idx="35">
                  <c:v>102100</c:v>
                </c:pt>
              </c:numCache>
            </c:numRef>
          </c:val>
          <c:smooth val="0"/>
        </c:ser>
        <c:ser>
          <c:idx val="12"/>
          <c:order val="12"/>
          <c:tx>
            <c:strRef>
              <c:f>Equity!$G$1</c:f>
              <c:strCache>
                <c:ptCount val="1"/>
                <c:pt idx="0">
                  <c:v>Synthetic Series 13</c:v>
                </c:pt>
              </c:strCache>
            </c:strRef>
          </c:tx>
          <c:marker>
            <c:symbol val="none"/>
          </c:marker>
          <c:cat>
            <c:strRef>
              <c:f>Equity!$A$3:$A$480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Equity!$G$3:$G$634</c:f>
              <c:numCache>
                <c:formatCode>_(* #,##0_);_(* \(#,##0\);_(* "-"??_);_(@_)</c:formatCode>
                <c:ptCount val="36"/>
                <c:pt idx="0">
                  <c:v>103200</c:v>
                </c:pt>
                <c:pt idx="1">
                  <c:v>103300</c:v>
                </c:pt>
                <c:pt idx="2">
                  <c:v>102700</c:v>
                </c:pt>
                <c:pt idx="3">
                  <c:v>102800</c:v>
                </c:pt>
                <c:pt idx="4">
                  <c:v>102900</c:v>
                </c:pt>
                <c:pt idx="5">
                  <c:v>103000</c:v>
                </c:pt>
                <c:pt idx="6">
                  <c:v>103100</c:v>
                </c:pt>
                <c:pt idx="7">
                  <c:v>103200</c:v>
                </c:pt>
                <c:pt idx="8">
                  <c:v>103300</c:v>
                </c:pt>
                <c:pt idx="9">
                  <c:v>102700</c:v>
                </c:pt>
                <c:pt idx="10">
                  <c:v>102800</c:v>
                </c:pt>
                <c:pt idx="11">
                  <c:v>102900</c:v>
                </c:pt>
                <c:pt idx="12">
                  <c:v>103000</c:v>
                </c:pt>
                <c:pt idx="13">
                  <c:v>103100</c:v>
                </c:pt>
                <c:pt idx="14">
                  <c:v>103200</c:v>
                </c:pt>
                <c:pt idx="15">
                  <c:v>103300</c:v>
                </c:pt>
                <c:pt idx="16">
                  <c:v>102700</c:v>
                </c:pt>
                <c:pt idx="17">
                  <c:v>102800</c:v>
                </c:pt>
                <c:pt idx="18">
                  <c:v>102900</c:v>
                </c:pt>
                <c:pt idx="19">
                  <c:v>103000</c:v>
                </c:pt>
                <c:pt idx="20">
                  <c:v>103100</c:v>
                </c:pt>
                <c:pt idx="21">
                  <c:v>103200</c:v>
                </c:pt>
                <c:pt idx="22">
                  <c:v>103300</c:v>
                </c:pt>
                <c:pt idx="23">
                  <c:v>102700</c:v>
                </c:pt>
                <c:pt idx="24">
                  <c:v>102800</c:v>
                </c:pt>
                <c:pt idx="25">
                  <c:v>102900</c:v>
                </c:pt>
                <c:pt idx="26">
                  <c:v>103000</c:v>
                </c:pt>
                <c:pt idx="27">
                  <c:v>103100</c:v>
                </c:pt>
                <c:pt idx="28">
                  <c:v>103200</c:v>
                </c:pt>
                <c:pt idx="29">
                  <c:v>103300</c:v>
                </c:pt>
                <c:pt idx="30">
                  <c:v>102700</c:v>
                </c:pt>
                <c:pt idx="31">
                  <c:v>102800</c:v>
                </c:pt>
                <c:pt idx="32">
                  <c:v>102900</c:v>
                </c:pt>
                <c:pt idx="33">
                  <c:v>103000</c:v>
                </c:pt>
                <c:pt idx="34">
                  <c:v>103100</c:v>
                </c:pt>
                <c:pt idx="35">
                  <c:v>103200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6304384"/>
        <c:axId val="226305920"/>
      </c:lineChart>
      <c:dateAx>
        <c:axId val="226304384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226305920"/>
        <c:crosses val="autoZero"/>
        <c:auto val="1"/>
        <c:baseTimeUnit val="months"/>
      </c:dateAx>
      <c:valAx>
        <c:axId val="226305920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226304384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10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Commodity Counterparty Exposure - ex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Commodity!$F$1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Commodity!$A$3:$A$194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Commodity!$F$3:$F$10000</c:f>
              <c:numCache>
                <c:formatCode>_(* #,##0_);_(* \(#,##0\);_(* "-"??_);_(@_)</c:formatCode>
                <c:ptCount val="36"/>
                <c:pt idx="0">
                  <c:v>100700</c:v>
                </c:pt>
                <c:pt idx="1">
                  <c:v>100800</c:v>
                </c:pt>
                <c:pt idx="2">
                  <c:v>100900</c:v>
                </c:pt>
                <c:pt idx="3">
                  <c:v>101000</c:v>
                </c:pt>
                <c:pt idx="4">
                  <c:v>101100</c:v>
                </c:pt>
                <c:pt idx="5">
                  <c:v>101200</c:v>
                </c:pt>
                <c:pt idx="6">
                  <c:v>101300</c:v>
                </c:pt>
                <c:pt idx="7">
                  <c:v>100700</c:v>
                </c:pt>
                <c:pt idx="8">
                  <c:v>100800</c:v>
                </c:pt>
                <c:pt idx="9">
                  <c:v>100900</c:v>
                </c:pt>
                <c:pt idx="10">
                  <c:v>101000</c:v>
                </c:pt>
                <c:pt idx="11">
                  <c:v>101100</c:v>
                </c:pt>
                <c:pt idx="12">
                  <c:v>101200</c:v>
                </c:pt>
                <c:pt idx="13">
                  <c:v>101300</c:v>
                </c:pt>
                <c:pt idx="14">
                  <c:v>100700</c:v>
                </c:pt>
                <c:pt idx="15">
                  <c:v>100800</c:v>
                </c:pt>
                <c:pt idx="16">
                  <c:v>100900</c:v>
                </c:pt>
                <c:pt idx="17">
                  <c:v>101000</c:v>
                </c:pt>
                <c:pt idx="18">
                  <c:v>101100</c:v>
                </c:pt>
                <c:pt idx="19">
                  <c:v>101200</c:v>
                </c:pt>
                <c:pt idx="20">
                  <c:v>101300</c:v>
                </c:pt>
                <c:pt idx="21">
                  <c:v>100700</c:v>
                </c:pt>
                <c:pt idx="22">
                  <c:v>100800</c:v>
                </c:pt>
                <c:pt idx="23">
                  <c:v>100900</c:v>
                </c:pt>
                <c:pt idx="24">
                  <c:v>101000</c:v>
                </c:pt>
                <c:pt idx="25">
                  <c:v>101100</c:v>
                </c:pt>
                <c:pt idx="26">
                  <c:v>101200</c:v>
                </c:pt>
                <c:pt idx="27">
                  <c:v>101300</c:v>
                </c:pt>
                <c:pt idx="28">
                  <c:v>100700</c:v>
                </c:pt>
                <c:pt idx="29">
                  <c:v>100800</c:v>
                </c:pt>
                <c:pt idx="30">
                  <c:v>100900</c:v>
                </c:pt>
                <c:pt idx="31">
                  <c:v>101000</c:v>
                </c:pt>
                <c:pt idx="32">
                  <c:v>101100</c:v>
                </c:pt>
                <c:pt idx="33">
                  <c:v>101200</c:v>
                </c:pt>
                <c:pt idx="34">
                  <c:v>101300</c:v>
                </c:pt>
                <c:pt idx="35">
                  <c:v>100700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Commodity!$C$1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Commodity!$A$3:$A$194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Commodity!$C$3:$C$50000</c:f>
              <c:numCache>
                <c:formatCode>_(* #,##0_);_(* \(#,##0\);_(* "-"??_);_(@_)</c:formatCode>
                <c:ptCount val="36"/>
                <c:pt idx="0">
                  <c:v>101800</c:v>
                </c:pt>
                <c:pt idx="1">
                  <c:v>101900</c:v>
                </c:pt>
                <c:pt idx="2">
                  <c:v>102000</c:v>
                </c:pt>
                <c:pt idx="3">
                  <c:v>102100</c:v>
                </c:pt>
                <c:pt idx="4">
                  <c:v>102200</c:v>
                </c:pt>
                <c:pt idx="5">
                  <c:v>102300</c:v>
                </c:pt>
                <c:pt idx="6">
                  <c:v>101700</c:v>
                </c:pt>
                <c:pt idx="7">
                  <c:v>101800</c:v>
                </c:pt>
                <c:pt idx="8">
                  <c:v>101900</c:v>
                </c:pt>
                <c:pt idx="9">
                  <c:v>102000</c:v>
                </c:pt>
                <c:pt idx="10">
                  <c:v>102100</c:v>
                </c:pt>
                <c:pt idx="11">
                  <c:v>102200</c:v>
                </c:pt>
                <c:pt idx="12">
                  <c:v>102300</c:v>
                </c:pt>
                <c:pt idx="13">
                  <c:v>101700</c:v>
                </c:pt>
                <c:pt idx="14">
                  <c:v>101800</c:v>
                </c:pt>
                <c:pt idx="15">
                  <c:v>101900</c:v>
                </c:pt>
                <c:pt idx="16">
                  <c:v>102000</c:v>
                </c:pt>
                <c:pt idx="17">
                  <c:v>102100</c:v>
                </c:pt>
                <c:pt idx="18">
                  <c:v>102200</c:v>
                </c:pt>
                <c:pt idx="19">
                  <c:v>102300</c:v>
                </c:pt>
                <c:pt idx="20">
                  <c:v>101700</c:v>
                </c:pt>
                <c:pt idx="21">
                  <c:v>101800</c:v>
                </c:pt>
                <c:pt idx="22">
                  <c:v>101900</c:v>
                </c:pt>
                <c:pt idx="23">
                  <c:v>102000</c:v>
                </c:pt>
                <c:pt idx="24">
                  <c:v>102100</c:v>
                </c:pt>
                <c:pt idx="25">
                  <c:v>102200</c:v>
                </c:pt>
                <c:pt idx="26">
                  <c:v>102300</c:v>
                </c:pt>
                <c:pt idx="27">
                  <c:v>101700</c:v>
                </c:pt>
                <c:pt idx="28">
                  <c:v>101800</c:v>
                </c:pt>
                <c:pt idx="29">
                  <c:v>101900</c:v>
                </c:pt>
                <c:pt idx="30">
                  <c:v>102000</c:v>
                </c:pt>
                <c:pt idx="31">
                  <c:v>102100</c:v>
                </c:pt>
                <c:pt idx="32">
                  <c:v>102200</c:v>
                </c:pt>
                <c:pt idx="33">
                  <c:v>102300</c:v>
                </c:pt>
                <c:pt idx="34">
                  <c:v>101700</c:v>
                </c:pt>
                <c:pt idx="35">
                  <c:v>101800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Commodity!$E$1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Commodity!$A$3:$A$194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Commodity!$E$3:$E$50000</c:f>
              <c:numCache>
                <c:formatCode>_(* #,##0_);_(* \(#,##0\);_(* "-"??_);_(@_)</c:formatCode>
                <c:ptCount val="36"/>
                <c:pt idx="0">
                  <c:v>102900</c:v>
                </c:pt>
                <c:pt idx="1">
                  <c:v>103000</c:v>
                </c:pt>
                <c:pt idx="2">
                  <c:v>103100</c:v>
                </c:pt>
                <c:pt idx="3">
                  <c:v>103200</c:v>
                </c:pt>
                <c:pt idx="4">
                  <c:v>103300</c:v>
                </c:pt>
                <c:pt idx="5">
                  <c:v>102700</c:v>
                </c:pt>
                <c:pt idx="6">
                  <c:v>102800</c:v>
                </c:pt>
                <c:pt idx="7">
                  <c:v>102900</c:v>
                </c:pt>
                <c:pt idx="8">
                  <c:v>103000</c:v>
                </c:pt>
                <c:pt idx="9">
                  <c:v>103100</c:v>
                </c:pt>
                <c:pt idx="10">
                  <c:v>103200</c:v>
                </c:pt>
                <c:pt idx="11">
                  <c:v>103300</c:v>
                </c:pt>
                <c:pt idx="12">
                  <c:v>102700</c:v>
                </c:pt>
                <c:pt idx="13">
                  <c:v>102800</c:v>
                </c:pt>
                <c:pt idx="14">
                  <c:v>102900</c:v>
                </c:pt>
                <c:pt idx="15">
                  <c:v>103000</c:v>
                </c:pt>
                <c:pt idx="16">
                  <c:v>103100</c:v>
                </c:pt>
                <c:pt idx="17">
                  <c:v>103200</c:v>
                </c:pt>
                <c:pt idx="18">
                  <c:v>103300</c:v>
                </c:pt>
                <c:pt idx="19">
                  <c:v>102700</c:v>
                </c:pt>
                <c:pt idx="20">
                  <c:v>102800</c:v>
                </c:pt>
                <c:pt idx="21">
                  <c:v>102900</c:v>
                </c:pt>
                <c:pt idx="22">
                  <c:v>103000</c:v>
                </c:pt>
                <c:pt idx="23">
                  <c:v>103100</c:v>
                </c:pt>
                <c:pt idx="24">
                  <c:v>103200</c:v>
                </c:pt>
                <c:pt idx="25">
                  <c:v>103300</c:v>
                </c:pt>
                <c:pt idx="26">
                  <c:v>102700</c:v>
                </c:pt>
                <c:pt idx="27">
                  <c:v>102800</c:v>
                </c:pt>
                <c:pt idx="28">
                  <c:v>102900</c:v>
                </c:pt>
                <c:pt idx="29">
                  <c:v>103000</c:v>
                </c:pt>
                <c:pt idx="30">
                  <c:v>103100</c:v>
                </c:pt>
                <c:pt idx="31">
                  <c:v>103200</c:v>
                </c:pt>
                <c:pt idx="32">
                  <c:v>103300</c:v>
                </c:pt>
                <c:pt idx="33">
                  <c:v>102700</c:v>
                </c:pt>
                <c:pt idx="34">
                  <c:v>102800</c:v>
                </c:pt>
                <c:pt idx="35">
                  <c:v>102900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Commodity!$G$1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Commodity!$A$3:$A$194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Commodity!$G$3:$G$50000</c:f>
              <c:numCache>
                <c:formatCode>_(* #,##0_);_(* \(#,##0\);_(* "-"??_);_(@_)</c:formatCode>
                <c:ptCount val="36"/>
                <c:pt idx="0">
                  <c:v>104000</c:v>
                </c:pt>
                <c:pt idx="1">
                  <c:v>104100</c:v>
                </c:pt>
                <c:pt idx="2">
                  <c:v>104200</c:v>
                </c:pt>
                <c:pt idx="3">
                  <c:v>104300</c:v>
                </c:pt>
                <c:pt idx="4">
                  <c:v>103700</c:v>
                </c:pt>
                <c:pt idx="5">
                  <c:v>103800</c:v>
                </c:pt>
                <c:pt idx="6">
                  <c:v>103900</c:v>
                </c:pt>
                <c:pt idx="7">
                  <c:v>104000</c:v>
                </c:pt>
                <c:pt idx="8">
                  <c:v>104100</c:v>
                </c:pt>
                <c:pt idx="9">
                  <c:v>104200</c:v>
                </c:pt>
                <c:pt idx="10">
                  <c:v>104300</c:v>
                </c:pt>
                <c:pt idx="11">
                  <c:v>103700</c:v>
                </c:pt>
                <c:pt idx="12">
                  <c:v>103800</c:v>
                </c:pt>
                <c:pt idx="13">
                  <c:v>103900</c:v>
                </c:pt>
                <c:pt idx="14">
                  <c:v>104000</c:v>
                </c:pt>
                <c:pt idx="15">
                  <c:v>104100</c:v>
                </c:pt>
                <c:pt idx="16">
                  <c:v>104200</c:v>
                </c:pt>
                <c:pt idx="17">
                  <c:v>104300</c:v>
                </c:pt>
                <c:pt idx="18">
                  <c:v>103700</c:v>
                </c:pt>
                <c:pt idx="19">
                  <c:v>103800</c:v>
                </c:pt>
                <c:pt idx="20">
                  <c:v>103900</c:v>
                </c:pt>
                <c:pt idx="21">
                  <c:v>104000</c:v>
                </c:pt>
                <c:pt idx="22">
                  <c:v>104100</c:v>
                </c:pt>
                <c:pt idx="23">
                  <c:v>104200</c:v>
                </c:pt>
                <c:pt idx="24">
                  <c:v>104300</c:v>
                </c:pt>
                <c:pt idx="25">
                  <c:v>103700</c:v>
                </c:pt>
                <c:pt idx="26">
                  <c:v>103800</c:v>
                </c:pt>
                <c:pt idx="27">
                  <c:v>103900</c:v>
                </c:pt>
                <c:pt idx="28">
                  <c:v>104000</c:v>
                </c:pt>
                <c:pt idx="29">
                  <c:v>104100</c:v>
                </c:pt>
                <c:pt idx="30">
                  <c:v>104200</c:v>
                </c:pt>
                <c:pt idx="31">
                  <c:v>104300</c:v>
                </c:pt>
                <c:pt idx="32">
                  <c:v>103700</c:v>
                </c:pt>
                <c:pt idx="33">
                  <c:v>103800</c:v>
                </c:pt>
                <c:pt idx="34">
                  <c:v>103900</c:v>
                </c:pt>
                <c:pt idx="35">
                  <c:v>104000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Commodity!$H$1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Commodity!$A$3:$A$194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Commodity!$H$3:$H$10000</c:f>
              <c:numCache>
                <c:formatCode>_(* #,##0_);_(* \(#,##0\);_(* "-"??_);_(@_)</c:formatCode>
                <c:ptCount val="36"/>
                <c:pt idx="0">
                  <c:v>105100</c:v>
                </c:pt>
                <c:pt idx="1">
                  <c:v>105200</c:v>
                </c:pt>
                <c:pt idx="2">
                  <c:v>105300</c:v>
                </c:pt>
                <c:pt idx="3">
                  <c:v>104700</c:v>
                </c:pt>
                <c:pt idx="4">
                  <c:v>104800</c:v>
                </c:pt>
                <c:pt idx="5">
                  <c:v>104900</c:v>
                </c:pt>
                <c:pt idx="6">
                  <c:v>105000</c:v>
                </c:pt>
                <c:pt idx="7">
                  <c:v>105100</c:v>
                </c:pt>
                <c:pt idx="8">
                  <c:v>105200</c:v>
                </c:pt>
                <c:pt idx="9">
                  <c:v>105300</c:v>
                </c:pt>
                <c:pt idx="10">
                  <c:v>104700</c:v>
                </c:pt>
                <c:pt idx="11">
                  <c:v>104800</c:v>
                </c:pt>
                <c:pt idx="12">
                  <c:v>104900</c:v>
                </c:pt>
                <c:pt idx="13">
                  <c:v>105000</c:v>
                </c:pt>
                <c:pt idx="14">
                  <c:v>105100</c:v>
                </c:pt>
                <c:pt idx="15">
                  <c:v>105200</c:v>
                </c:pt>
                <c:pt idx="16">
                  <c:v>105300</c:v>
                </c:pt>
                <c:pt idx="17">
                  <c:v>104700</c:v>
                </c:pt>
                <c:pt idx="18">
                  <c:v>104800</c:v>
                </c:pt>
                <c:pt idx="19">
                  <c:v>104900</c:v>
                </c:pt>
                <c:pt idx="20">
                  <c:v>105000</c:v>
                </c:pt>
                <c:pt idx="21">
                  <c:v>105100</c:v>
                </c:pt>
                <c:pt idx="22">
                  <c:v>105200</c:v>
                </c:pt>
                <c:pt idx="23">
                  <c:v>105300</c:v>
                </c:pt>
                <c:pt idx="24">
                  <c:v>104700</c:v>
                </c:pt>
                <c:pt idx="25">
                  <c:v>104800</c:v>
                </c:pt>
                <c:pt idx="26">
                  <c:v>104900</c:v>
                </c:pt>
                <c:pt idx="27">
                  <c:v>105000</c:v>
                </c:pt>
                <c:pt idx="28">
                  <c:v>105100</c:v>
                </c:pt>
                <c:pt idx="29">
                  <c:v>105200</c:v>
                </c:pt>
                <c:pt idx="30">
                  <c:v>105300</c:v>
                </c:pt>
                <c:pt idx="31">
                  <c:v>104700</c:v>
                </c:pt>
                <c:pt idx="32">
                  <c:v>104800</c:v>
                </c:pt>
                <c:pt idx="33">
                  <c:v>104900</c:v>
                </c:pt>
                <c:pt idx="34">
                  <c:v>105000</c:v>
                </c:pt>
                <c:pt idx="35">
                  <c:v>105100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Commodity!$B$1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Ref>
              <c:f>Commodity!$A$3:$A$194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Commodity!$B$3:$B$100</c:f>
              <c:numCache>
                <c:formatCode>_(* #,##0_);_(* \(#,##0\);_(* "-"??_);_(@_)</c:formatCode>
                <c:ptCount val="36"/>
                <c:pt idx="0">
                  <c:v>106200</c:v>
                </c:pt>
                <c:pt idx="1">
                  <c:v>106300</c:v>
                </c:pt>
                <c:pt idx="2">
                  <c:v>105700</c:v>
                </c:pt>
                <c:pt idx="3">
                  <c:v>105800</c:v>
                </c:pt>
                <c:pt idx="4">
                  <c:v>105900</c:v>
                </c:pt>
                <c:pt idx="5">
                  <c:v>106000</c:v>
                </c:pt>
                <c:pt idx="6">
                  <c:v>106100</c:v>
                </c:pt>
                <c:pt idx="7">
                  <c:v>106200</c:v>
                </c:pt>
                <c:pt idx="8">
                  <c:v>106300</c:v>
                </c:pt>
                <c:pt idx="9">
                  <c:v>105700</c:v>
                </c:pt>
                <c:pt idx="10">
                  <c:v>105800</c:v>
                </c:pt>
                <c:pt idx="11">
                  <c:v>105900</c:v>
                </c:pt>
                <c:pt idx="12">
                  <c:v>106000</c:v>
                </c:pt>
                <c:pt idx="13">
                  <c:v>106100</c:v>
                </c:pt>
                <c:pt idx="14">
                  <c:v>106200</c:v>
                </c:pt>
                <c:pt idx="15">
                  <c:v>106300</c:v>
                </c:pt>
                <c:pt idx="16">
                  <c:v>105700</c:v>
                </c:pt>
                <c:pt idx="17">
                  <c:v>105800</c:v>
                </c:pt>
                <c:pt idx="18">
                  <c:v>105900</c:v>
                </c:pt>
                <c:pt idx="19">
                  <c:v>106000</c:v>
                </c:pt>
                <c:pt idx="20">
                  <c:v>106100</c:v>
                </c:pt>
                <c:pt idx="21">
                  <c:v>106200</c:v>
                </c:pt>
                <c:pt idx="22">
                  <c:v>106300</c:v>
                </c:pt>
                <c:pt idx="23">
                  <c:v>105700</c:v>
                </c:pt>
                <c:pt idx="24">
                  <c:v>105800</c:v>
                </c:pt>
                <c:pt idx="25">
                  <c:v>105900</c:v>
                </c:pt>
                <c:pt idx="26">
                  <c:v>106000</c:v>
                </c:pt>
                <c:pt idx="27">
                  <c:v>106100</c:v>
                </c:pt>
                <c:pt idx="28">
                  <c:v>106200</c:v>
                </c:pt>
                <c:pt idx="29">
                  <c:v>106300</c:v>
                </c:pt>
                <c:pt idx="30">
                  <c:v>105700</c:v>
                </c:pt>
                <c:pt idx="31">
                  <c:v>105800</c:v>
                </c:pt>
                <c:pt idx="32">
                  <c:v>105900</c:v>
                </c:pt>
                <c:pt idx="33">
                  <c:v>106000</c:v>
                </c:pt>
                <c:pt idx="34">
                  <c:v>106100</c:v>
                </c:pt>
                <c:pt idx="35">
                  <c:v>106200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Commodity!$D$1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none"/>
          </c:marker>
          <c:cat>
            <c:strRef>
              <c:f>Commodity!$A$3:$A$194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Commodity!$D$3:$D$246</c:f>
              <c:numCache>
                <c:formatCode>_(* #,##0_);_(* \(#,##0\);_(* "-"??_);_(@_)</c:formatCode>
                <c:ptCount val="36"/>
                <c:pt idx="0">
                  <c:v>107300</c:v>
                </c:pt>
                <c:pt idx="1">
                  <c:v>106700</c:v>
                </c:pt>
                <c:pt idx="2">
                  <c:v>106800</c:v>
                </c:pt>
                <c:pt idx="3">
                  <c:v>106900</c:v>
                </c:pt>
                <c:pt idx="4">
                  <c:v>107000</c:v>
                </c:pt>
                <c:pt idx="5">
                  <c:v>107100</c:v>
                </c:pt>
                <c:pt idx="6">
                  <c:v>107200</c:v>
                </c:pt>
                <c:pt idx="7">
                  <c:v>107300</c:v>
                </c:pt>
                <c:pt idx="8">
                  <c:v>106700</c:v>
                </c:pt>
                <c:pt idx="9">
                  <c:v>106800</c:v>
                </c:pt>
                <c:pt idx="10">
                  <c:v>106900</c:v>
                </c:pt>
                <c:pt idx="11">
                  <c:v>107000</c:v>
                </c:pt>
                <c:pt idx="12">
                  <c:v>107100</c:v>
                </c:pt>
                <c:pt idx="13">
                  <c:v>107200</c:v>
                </c:pt>
                <c:pt idx="14">
                  <c:v>107300</c:v>
                </c:pt>
                <c:pt idx="15">
                  <c:v>106700</c:v>
                </c:pt>
                <c:pt idx="16">
                  <c:v>106800</c:v>
                </c:pt>
                <c:pt idx="17">
                  <c:v>106900</c:v>
                </c:pt>
                <c:pt idx="18">
                  <c:v>107000</c:v>
                </c:pt>
                <c:pt idx="19">
                  <c:v>107100</c:v>
                </c:pt>
                <c:pt idx="20">
                  <c:v>107200</c:v>
                </c:pt>
                <c:pt idx="21">
                  <c:v>107300</c:v>
                </c:pt>
                <c:pt idx="22">
                  <c:v>106700</c:v>
                </c:pt>
                <c:pt idx="23">
                  <c:v>106800</c:v>
                </c:pt>
                <c:pt idx="24">
                  <c:v>106900</c:v>
                </c:pt>
                <c:pt idx="25">
                  <c:v>107000</c:v>
                </c:pt>
                <c:pt idx="26">
                  <c:v>107100</c:v>
                </c:pt>
                <c:pt idx="27">
                  <c:v>107200</c:v>
                </c:pt>
                <c:pt idx="28">
                  <c:v>107300</c:v>
                </c:pt>
                <c:pt idx="29">
                  <c:v>106700</c:v>
                </c:pt>
                <c:pt idx="30">
                  <c:v>106800</c:v>
                </c:pt>
                <c:pt idx="31">
                  <c:v>106900</c:v>
                </c:pt>
                <c:pt idx="32">
                  <c:v>107000</c:v>
                </c:pt>
                <c:pt idx="33">
                  <c:v>107100</c:v>
                </c:pt>
                <c:pt idx="34">
                  <c:v>107200</c:v>
                </c:pt>
                <c:pt idx="35">
                  <c:v>107300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0742272"/>
        <c:axId val="250743808"/>
      </c:lineChart>
      <c:dateAx>
        <c:axId val="25074227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250743808"/>
        <c:crosses val="autoZero"/>
        <c:auto val="1"/>
        <c:baseTimeUnit val="months"/>
      </c:dateAx>
      <c:valAx>
        <c:axId val="250743808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25074227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1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Currency Counterparty Exposure - ex Trend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9868478037322369"/>
          <c:y val="0.08193267808860293"/>
          <c:w val="0.8882816595437063"/>
          <c:h val="0.7897973780500426"/>
        </c:manualLayout>
      </c:layout>
      <c:lineChart>
        <c:grouping val="standard"/>
        <c:varyColors val="0"/>
        <c:ser>
          <c:idx val="0"/>
          <c:order val="0"/>
          <c:tx>
            <c:strRef>
              <c:f>Currency!$B$1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Currency!$A$3:$A$223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Currency!$B$3:$B$50000</c:f>
              <c:numCache>
                <c:formatCode>_(* #,##0_);_(* \(#,##0\);_(* "-"??_);_(@_)</c:formatCode>
                <c:ptCount val="36"/>
                <c:pt idx="0">
                  <c:v>110700</c:v>
                </c:pt>
                <c:pt idx="1">
                  <c:v>110800</c:v>
                </c:pt>
                <c:pt idx="2">
                  <c:v>110900</c:v>
                </c:pt>
                <c:pt idx="3">
                  <c:v>111000</c:v>
                </c:pt>
                <c:pt idx="4">
                  <c:v>111100</c:v>
                </c:pt>
                <c:pt idx="5">
                  <c:v>111200</c:v>
                </c:pt>
                <c:pt idx="6">
                  <c:v>111300</c:v>
                </c:pt>
                <c:pt idx="7">
                  <c:v>110700</c:v>
                </c:pt>
                <c:pt idx="8">
                  <c:v>110800</c:v>
                </c:pt>
                <c:pt idx="9">
                  <c:v>110900</c:v>
                </c:pt>
                <c:pt idx="10">
                  <c:v>111000</c:v>
                </c:pt>
                <c:pt idx="11">
                  <c:v>111100</c:v>
                </c:pt>
                <c:pt idx="12">
                  <c:v>111200</c:v>
                </c:pt>
                <c:pt idx="13">
                  <c:v>111300</c:v>
                </c:pt>
                <c:pt idx="14">
                  <c:v>110700</c:v>
                </c:pt>
                <c:pt idx="15">
                  <c:v>110800</c:v>
                </c:pt>
                <c:pt idx="16">
                  <c:v>110900</c:v>
                </c:pt>
                <c:pt idx="17">
                  <c:v>111000</c:v>
                </c:pt>
                <c:pt idx="18">
                  <c:v>111100</c:v>
                </c:pt>
                <c:pt idx="19">
                  <c:v>111200</c:v>
                </c:pt>
                <c:pt idx="20">
                  <c:v>111300</c:v>
                </c:pt>
                <c:pt idx="21">
                  <c:v>110700</c:v>
                </c:pt>
                <c:pt idx="22">
                  <c:v>110800</c:v>
                </c:pt>
                <c:pt idx="23">
                  <c:v>110900</c:v>
                </c:pt>
                <c:pt idx="24">
                  <c:v>111000</c:v>
                </c:pt>
                <c:pt idx="25">
                  <c:v>111100</c:v>
                </c:pt>
                <c:pt idx="26">
                  <c:v>111200</c:v>
                </c:pt>
                <c:pt idx="27">
                  <c:v>111300</c:v>
                </c:pt>
                <c:pt idx="28">
                  <c:v>110700</c:v>
                </c:pt>
                <c:pt idx="29">
                  <c:v>110800</c:v>
                </c:pt>
                <c:pt idx="30">
                  <c:v>110900</c:v>
                </c:pt>
                <c:pt idx="31">
                  <c:v>111000</c:v>
                </c:pt>
                <c:pt idx="32">
                  <c:v>111100</c:v>
                </c:pt>
                <c:pt idx="33">
                  <c:v>111200</c:v>
                </c:pt>
                <c:pt idx="34">
                  <c:v>111300</c:v>
                </c:pt>
                <c:pt idx="35">
                  <c:v>110700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Currency!$C$1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Currency!$A$3:$A$223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Currency!$C$3:$C$50000</c:f>
              <c:numCache>
                <c:formatCode>_(* #,##0_);_(* \(#,##0\);_(* "-"??_);_(@_)</c:formatCode>
                <c:ptCount val="36"/>
                <c:pt idx="0">
                  <c:v>111800</c:v>
                </c:pt>
                <c:pt idx="1">
                  <c:v>111900</c:v>
                </c:pt>
                <c:pt idx="2">
                  <c:v>112000</c:v>
                </c:pt>
                <c:pt idx="3">
                  <c:v>112100</c:v>
                </c:pt>
                <c:pt idx="4">
                  <c:v>112200</c:v>
                </c:pt>
                <c:pt idx="5">
                  <c:v>112300</c:v>
                </c:pt>
                <c:pt idx="6">
                  <c:v>111700</c:v>
                </c:pt>
                <c:pt idx="7">
                  <c:v>111800</c:v>
                </c:pt>
                <c:pt idx="8">
                  <c:v>111900</c:v>
                </c:pt>
                <c:pt idx="9">
                  <c:v>112000</c:v>
                </c:pt>
                <c:pt idx="10">
                  <c:v>112100</c:v>
                </c:pt>
                <c:pt idx="11">
                  <c:v>112200</c:v>
                </c:pt>
                <c:pt idx="12">
                  <c:v>112300</c:v>
                </c:pt>
                <c:pt idx="13">
                  <c:v>111700</c:v>
                </c:pt>
                <c:pt idx="14">
                  <c:v>111800</c:v>
                </c:pt>
                <c:pt idx="15">
                  <c:v>111900</c:v>
                </c:pt>
                <c:pt idx="16">
                  <c:v>112000</c:v>
                </c:pt>
                <c:pt idx="17">
                  <c:v>112100</c:v>
                </c:pt>
                <c:pt idx="18">
                  <c:v>112200</c:v>
                </c:pt>
                <c:pt idx="19">
                  <c:v>112300</c:v>
                </c:pt>
                <c:pt idx="20">
                  <c:v>111700</c:v>
                </c:pt>
                <c:pt idx="21">
                  <c:v>111800</c:v>
                </c:pt>
                <c:pt idx="22">
                  <c:v>111900</c:v>
                </c:pt>
                <c:pt idx="23">
                  <c:v>112000</c:v>
                </c:pt>
                <c:pt idx="24">
                  <c:v>112100</c:v>
                </c:pt>
                <c:pt idx="25">
                  <c:v>112200</c:v>
                </c:pt>
                <c:pt idx="26">
                  <c:v>112300</c:v>
                </c:pt>
                <c:pt idx="27">
                  <c:v>111700</c:v>
                </c:pt>
                <c:pt idx="28">
                  <c:v>111800</c:v>
                </c:pt>
                <c:pt idx="29">
                  <c:v>111900</c:v>
                </c:pt>
                <c:pt idx="30">
                  <c:v>112000</c:v>
                </c:pt>
                <c:pt idx="31">
                  <c:v>112100</c:v>
                </c:pt>
                <c:pt idx="32">
                  <c:v>112200</c:v>
                </c:pt>
                <c:pt idx="33">
                  <c:v>112300</c:v>
                </c:pt>
                <c:pt idx="34">
                  <c:v>111700</c:v>
                </c:pt>
                <c:pt idx="35">
                  <c:v>111800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Currency!$D$1</c:f>
              <c:strCache>
                <c:ptCount val="1"/>
                <c:pt idx="0">
                  <c:v>Synthetic Series 3</c:v>
                </c:pt>
              </c:strCache>
            </c:strRef>
          </c:tx>
          <c:spPr>
            <a:ln xmlns:a="http://schemas.openxmlformats.org/drawingml/2006/main">
              <a:solidFill>
                <a:srgbClr val="FFC000"/>
              </a:solidFill>
            </a:ln>
          </c:spPr>
          <c:marker>
            <c:symbol val="none"/>
          </c:marker>
          <c:cat>
            <c:strRef>
              <c:f>Currency!$A$3:$A$223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Currency!$D$3:$D$123</c:f>
              <c:numCache>
                <c:formatCode>_(* #,##0_);_(* \(#,##0\);_(* "-"??_);_(@_)</c:formatCode>
                <c:ptCount val="36"/>
                <c:pt idx="0">
                  <c:v>112900</c:v>
                </c:pt>
                <c:pt idx="1">
                  <c:v>113000</c:v>
                </c:pt>
                <c:pt idx="2">
                  <c:v>113100</c:v>
                </c:pt>
                <c:pt idx="3">
                  <c:v>113200</c:v>
                </c:pt>
                <c:pt idx="4">
                  <c:v>113300</c:v>
                </c:pt>
                <c:pt idx="5">
                  <c:v>112700</c:v>
                </c:pt>
                <c:pt idx="6">
                  <c:v>112800</c:v>
                </c:pt>
                <c:pt idx="7">
                  <c:v>112900</c:v>
                </c:pt>
                <c:pt idx="8">
                  <c:v>113000</c:v>
                </c:pt>
                <c:pt idx="9">
                  <c:v>113100</c:v>
                </c:pt>
                <c:pt idx="10">
                  <c:v>113200</c:v>
                </c:pt>
                <c:pt idx="11">
                  <c:v>113300</c:v>
                </c:pt>
                <c:pt idx="12">
                  <c:v>112700</c:v>
                </c:pt>
                <c:pt idx="13">
                  <c:v>112800</c:v>
                </c:pt>
                <c:pt idx="14">
                  <c:v>112900</c:v>
                </c:pt>
                <c:pt idx="15">
                  <c:v>113000</c:v>
                </c:pt>
                <c:pt idx="16">
                  <c:v>113100</c:v>
                </c:pt>
                <c:pt idx="17">
                  <c:v>113200</c:v>
                </c:pt>
                <c:pt idx="18">
                  <c:v>113300</c:v>
                </c:pt>
                <c:pt idx="19">
                  <c:v>112700</c:v>
                </c:pt>
                <c:pt idx="20">
                  <c:v>112800</c:v>
                </c:pt>
                <c:pt idx="21">
                  <c:v>112900</c:v>
                </c:pt>
                <c:pt idx="22">
                  <c:v>113000</c:v>
                </c:pt>
                <c:pt idx="23">
                  <c:v>113100</c:v>
                </c:pt>
                <c:pt idx="24">
                  <c:v>113200</c:v>
                </c:pt>
                <c:pt idx="25">
                  <c:v>113300</c:v>
                </c:pt>
                <c:pt idx="26">
                  <c:v>112700</c:v>
                </c:pt>
                <c:pt idx="27">
                  <c:v>112800</c:v>
                </c:pt>
                <c:pt idx="28">
                  <c:v>112900</c:v>
                </c:pt>
                <c:pt idx="29">
                  <c:v>113000</c:v>
                </c:pt>
                <c:pt idx="30">
                  <c:v>113100</c:v>
                </c:pt>
                <c:pt idx="31">
                  <c:v>113200</c:v>
                </c:pt>
                <c:pt idx="32">
                  <c:v>113300</c:v>
                </c:pt>
                <c:pt idx="33">
                  <c:v>112700</c:v>
                </c:pt>
                <c:pt idx="34">
                  <c:v>112800</c:v>
                </c:pt>
                <c:pt idx="35">
                  <c:v>112900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Currency!$E$1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Currency!$A$3:$A$223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Currency!$E$3:$E$266</c:f>
              <c:numCache>
                <c:formatCode>_(* #,##0_);_(* \(#,##0\);_(* "-"??_);_(@_)</c:formatCode>
                <c:ptCount val="36"/>
                <c:pt idx="0">
                  <c:v>114000</c:v>
                </c:pt>
                <c:pt idx="1">
                  <c:v>114100</c:v>
                </c:pt>
                <c:pt idx="2">
                  <c:v>114200</c:v>
                </c:pt>
                <c:pt idx="3">
                  <c:v>114300</c:v>
                </c:pt>
                <c:pt idx="4">
                  <c:v>113700</c:v>
                </c:pt>
                <c:pt idx="5">
                  <c:v>113800</c:v>
                </c:pt>
                <c:pt idx="6">
                  <c:v>113900</c:v>
                </c:pt>
                <c:pt idx="7">
                  <c:v>114000</c:v>
                </c:pt>
                <c:pt idx="8">
                  <c:v>114100</c:v>
                </c:pt>
                <c:pt idx="9">
                  <c:v>114200</c:v>
                </c:pt>
                <c:pt idx="10">
                  <c:v>114300</c:v>
                </c:pt>
                <c:pt idx="11">
                  <c:v>113700</c:v>
                </c:pt>
                <c:pt idx="12">
                  <c:v>113800</c:v>
                </c:pt>
                <c:pt idx="13">
                  <c:v>113900</c:v>
                </c:pt>
                <c:pt idx="14">
                  <c:v>114000</c:v>
                </c:pt>
                <c:pt idx="15">
                  <c:v>114100</c:v>
                </c:pt>
                <c:pt idx="16">
                  <c:v>114200</c:v>
                </c:pt>
                <c:pt idx="17">
                  <c:v>114300</c:v>
                </c:pt>
                <c:pt idx="18">
                  <c:v>113700</c:v>
                </c:pt>
                <c:pt idx="19">
                  <c:v>113800</c:v>
                </c:pt>
                <c:pt idx="20">
                  <c:v>113900</c:v>
                </c:pt>
                <c:pt idx="21">
                  <c:v>114000</c:v>
                </c:pt>
                <c:pt idx="22">
                  <c:v>114100</c:v>
                </c:pt>
                <c:pt idx="23">
                  <c:v>114200</c:v>
                </c:pt>
                <c:pt idx="24">
                  <c:v>114300</c:v>
                </c:pt>
                <c:pt idx="25">
                  <c:v>113700</c:v>
                </c:pt>
                <c:pt idx="26">
                  <c:v>113800</c:v>
                </c:pt>
                <c:pt idx="27">
                  <c:v>113900</c:v>
                </c:pt>
                <c:pt idx="28">
                  <c:v>114000</c:v>
                </c:pt>
                <c:pt idx="29">
                  <c:v>114100</c:v>
                </c:pt>
                <c:pt idx="30">
                  <c:v>114200</c:v>
                </c:pt>
                <c:pt idx="31">
                  <c:v>114300</c:v>
                </c:pt>
                <c:pt idx="32">
                  <c:v>113700</c:v>
                </c:pt>
                <c:pt idx="33">
                  <c:v>113800</c:v>
                </c:pt>
                <c:pt idx="34">
                  <c:v>113900</c:v>
                </c:pt>
                <c:pt idx="35">
                  <c:v>114000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28803072"/>
        <c:axId val="328804608"/>
      </c:lineChart>
      <c:dateAx>
        <c:axId val="32880307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328804608"/>
        <c:crosses val="autoZero"/>
        <c:auto val="1"/>
        <c:baseTimeUnit val="months"/>
      </c:dateAx>
      <c:valAx>
        <c:axId val="328804608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32880307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1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Total Counterparty Exposure -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Total!$B$1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Total!$A$3:$A$49999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Total!$B$3:$B$49999</c:f>
              <c:numCache>
                <c:formatCode>_(* #,##0_);_(* \(#,##0\);_(* "-"??_);_(@_)</c:formatCode>
                <c:ptCount val="36"/>
                <c:pt idx="0">
                  <c:v>120700</c:v>
                </c:pt>
                <c:pt idx="1">
                  <c:v>120800</c:v>
                </c:pt>
                <c:pt idx="2">
                  <c:v>120900</c:v>
                </c:pt>
                <c:pt idx="3">
                  <c:v>121000</c:v>
                </c:pt>
                <c:pt idx="4">
                  <c:v>121100</c:v>
                </c:pt>
                <c:pt idx="5">
                  <c:v>121200</c:v>
                </c:pt>
                <c:pt idx="6">
                  <c:v>121300</c:v>
                </c:pt>
                <c:pt idx="7">
                  <c:v>120700</c:v>
                </c:pt>
                <c:pt idx="8">
                  <c:v>120800</c:v>
                </c:pt>
                <c:pt idx="9">
                  <c:v>120900</c:v>
                </c:pt>
                <c:pt idx="10">
                  <c:v>121000</c:v>
                </c:pt>
                <c:pt idx="11">
                  <c:v>121100</c:v>
                </c:pt>
                <c:pt idx="12">
                  <c:v>121200</c:v>
                </c:pt>
                <c:pt idx="13">
                  <c:v>121300</c:v>
                </c:pt>
                <c:pt idx="14">
                  <c:v>120700</c:v>
                </c:pt>
                <c:pt idx="15">
                  <c:v>120800</c:v>
                </c:pt>
                <c:pt idx="16">
                  <c:v>120900</c:v>
                </c:pt>
                <c:pt idx="17">
                  <c:v>121000</c:v>
                </c:pt>
                <c:pt idx="18">
                  <c:v>121100</c:v>
                </c:pt>
                <c:pt idx="19">
                  <c:v>121200</c:v>
                </c:pt>
                <c:pt idx="20">
                  <c:v>121300</c:v>
                </c:pt>
                <c:pt idx="21">
                  <c:v>120700</c:v>
                </c:pt>
                <c:pt idx="22">
                  <c:v>120800</c:v>
                </c:pt>
                <c:pt idx="23">
                  <c:v>120900</c:v>
                </c:pt>
                <c:pt idx="24">
                  <c:v>121000</c:v>
                </c:pt>
                <c:pt idx="25">
                  <c:v>121100</c:v>
                </c:pt>
                <c:pt idx="26">
                  <c:v>121200</c:v>
                </c:pt>
                <c:pt idx="27">
                  <c:v>121300</c:v>
                </c:pt>
                <c:pt idx="28">
                  <c:v>120700</c:v>
                </c:pt>
                <c:pt idx="29">
                  <c:v>120800</c:v>
                </c:pt>
                <c:pt idx="30">
                  <c:v>120900</c:v>
                </c:pt>
                <c:pt idx="31">
                  <c:v>121000</c:v>
                </c:pt>
                <c:pt idx="32">
                  <c:v>121100</c:v>
                </c:pt>
                <c:pt idx="33">
                  <c:v>121200</c:v>
                </c:pt>
                <c:pt idx="34">
                  <c:v>121300</c:v>
                </c:pt>
                <c:pt idx="35">
                  <c:v>120700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Total!$C$1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Total!$A$3:$A$49999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Total!$C$3:$C$49999</c:f>
              <c:numCache>
                <c:formatCode>_(* #,##0_);_(* \(#,##0\);_(* "-"??_);_(@_)</c:formatCode>
                <c:ptCount val="36"/>
                <c:pt idx="0">
                  <c:v>121800</c:v>
                </c:pt>
                <c:pt idx="1">
                  <c:v>121900</c:v>
                </c:pt>
                <c:pt idx="2">
                  <c:v>122000</c:v>
                </c:pt>
                <c:pt idx="3">
                  <c:v>122100</c:v>
                </c:pt>
                <c:pt idx="4">
                  <c:v>122200</c:v>
                </c:pt>
                <c:pt idx="5">
                  <c:v>122300</c:v>
                </c:pt>
                <c:pt idx="6">
                  <c:v>121700</c:v>
                </c:pt>
                <c:pt idx="7">
                  <c:v>121800</c:v>
                </c:pt>
                <c:pt idx="8">
                  <c:v>121900</c:v>
                </c:pt>
                <c:pt idx="9">
                  <c:v>122000</c:v>
                </c:pt>
                <c:pt idx="10">
                  <c:v>122100</c:v>
                </c:pt>
                <c:pt idx="11">
                  <c:v>122200</c:v>
                </c:pt>
                <c:pt idx="12">
                  <c:v>122300</c:v>
                </c:pt>
                <c:pt idx="13">
                  <c:v>121700</c:v>
                </c:pt>
                <c:pt idx="14">
                  <c:v>121800</c:v>
                </c:pt>
                <c:pt idx="15">
                  <c:v>121900</c:v>
                </c:pt>
                <c:pt idx="16">
                  <c:v>122000</c:v>
                </c:pt>
                <c:pt idx="17">
                  <c:v>122100</c:v>
                </c:pt>
                <c:pt idx="18">
                  <c:v>122200</c:v>
                </c:pt>
                <c:pt idx="19">
                  <c:v>122300</c:v>
                </c:pt>
                <c:pt idx="20">
                  <c:v>121700</c:v>
                </c:pt>
                <c:pt idx="21">
                  <c:v>121800</c:v>
                </c:pt>
                <c:pt idx="22">
                  <c:v>121900</c:v>
                </c:pt>
                <c:pt idx="23">
                  <c:v>122000</c:v>
                </c:pt>
                <c:pt idx="24">
                  <c:v>122100</c:v>
                </c:pt>
                <c:pt idx="25">
                  <c:v>122200</c:v>
                </c:pt>
                <c:pt idx="26">
                  <c:v>122300</c:v>
                </c:pt>
                <c:pt idx="27">
                  <c:v>121700</c:v>
                </c:pt>
                <c:pt idx="28">
                  <c:v>121800</c:v>
                </c:pt>
                <c:pt idx="29">
                  <c:v>121900</c:v>
                </c:pt>
                <c:pt idx="30">
                  <c:v>122000</c:v>
                </c:pt>
                <c:pt idx="31">
                  <c:v>122100</c:v>
                </c:pt>
                <c:pt idx="32">
                  <c:v>122200</c:v>
                </c:pt>
                <c:pt idx="33">
                  <c:v>122300</c:v>
                </c:pt>
                <c:pt idx="34">
                  <c:v>121700</c:v>
                </c:pt>
                <c:pt idx="35">
                  <c:v>121800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Total!$D$1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Total!$A$3:$A$49999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Total!$D$3:$D$49999</c:f>
              <c:numCache>
                <c:formatCode>_(* #,##0_);_(* \(#,##0\);_(* "-"??_);_(@_)</c:formatCode>
                <c:ptCount val="36"/>
                <c:pt idx="0">
                  <c:v>122900</c:v>
                </c:pt>
                <c:pt idx="1">
                  <c:v>123000</c:v>
                </c:pt>
                <c:pt idx="2">
                  <c:v>123100</c:v>
                </c:pt>
                <c:pt idx="3">
                  <c:v>123200</c:v>
                </c:pt>
                <c:pt idx="4">
                  <c:v>123300</c:v>
                </c:pt>
                <c:pt idx="5">
                  <c:v>122700</c:v>
                </c:pt>
                <c:pt idx="6">
                  <c:v>122800</c:v>
                </c:pt>
                <c:pt idx="7">
                  <c:v>122900</c:v>
                </c:pt>
                <c:pt idx="8">
                  <c:v>123000</c:v>
                </c:pt>
                <c:pt idx="9">
                  <c:v>123100</c:v>
                </c:pt>
                <c:pt idx="10">
                  <c:v>123200</c:v>
                </c:pt>
                <c:pt idx="11">
                  <c:v>123300</c:v>
                </c:pt>
                <c:pt idx="12">
                  <c:v>122700</c:v>
                </c:pt>
                <c:pt idx="13">
                  <c:v>122800</c:v>
                </c:pt>
                <c:pt idx="14">
                  <c:v>122900</c:v>
                </c:pt>
                <c:pt idx="15">
                  <c:v>123000</c:v>
                </c:pt>
                <c:pt idx="16">
                  <c:v>123100</c:v>
                </c:pt>
                <c:pt idx="17">
                  <c:v>123200</c:v>
                </c:pt>
                <c:pt idx="18">
                  <c:v>123300</c:v>
                </c:pt>
                <c:pt idx="19">
                  <c:v>122700</c:v>
                </c:pt>
                <c:pt idx="20">
                  <c:v>122800</c:v>
                </c:pt>
                <c:pt idx="21">
                  <c:v>122900</c:v>
                </c:pt>
                <c:pt idx="22">
                  <c:v>123000</c:v>
                </c:pt>
                <c:pt idx="23">
                  <c:v>123100</c:v>
                </c:pt>
                <c:pt idx="24">
                  <c:v>123200</c:v>
                </c:pt>
                <c:pt idx="25">
                  <c:v>123300</c:v>
                </c:pt>
                <c:pt idx="26">
                  <c:v>122700</c:v>
                </c:pt>
                <c:pt idx="27">
                  <c:v>122800</c:v>
                </c:pt>
                <c:pt idx="28">
                  <c:v>122900</c:v>
                </c:pt>
                <c:pt idx="29">
                  <c:v>123000</c:v>
                </c:pt>
                <c:pt idx="30">
                  <c:v>123100</c:v>
                </c:pt>
                <c:pt idx="31">
                  <c:v>123200</c:v>
                </c:pt>
                <c:pt idx="32">
                  <c:v>123300</c:v>
                </c:pt>
                <c:pt idx="33">
                  <c:v>122700</c:v>
                </c:pt>
                <c:pt idx="34">
                  <c:v>122800</c:v>
                </c:pt>
                <c:pt idx="35">
                  <c:v>122900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Total!$E$1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Total!$A$3:$A$49999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Total!$E$3:$E$49999</c:f>
              <c:numCache>
                <c:formatCode>_(* #,##0_);_(* \(#,##0\);_(* "-"??_);_(@_)</c:formatCode>
                <c:ptCount val="36"/>
                <c:pt idx="0">
                  <c:v>124000</c:v>
                </c:pt>
                <c:pt idx="1">
                  <c:v>124100</c:v>
                </c:pt>
                <c:pt idx="2">
                  <c:v>124200</c:v>
                </c:pt>
                <c:pt idx="3">
                  <c:v>124300</c:v>
                </c:pt>
                <c:pt idx="4">
                  <c:v>123700</c:v>
                </c:pt>
                <c:pt idx="5">
                  <c:v>123800</c:v>
                </c:pt>
                <c:pt idx="6">
                  <c:v>123900</c:v>
                </c:pt>
                <c:pt idx="7">
                  <c:v>124000</c:v>
                </c:pt>
                <c:pt idx="8">
                  <c:v>124100</c:v>
                </c:pt>
                <c:pt idx="9">
                  <c:v>124200</c:v>
                </c:pt>
                <c:pt idx="10">
                  <c:v>124300</c:v>
                </c:pt>
                <c:pt idx="11">
                  <c:v>123700</c:v>
                </c:pt>
                <c:pt idx="12">
                  <c:v>123800</c:v>
                </c:pt>
                <c:pt idx="13">
                  <c:v>123900</c:v>
                </c:pt>
                <c:pt idx="14">
                  <c:v>124000</c:v>
                </c:pt>
                <c:pt idx="15">
                  <c:v>124100</c:v>
                </c:pt>
                <c:pt idx="16">
                  <c:v>124200</c:v>
                </c:pt>
                <c:pt idx="17">
                  <c:v>124300</c:v>
                </c:pt>
                <c:pt idx="18">
                  <c:v>123700</c:v>
                </c:pt>
                <c:pt idx="19">
                  <c:v>123800</c:v>
                </c:pt>
                <c:pt idx="20">
                  <c:v>123900</c:v>
                </c:pt>
                <c:pt idx="21">
                  <c:v>124000</c:v>
                </c:pt>
                <c:pt idx="22">
                  <c:v>124100</c:v>
                </c:pt>
                <c:pt idx="23">
                  <c:v>124200</c:v>
                </c:pt>
                <c:pt idx="24">
                  <c:v>124300</c:v>
                </c:pt>
                <c:pt idx="25">
                  <c:v>123700</c:v>
                </c:pt>
                <c:pt idx="26">
                  <c:v>123800</c:v>
                </c:pt>
                <c:pt idx="27">
                  <c:v>123900</c:v>
                </c:pt>
                <c:pt idx="28">
                  <c:v>124000</c:v>
                </c:pt>
                <c:pt idx="29">
                  <c:v>124100</c:v>
                </c:pt>
                <c:pt idx="30">
                  <c:v>124200</c:v>
                </c:pt>
                <c:pt idx="31">
                  <c:v>124300</c:v>
                </c:pt>
                <c:pt idx="32">
                  <c:v>123700</c:v>
                </c:pt>
                <c:pt idx="33">
                  <c:v>123800</c:v>
                </c:pt>
                <c:pt idx="34">
                  <c:v>123900</c:v>
                </c:pt>
                <c:pt idx="35">
                  <c:v>124000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Total!$F$1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Total!$A$3:$A$49999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Total!$F$3:$F$49999</c:f>
              <c:numCache>
                <c:formatCode>_(* #,##0_);_(* \(#,##0\);_(* "-"??_);_(@_)</c:formatCode>
                <c:ptCount val="36"/>
                <c:pt idx="0">
                  <c:v>125100</c:v>
                </c:pt>
                <c:pt idx="1">
                  <c:v>125200</c:v>
                </c:pt>
                <c:pt idx="2">
                  <c:v>125300</c:v>
                </c:pt>
                <c:pt idx="3">
                  <c:v>124700</c:v>
                </c:pt>
                <c:pt idx="4">
                  <c:v>124800</c:v>
                </c:pt>
                <c:pt idx="5">
                  <c:v>124900</c:v>
                </c:pt>
                <c:pt idx="6">
                  <c:v>125000</c:v>
                </c:pt>
                <c:pt idx="7">
                  <c:v>125100</c:v>
                </c:pt>
                <c:pt idx="8">
                  <c:v>125200</c:v>
                </c:pt>
                <c:pt idx="9">
                  <c:v>125300</c:v>
                </c:pt>
                <c:pt idx="10">
                  <c:v>124700</c:v>
                </c:pt>
                <c:pt idx="11">
                  <c:v>124800</c:v>
                </c:pt>
                <c:pt idx="12">
                  <c:v>124900</c:v>
                </c:pt>
                <c:pt idx="13">
                  <c:v>125000</c:v>
                </c:pt>
                <c:pt idx="14">
                  <c:v>125100</c:v>
                </c:pt>
                <c:pt idx="15">
                  <c:v>125200</c:v>
                </c:pt>
                <c:pt idx="16">
                  <c:v>125300</c:v>
                </c:pt>
                <c:pt idx="17">
                  <c:v>124700</c:v>
                </c:pt>
                <c:pt idx="18">
                  <c:v>124800</c:v>
                </c:pt>
                <c:pt idx="19">
                  <c:v>124900</c:v>
                </c:pt>
                <c:pt idx="20">
                  <c:v>125000</c:v>
                </c:pt>
                <c:pt idx="21">
                  <c:v>125100</c:v>
                </c:pt>
                <c:pt idx="22">
                  <c:v>125200</c:v>
                </c:pt>
                <c:pt idx="23">
                  <c:v>125300</c:v>
                </c:pt>
                <c:pt idx="24">
                  <c:v>124700</c:v>
                </c:pt>
                <c:pt idx="25">
                  <c:v>124800</c:v>
                </c:pt>
                <c:pt idx="26">
                  <c:v>124900</c:v>
                </c:pt>
                <c:pt idx="27">
                  <c:v>125000</c:v>
                </c:pt>
                <c:pt idx="28">
                  <c:v>125100</c:v>
                </c:pt>
                <c:pt idx="29">
                  <c:v>125200</c:v>
                </c:pt>
                <c:pt idx="30">
                  <c:v>125300</c:v>
                </c:pt>
                <c:pt idx="31">
                  <c:v>124700</c:v>
                </c:pt>
                <c:pt idx="32">
                  <c:v>124800</c:v>
                </c:pt>
                <c:pt idx="33">
                  <c:v>124900</c:v>
                </c:pt>
                <c:pt idx="34">
                  <c:v>125000</c:v>
                </c:pt>
                <c:pt idx="35">
                  <c:v>125100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Total!$G$1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Ref>
              <c:f>Total!$A$3:$A$49999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Total!$G$3:$G$49999</c:f>
              <c:numCache>
                <c:formatCode>_(* #,##0_);_(* \(#,##0\);_(* "-"??_);_(@_)</c:formatCode>
                <c:ptCount val="36"/>
                <c:pt idx="0">
                  <c:v>126200</c:v>
                </c:pt>
                <c:pt idx="1">
                  <c:v>126300</c:v>
                </c:pt>
                <c:pt idx="2">
                  <c:v>125700</c:v>
                </c:pt>
                <c:pt idx="3">
                  <c:v>125800</c:v>
                </c:pt>
                <c:pt idx="4">
                  <c:v>125900</c:v>
                </c:pt>
                <c:pt idx="5">
                  <c:v>126000</c:v>
                </c:pt>
                <c:pt idx="6">
                  <c:v>126100</c:v>
                </c:pt>
                <c:pt idx="7">
                  <c:v>126200</c:v>
                </c:pt>
                <c:pt idx="8">
                  <c:v>126300</c:v>
                </c:pt>
                <c:pt idx="9">
                  <c:v>125700</c:v>
                </c:pt>
                <c:pt idx="10">
                  <c:v>125800</c:v>
                </c:pt>
                <c:pt idx="11">
                  <c:v>125900</c:v>
                </c:pt>
                <c:pt idx="12">
                  <c:v>126000</c:v>
                </c:pt>
                <c:pt idx="13">
                  <c:v>126100</c:v>
                </c:pt>
                <c:pt idx="14">
                  <c:v>126200</c:v>
                </c:pt>
                <c:pt idx="15">
                  <c:v>126300</c:v>
                </c:pt>
                <c:pt idx="16">
                  <c:v>125700</c:v>
                </c:pt>
                <c:pt idx="17">
                  <c:v>125800</c:v>
                </c:pt>
                <c:pt idx="18">
                  <c:v>125900</c:v>
                </c:pt>
                <c:pt idx="19">
                  <c:v>126000</c:v>
                </c:pt>
                <c:pt idx="20">
                  <c:v>126100</c:v>
                </c:pt>
                <c:pt idx="21">
                  <c:v>126200</c:v>
                </c:pt>
                <c:pt idx="22">
                  <c:v>126300</c:v>
                </c:pt>
                <c:pt idx="23">
                  <c:v>125700</c:v>
                </c:pt>
                <c:pt idx="24">
                  <c:v>125800</c:v>
                </c:pt>
                <c:pt idx="25">
                  <c:v>125900</c:v>
                </c:pt>
                <c:pt idx="26">
                  <c:v>126000</c:v>
                </c:pt>
                <c:pt idx="27">
                  <c:v>126100</c:v>
                </c:pt>
                <c:pt idx="28">
                  <c:v>126200</c:v>
                </c:pt>
                <c:pt idx="29">
                  <c:v>126300</c:v>
                </c:pt>
                <c:pt idx="30">
                  <c:v>125700</c:v>
                </c:pt>
                <c:pt idx="31">
                  <c:v>125800</c:v>
                </c:pt>
                <c:pt idx="32">
                  <c:v>125900</c:v>
                </c:pt>
                <c:pt idx="33">
                  <c:v>126000</c:v>
                </c:pt>
                <c:pt idx="34">
                  <c:v>126100</c:v>
                </c:pt>
                <c:pt idx="35">
                  <c:v>126200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Total!$H$1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Total!$H$3:$H$10000</c:f>
              <c:numCache>
                <c:formatCode>_(* #,##0_);_(* \(#,##0\);_(* "-"??_);_(@_)</c:formatCode>
                <c:ptCount val="36"/>
                <c:pt idx="0">
                  <c:v>127300</c:v>
                </c:pt>
                <c:pt idx="1">
                  <c:v>126700</c:v>
                </c:pt>
                <c:pt idx="2">
                  <c:v>126800</c:v>
                </c:pt>
                <c:pt idx="3">
                  <c:v>126900</c:v>
                </c:pt>
                <c:pt idx="4">
                  <c:v>127000</c:v>
                </c:pt>
                <c:pt idx="5">
                  <c:v>127100</c:v>
                </c:pt>
                <c:pt idx="6">
                  <c:v>127200</c:v>
                </c:pt>
                <c:pt idx="7">
                  <c:v>127300</c:v>
                </c:pt>
                <c:pt idx="8">
                  <c:v>126700</c:v>
                </c:pt>
                <c:pt idx="9">
                  <c:v>126800</c:v>
                </c:pt>
                <c:pt idx="10">
                  <c:v>126900</c:v>
                </c:pt>
                <c:pt idx="11">
                  <c:v>127000</c:v>
                </c:pt>
                <c:pt idx="12">
                  <c:v>127100</c:v>
                </c:pt>
                <c:pt idx="13">
                  <c:v>127200</c:v>
                </c:pt>
                <c:pt idx="14">
                  <c:v>127300</c:v>
                </c:pt>
                <c:pt idx="15">
                  <c:v>126700</c:v>
                </c:pt>
                <c:pt idx="16">
                  <c:v>126800</c:v>
                </c:pt>
                <c:pt idx="17">
                  <c:v>126900</c:v>
                </c:pt>
                <c:pt idx="18">
                  <c:v>127000</c:v>
                </c:pt>
                <c:pt idx="19">
                  <c:v>127100</c:v>
                </c:pt>
                <c:pt idx="20">
                  <c:v>127200</c:v>
                </c:pt>
                <c:pt idx="21">
                  <c:v>127300</c:v>
                </c:pt>
                <c:pt idx="22">
                  <c:v>126700</c:v>
                </c:pt>
                <c:pt idx="23">
                  <c:v>126800</c:v>
                </c:pt>
                <c:pt idx="24">
                  <c:v>126900</c:v>
                </c:pt>
                <c:pt idx="25">
                  <c:v>127000</c:v>
                </c:pt>
                <c:pt idx="26">
                  <c:v>127100</c:v>
                </c:pt>
                <c:pt idx="27">
                  <c:v>127200</c:v>
                </c:pt>
                <c:pt idx="28">
                  <c:v>127300</c:v>
                </c:pt>
                <c:pt idx="29">
                  <c:v>126700</c:v>
                </c:pt>
                <c:pt idx="30">
                  <c:v>126800</c:v>
                </c:pt>
                <c:pt idx="31">
                  <c:v>126900</c:v>
                </c:pt>
                <c:pt idx="32">
                  <c:v>127000</c:v>
                </c:pt>
                <c:pt idx="33">
                  <c:v>127100</c:v>
                </c:pt>
                <c:pt idx="34">
                  <c:v>127200</c:v>
                </c:pt>
                <c:pt idx="35">
                  <c:v>127300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Total!$I$1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Total!$I$3:$I$100000</c:f>
              <c:numCache>
                <c:formatCode>_(* #,##0_);_(* \(#,##0\);_(* "-"??_);_(@_)</c:formatCode>
                <c:ptCount val="36"/>
                <c:pt idx="0">
                  <c:v>127700</c:v>
                </c:pt>
                <c:pt idx="1">
                  <c:v>127800</c:v>
                </c:pt>
                <c:pt idx="2">
                  <c:v>127900</c:v>
                </c:pt>
                <c:pt idx="3">
                  <c:v>128000</c:v>
                </c:pt>
                <c:pt idx="4">
                  <c:v>128100</c:v>
                </c:pt>
                <c:pt idx="5">
                  <c:v>128200</c:v>
                </c:pt>
                <c:pt idx="6">
                  <c:v>128300</c:v>
                </c:pt>
                <c:pt idx="7">
                  <c:v>127700</c:v>
                </c:pt>
                <c:pt idx="8">
                  <c:v>127800</c:v>
                </c:pt>
                <c:pt idx="9">
                  <c:v>127900</c:v>
                </c:pt>
                <c:pt idx="10">
                  <c:v>128000</c:v>
                </c:pt>
                <c:pt idx="11">
                  <c:v>128100</c:v>
                </c:pt>
                <c:pt idx="12">
                  <c:v>128200</c:v>
                </c:pt>
                <c:pt idx="13">
                  <c:v>128300</c:v>
                </c:pt>
                <c:pt idx="14">
                  <c:v>127700</c:v>
                </c:pt>
                <c:pt idx="15">
                  <c:v>127800</c:v>
                </c:pt>
                <c:pt idx="16">
                  <c:v>127900</c:v>
                </c:pt>
                <c:pt idx="17">
                  <c:v>128000</c:v>
                </c:pt>
                <c:pt idx="18">
                  <c:v>128100</c:v>
                </c:pt>
                <c:pt idx="19">
                  <c:v>128200</c:v>
                </c:pt>
                <c:pt idx="20">
                  <c:v>128300</c:v>
                </c:pt>
                <c:pt idx="21">
                  <c:v>127700</c:v>
                </c:pt>
                <c:pt idx="22">
                  <c:v>127800</c:v>
                </c:pt>
                <c:pt idx="23">
                  <c:v>127900</c:v>
                </c:pt>
                <c:pt idx="24">
                  <c:v>128000</c:v>
                </c:pt>
                <c:pt idx="25">
                  <c:v>128100</c:v>
                </c:pt>
                <c:pt idx="26">
                  <c:v>128200</c:v>
                </c:pt>
                <c:pt idx="27">
                  <c:v>128300</c:v>
                </c:pt>
                <c:pt idx="28">
                  <c:v>127700</c:v>
                </c:pt>
                <c:pt idx="29">
                  <c:v>127800</c:v>
                </c:pt>
                <c:pt idx="30">
                  <c:v>127900</c:v>
                </c:pt>
                <c:pt idx="31">
                  <c:v>128000</c:v>
                </c:pt>
                <c:pt idx="32">
                  <c:v>128100</c:v>
                </c:pt>
                <c:pt idx="33">
                  <c:v>128200</c:v>
                </c:pt>
                <c:pt idx="34">
                  <c:v>128300</c:v>
                </c:pt>
                <c:pt idx="35">
                  <c:v>127700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Total!$J$1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Total!$J$3:$J$10000</c:f>
              <c:numCache>
                <c:formatCode>_(* #,##0_);_(* \(#,##0\);_(* "-"??_);_(@_)</c:formatCode>
                <c:ptCount val="36"/>
                <c:pt idx="0">
                  <c:v>128800</c:v>
                </c:pt>
                <c:pt idx="1">
                  <c:v>128900</c:v>
                </c:pt>
                <c:pt idx="2">
                  <c:v>129000</c:v>
                </c:pt>
                <c:pt idx="3">
                  <c:v>129100</c:v>
                </c:pt>
                <c:pt idx="4">
                  <c:v>129200</c:v>
                </c:pt>
                <c:pt idx="5">
                  <c:v>129300</c:v>
                </c:pt>
                <c:pt idx="6">
                  <c:v>128700</c:v>
                </c:pt>
                <c:pt idx="7">
                  <c:v>128800</c:v>
                </c:pt>
                <c:pt idx="8">
                  <c:v>128900</c:v>
                </c:pt>
                <c:pt idx="9">
                  <c:v>129000</c:v>
                </c:pt>
                <c:pt idx="10">
                  <c:v>129100</c:v>
                </c:pt>
                <c:pt idx="11">
                  <c:v>129200</c:v>
                </c:pt>
                <c:pt idx="12">
                  <c:v>129300</c:v>
                </c:pt>
                <c:pt idx="13">
                  <c:v>128700</c:v>
                </c:pt>
                <c:pt idx="14">
                  <c:v>128800</c:v>
                </c:pt>
                <c:pt idx="15">
                  <c:v>128900</c:v>
                </c:pt>
                <c:pt idx="16">
                  <c:v>129000</c:v>
                </c:pt>
                <c:pt idx="17">
                  <c:v>129100</c:v>
                </c:pt>
                <c:pt idx="18">
                  <c:v>129200</c:v>
                </c:pt>
                <c:pt idx="19">
                  <c:v>129300</c:v>
                </c:pt>
                <c:pt idx="20">
                  <c:v>128700</c:v>
                </c:pt>
                <c:pt idx="21">
                  <c:v>128800</c:v>
                </c:pt>
                <c:pt idx="22">
                  <c:v>128900</c:v>
                </c:pt>
                <c:pt idx="23">
                  <c:v>129000</c:v>
                </c:pt>
                <c:pt idx="24">
                  <c:v>129100</c:v>
                </c:pt>
                <c:pt idx="25">
                  <c:v>129200</c:v>
                </c:pt>
                <c:pt idx="26">
                  <c:v>129300</c:v>
                </c:pt>
                <c:pt idx="27">
                  <c:v>128700</c:v>
                </c:pt>
                <c:pt idx="28">
                  <c:v>128800</c:v>
                </c:pt>
                <c:pt idx="29">
                  <c:v>128900</c:v>
                </c:pt>
                <c:pt idx="30">
                  <c:v>129000</c:v>
                </c:pt>
                <c:pt idx="31">
                  <c:v>129100</c:v>
                </c:pt>
                <c:pt idx="32">
                  <c:v>129200</c:v>
                </c:pt>
                <c:pt idx="33">
                  <c:v>129300</c:v>
                </c:pt>
                <c:pt idx="34">
                  <c:v>128700</c:v>
                </c:pt>
                <c:pt idx="35">
                  <c:v>128800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Total!$K$1</c:f>
              <c:strCache>
                <c:ptCount val="1"/>
                <c:pt idx="0">
                  <c:v>Synthetic Series 10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Total!$K$3:$K$10000</c:f>
              <c:numCache>
                <c:formatCode>_(* #,##0_);_(* \(#,##0\);_(* "-"??_);_(@_)</c:formatCode>
                <c:ptCount val="36"/>
                <c:pt idx="0">
                  <c:v>129900</c:v>
                </c:pt>
                <c:pt idx="1">
                  <c:v>130000</c:v>
                </c:pt>
                <c:pt idx="2">
                  <c:v>130100</c:v>
                </c:pt>
                <c:pt idx="3">
                  <c:v>130200</c:v>
                </c:pt>
                <c:pt idx="4">
                  <c:v>130300</c:v>
                </c:pt>
                <c:pt idx="5">
                  <c:v>129700</c:v>
                </c:pt>
                <c:pt idx="6">
                  <c:v>129800</c:v>
                </c:pt>
                <c:pt idx="7">
                  <c:v>129900</c:v>
                </c:pt>
                <c:pt idx="8">
                  <c:v>130000</c:v>
                </c:pt>
                <c:pt idx="9">
                  <c:v>130100</c:v>
                </c:pt>
                <c:pt idx="10">
                  <c:v>130200</c:v>
                </c:pt>
                <c:pt idx="11">
                  <c:v>130300</c:v>
                </c:pt>
                <c:pt idx="12">
                  <c:v>129700</c:v>
                </c:pt>
                <c:pt idx="13">
                  <c:v>129800</c:v>
                </c:pt>
                <c:pt idx="14">
                  <c:v>129900</c:v>
                </c:pt>
                <c:pt idx="15">
                  <c:v>130000</c:v>
                </c:pt>
                <c:pt idx="16">
                  <c:v>130100</c:v>
                </c:pt>
                <c:pt idx="17">
                  <c:v>130200</c:v>
                </c:pt>
                <c:pt idx="18">
                  <c:v>130300</c:v>
                </c:pt>
                <c:pt idx="19">
                  <c:v>129700</c:v>
                </c:pt>
                <c:pt idx="20">
                  <c:v>129800</c:v>
                </c:pt>
                <c:pt idx="21">
                  <c:v>129900</c:v>
                </c:pt>
                <c:pt idx="22">
                  <c:v>130000</c:v>
                </c:pt>
                <c:pt idx="23">
                  <c:v>130100</c:v>
                </c:pt>
                <c:pt idx="24">
                  <c:v>130200</c:v>
                </c:pt>
                <c:pt idx="25">
                  <c:v>130300</c:v>
                </c:pt>
                <c:pt idx="26">
                  <c:v>129700</c:v>
                </c:pt>
                <c:pt idx="27">
                  <c:v>129800</c:v>
                </c:pt>
                <c:pt idx="28">
                  <c:v>129900</c:v>
                </c:pt>
                <c:pt idx="29">
                  <c:v>130000</c:v>
                </c:pt>
                <c:pt idx="30">
                  <c:v>130100</c:v>
                </c:pt>
                <c:pt idx="31">
                  <c:v>130200</c:v>
                </c:pt>
                <c:pt idx="32">
                  <c:v>130300</c:v>
                </c:pt>
                <c:pt idx="33">
                  <c:v>129700</c:v>
                </c:pt>
                <c:pt idx="34">
                  <c:v>129800</c:v>
                </c:pt>
                <c:pt idx="35">
                  <c:v>129900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Total!$L$1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Total!$L$3:$L$10000</c:f>
              <c:numCache>
                <c:formatCode>_(* #,##0_);_(* \(#,##0\);_(* "-"??_);_(@_)</c:formatCode>
                <c:ptCount val="36"/>
                <c:pt idx="0">
                  <c:v>131000</c:v>
                </c:pt>
                <c:pt idx="1">
                  <c:v>131100</c:v>
                </c:pt>
                <c:pt idx="2">
                  <c:v>131200</c:v>
                </c:pt>
                <c:pt idx="3">
                  <c:v>131300</c:v>
                </c:pt>
                <c:pt idx="4">
                  <c:v>130700</c:v>
                </c:pt>
                <c:pt idx="5">
                  <c:v>130800</c:v>
                </c:pt>
                <c:pt idx="6">
                  <c:v>130900</c:v>
                </c:pt>
                <c:pt idx="7">
                  <c:v>131000</c:v>
                </c:pt>
                <c:pt idx="8">
                  <c:v>131100</c:v>
                </c:pt>
                <c:pt idx="9">
                  <c:v>131200</c:v>
                </c:pt>
                <c:pt idx="10">
                  <c:v>131300</c:v>
                </c:pt>
                <c:pt idx="11">
                  <c:v>130700</c:v>
                </c:pt>
                <c:pt idx="12">
                  <c:v>130800</c:v>
                </c:pt>
                <c:pt idx="13">
                  <c:v>130900</c:v>
                </c:pt>
                <c:pt idx="14">
                  <c:v>131000</c:v>
                </c:pt>
                <c:pt idx="15">
                  <c:v>131100</c:v>
                </c:pt>
                <c:pt idx="16">
                  <c:v>131200</c:v>
                </c:pt>
                <c:pt idx="17">
                  <c:v>131300</c:v>
                </c:pt>
                <c:pt idx="18">
                  <c:v>130700</c:v>
                </c:pt>
                <c:pt idx="19">
                  <c:v>130800</c:v>
                </c:pt>
                <c:pt idx="20">
                  <c:v>130900</c:v>
                </c:pt>
                <c:pt idx="21">
                  <c:v>131000</c:v>
                </c:pt>
                <c:pt idx="22">
                  <c:v>131100</c:v>
                </c:pt>
                <c:pt idx="23">
                  <c:v>131200</c:v>
                </c:pt>
                <c:pt idx="24">
                  <c:v>131300</c:v>
                </c:pt>
                <c:pt idx="25">
                  <c:v>130700</c:v>
                </c:pt>
                <c:pt idx="26">
                  <c:v>130800</c:v>
                </c:pt>
                <c:pt idx="27">
                  <c:v>130900</c:v>
                </c:pt>
                <c:pt idx="28">
                  <c:v>131000</c:v>
                </c:pt>
                <c:pt idx="29">
                  <c:v>131100</c:v>
                </c:pt>
                <c:pt idx="30">
                  <c:v>131200</c:v>
                </c:pt>
                <c:pt idx="31">
                  <c:v>131300</c:v>
                </c:pt>
                <c:pt idx="32">
                  <c:v>130700</c:v>
                </c:pt>
                <c:pt idx="33">
                  <c:v>130800</c:v>
                </c:pt>
                <c:pt idx="34">
                  <c:v>130900</c:v>
                </c:pt>
                <c:pt idx="35">
                  <c:v>131000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Total!$M$1</c:f>
              <c:strCache>
                <c:ptCount val="1"/>
                <c:pt idx="0">
                  <c:v>Synthetic Series 12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Total!$M$3:$M$10000</c:f>
              <c:numCache>
                <c:formatCode>_(* #,##0_);_(* \(#,##0\);_(* "-"??_);_(@_)</c:formatCode>
                <c:ptCount val="36"/>
                <c:pt idx="0">
                  <c:v>132100</c:v>
                </c:pt>
                <c:pt idx="1">
                  <c:v>132200</c:v>
                </c:pt>
                <c:pt idx="2">
                  <c:v>132300</c:v>
                </c:pt>
                <c:pt idx="3">
                  <c:v>131700</c:v>
                </c:pt>
                <c:pt idx="4">
                  <c:v>131800</c:v>
                </c:pt>
                <c:pt idx="5">
                  <c:v>131900</c:v>
                </c:pt>
                <c:pt idx="6">
                  <c:v>132000</c:v>
                </c:pt>
                <c:pt idx="7">
                  <c:v>132100</c:v>
                </c:pt>
                <c:pt idx="8">
                  <c:v>132200</c:v>
                </c:pt>
                <c:pt idx="9">
                  <c:v>132300</c:v>
                </c:pt>
                <c:pt idx="10">
                  <c:v>131700</c:v>
                </c:pt>
                <c:pt idx="11">
                  <c:v>131800</c:v>
                </c:pt>
                <c:pt idx="12">
                  <c:v>131900</c:v>
                </c:pt>
                <c:pt idx="13">
                  <c:v>132000</c:v>
                </c:pt>
                <c:pt idx="14">
                  <c:v>132100</c:v>
                </c:pt>
                <c:pt idx="15">
                  <c:v>132200</c:v>
                </c:pt>
                <c:pt idx="16">
                  <c:v>132300</c:v>
                </c:pt>
                <c:pt idx="17">
                  <c:v>131700</c:v>
                </c:pt>
                <c:pt idx="18">
                  <c:v>131800</c:v>
                </c:pt>
                <c:pt idx="19">
                  <c:v>131900</c:v>
                </c:pt>
                <c:pt idx="20">
                  <c:v>132000</c:v>
                </c:pt>
                <c:pt idx="21">
                  <c:v>132100</c:v>
                </c:pt>
                <c:pt idx="22">
                  <c:v>132200</c:v>
                </c:pt>
                <c:pt idx="23">
                  <c:v>132300</c:v>
                </c:pt>
                <c:pt idx="24">
                  <c:v>131700</c:v>
                </c:pt>
                <c:pt idx="25">
                  <c:v>131800</c:v>
                </c:pt>
                <c:pt idx="26">
                  <c:v>131900</c:v>
                </c:pt>
                <c:pt idx="27">
                  <c:v>132000</c:v>
                </c:pt>
                <c:pt idx="28">
                  <c:v>132100</c:v>
                </c:pt>
                <c:pt idx="29">
                  <c:v>132200</c:v>
                </c:pt>
                <c:pt idx="30">
                  <c:v>132300</c:v>
                </c:pt>
                <c:pt idx="31">
                  <c:v>131700</c:v>
                </c:pt>
                <c:pt idx="32">
                  <c:v>131800</c:v>
                </c:pt>
                <c:pt idx="33">
                  <c:v>131900</c:v>
                </c:pt>
                <c:pt idx="34">
                  <c:v>132000</c:v>
                </c:pt>
                <c:pt idx="35">
                  <c:v>132100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28417664"/>
        <c:axId val="330886528"/>
      </c:lineChart>
      <c:dateAx>
        <c:axId val="328417664"/>
        <c:scaling>
          <c:orientation val="minMax"/>
          <c:max val="45991"/>
        </c:scaling>
        <c:delete val="0"/>
        <c:axPos val="b"/>
        <c:numFmt formatCode="[$-409]mmm\-yy;@" sourceLinked="1"/>
        <c:majorTickMark val="out"/>
        <c:minorTickMark val="none"/>
        <c:tickLblPos val="low"/>
        <c:crossAx val="330886528"/>
        <c:crosses val="autoZero"/>
        <c:auto val="1"/>
        <c:baseTimeUnit val="days"/>
      </c:dateAx>
      <c:valAx>
        <c:axId val="330886528"/>
        <c:scaling>
          <c:orientation val="minMax"/>
          <c:max val="450000000"/>
          <c:min val="-300000000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spPr>
          <a:ln xmlns:a="http://schemas.openxmlformats.org/drawingml/2006/main" w="9525">
            <a:noFill/>
          </a:ln>
        </c:spPr>
        <c:crossAx val="328417664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1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 Class Exposure -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Class!$B$1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Class!$A$3:$A$49999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Class!$B$3:$B$49999</c:f>
              <c:numCache>
                <c:formatCode>0.0%</c:formatCode>
                <c:ptCount val="36"/>
                <c:pt idx="0">
                  <c:v>130700</c:v>
                </c:pt>
                <c:pt idx="1">
                  <c:v>130800</c:v>
                </c:pt>
                <c:pt idx="2">
                  <c:v>130900</c:v>
                </c:pt>
                <c:pt idx="3">
                  <c:v>131000</c:v>
                </c:pt>
                <c:pt idx="4">
                  <c:v>131100</c:v>
                </c:pt>
                <c:pt idx="5">
                  <c:v>131200</c:v>
                </c:pt>
                <c:pt idx="6">
                  <c:v>131300</c:v>
                </c:pt>
                <c:pt idx="7">
                  <c:v>130700</c:v>
                </c:pt>
                <c:pt idx="8">
                  <c:v>130800</c:v>
                </c:pt>
                <c:pt idx="9">
                  <c:v>130900</c:v>
                </c:pt>
                <c:pt idx="10">
                  <c:v>131000</c:v>
                </c:pt>
                <c:pt idx="11">
                  <c:v>131100</c:v>
                </c:pt>
                <c:pt idx="12">
                  <c:v>131200</c:v>
                </c:pt>
                <c:pt idx="13">
                  <c:v>131300</c:v>
                </c:pt>
                <c:pt idx="14">
                  <c:v>130700</c:v>
                </c:pt>
                <c:pt idx="15">
                  <c:v>130800</c:v>
                </c:pt>
                <c:pt idx="16">
                  <c:v>130900</c:v>
                </c:pt>
                <c:pt idx="17">
                  <c:v>131000</c:v>
                </c:pt>
                <c:pt idx="18">
                  <c:v>131100</c:v>
                </c:pt>
                <c:pt idx="19">
                  <c:v>131200</c:v>
                </c:pt>
                <c:pt idx="20">
                  <c:v>131300</c:v>
                </c:pt>
                <c:pt idx="21">
                  <c:v>130700</c:v>
                </c:pt>
                <c:pt idx="22">
                  <c:v>130800</c:v>
                </c:pt>
                <c:pt idx="23">
                  <c:v>130900</c:v>
                </c:pt>
                <c:pt idx="24">
                  <c:v>131000</c:v>
                </c:pt>
                <c:pt idx="25">
                  <c:v>131100</c:v>
                </c:pt>
                <c:pt idx="26">
                  <c:v>131200</c:v>
                </c:pt>
                <c:pt idx="27">
                  <c:v>131300</c:v>
                </c:pt>
                <c:pt idx="28">
                  <c:v>130700</c:v>
                </c:pt>
                <c:pt idx="29">
                  <c:v>130800</c:v>
                </c:pt>
                <c:pt idx="30">
                  <c:v>130900</c:v>
                </c:pt>
                <c:pt idx="31">
                  <c:v>131000</c:v>
                </c:pt>
                <c:pt idx="32">
                  <c:v>131100</c:v>
                </c:pt>
                <c:pt idx="33">
                  <c:v>131200</c:v>
                </c:pt>
                <c:pt idx="34">
                  <c:v>131300</c:v>
                </c:pt>
                <c:pt idx="35">
                  <c:v>130700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Class!$C$1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Class!$A$3:$A$49999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Class!$C$3:$C$49999</c:f>
              <c:numCache>
                <c:formatCode>0.0%</c:formatCode>
                <c:ptCount val="36"/>
                <c:pt idx="0">
                  <c:v>131800</c:v>
                </c:pt>
                <c:pt idx="1">
                  <c:v>131900</c:v>
                </c:pt>
                <c:pt idx="2">
                  <c:v>132000</c:v>
                </c:pt>
                <c:pt idx="3">
                  <c:v>132100</c:v>
                </c:pt>
                <c:pt idx="4">
                  <c:v>132200</c:v>
                </c:pt>
                <c:pt idx="5">
                  <c:v>132300</c:v>
                </c:pt>
                <c:pt idx="6">
                  <c:v>131700</c:v>
                </c:pt>
                <c:pt idx="7">
                  <c:v>131800</c:v>
                </c:pt>
                <c:pt idx="8">
                  <c:v>131900</c:v>
                </c:pt>
                <c:pt idx="9">
                  <c:v>132000</c:v>
                </c:pt>
                <c:pt idx="10">
                  <c:v>132100</c:v>
                </c:pt>
                <c:pt idx="11">
                  <c:v>132200</c:v>
                </c:pt>
                <c:pt idx="12">
                  <c:v>132300</c:v>
                </c:pt>
                <c:pt idx="13">
                  <c:v>131700</c:v>
                </c:pt>
                <c:pt idx="14">
                  <c:v>131800</c:v>
                </c:pt>
                <c:pt idx="15">
                  <c:v>131900</c:v>
                </c:pt>
                <c:pt idx="16">
                  <c:v>132000</c:v>
                </c:pt>
                <c:pt idx="17">
                  <c:v>132100</c:v>
                </c:pt>
                <c:pt idx="18">
                  <c:v>132200</c:v>
                </c:pt>
                <c:pt idx="19">
                  <c:v>132300</c:v>
                </c:pt>
                <c:pt idx="20">
                  <c:v>131700</c:v>
                </c:pt>
                <c:pt idx="21">
                  <c:v>131800</c:v>
                </c:pt>
                <c:pt idx="22">
                  <c:v>131900</c:v>
                </c:pt>
                <c:pt idx="23">
                  <c:v>132000</c:v>
                </c:pt>
                <c:pt idx="24">
                  <c:v>132100</c:v>
                </c:pt>
                <c:pt idx="25">
                  <c:v>132200</c:v>
                </c:pt>
                <c:pt idx="26">
                  <c:v>132300</c:v>
                </c:pt>
                <c:pt idx="27">
                  <c:v>131700</c:v>
                </c:pt>
                <c:pt idx="28">
                  <c:v>131800</c:v>
                </c:pt>
                <c:pt idx="29">
                  <c:v>131900</c:v>
                </c:pt>
                <c:pt idx="30">
                  <c:v>132000</c:v>
                </c:pt>
                <c:pt idx="31">
                  <c:v>132100</c:v>
                </c:pt>
                <c:pt idx="32">
                  <c:v>132200</c:v>
                </c:pt>
                <c:pt idx="33">
                  <c:v>132300</c:v>
                </c:pt>
                <c:pt idx="34">
                  <c:v>131700</c:v>
                </c:pt>
                <c:pt idx="35">
                  <c:v>131800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Class!$D$1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Class!$A$3:$A$49999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Class!$D$3:$D$49999</c:f>
              <c:numCache>
                <c:formatCode>0.0%</c:formatCode>
                <c:ptCount val="36"/>
                <c:pt idx="0">
                  <c:v>132900</c:v>
                </c:pt>
                <c:pt idx="1">
                  <c:v>133000</c:v>
                </c:pt>
                <c:pt idx="2">
                  <c:v>133100</c:v>
                </c:pt>
                <c:pt idx="3">
                  <c:v>133200</c:v>
                </c:pt>
                <c:pt idx="4">
                  <c:v>133300</c:v>
                </c:pt>
                <c:pt idx="5">
                  <c:v>132700</c:v>
                </c:pt>
                <c:pt idx="6">
                  <c:v>132800</c:v>
                </c:pt>
                <c:pt idx="7">
                  <c:v>132900</c:v>
                </c:pt>
                <c:pt idx="8">
                  <c:v>133000</c:v>
                </c:pt>
                <c:pt idx="9">
                  <c:v>133100</c:v>
                </c:pt>
                <c:pt idx="10">
                  <c:v>133200</c:v>
                </c:pt>
                <c:pt idx="11">
                  <c:v>133300</c:v>
                </c:pt>
                <c:pt idx="12">
                  <c:v>132700</c:v>
                </c:pt>
                <c:pt idx="13">
                  <c:v>132800</c:v>
                </c:pt>
                <c:pt idx="14">
                  <c:v>132900</c:v>
                </c:pt>
                <c:pt idx="15">
                  <c:v>133000</c:v>
                </c:pt>
                <c:pt idx="16">
                  <c:v>133100</c:v>
                </c:pt>
                <c:pt idx="17">
                  <c:v>133200</c:v>
                </c:pt>
                <c:pt idx="18">
                  <c:v>133300</c:v>
                </c:pt>
                <c:pt idx="19">
                  <c:v>132700</c:v>
                </c:pt>
                <c:pt idx="20">
                  <c:v>132800</c:v>
                </c:pt>
                <c:pt idx="21">
                  <c:v>132900</c:v>
                </c:pt>
                <c:pt idx="22">
                  <c:v>133000</c:v>
                </c:pt>
                <c:pt idx="23">
                  <c:v>133100</c:v>
                </c:pt>
                <c:pt idx="24">
                  <c:v>133200</c:v>
                </c:pt>
                <c:pt idx="25">
                  <c:v>133300</c:v>
                </c:pt>
                <c:pt idx="26">
                  <c:v>132700</c:v>
                </c:pt>
                <c:pt idx="27">
                  <c:v>132800</c:v>
                </c:pt>
                <c:pt idx="28">
                  <c:v>132900</c:v>
                </c:pt>
                <c:pt idx="29">
                  <c:v>133000</c:v>
                </c:pt>
                <c:pt idx="30">
                  <c:v>133100</c:v>
                </c:pt>
                <c:pt idx="31">
                  <c:v>133200</c:v>
                </c:pt>
                <c:pt idx="32">
                  <c:v>133300</c:v>
                </c:pt>
                <c:pt idx="33">
                  <c:v>132700</c:v>
                </c:pt>
                <c:pt idx="34">
                  <c:v>132800</c:v>
                </c:pt>
                <c:pt idx="35">
                  <c:v>132900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Class!$E$1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Class!$A$3:$A$49999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Class!$E$3:$E$49999</c:f>
              <c:numCache>
                <c:formatCode>0.0%</c:formatCode>
                <c:ptCount val="36"/>
                <c:pt idx="0">
                  <c:v>134000</c:v>
                </c:pt>
                <c:pt idx="1">
                  <c:v>134100</c:v>
                </c:pt>
                <c:pt idx="2">
                  <c:v>134200</c:v>
                </c:pt>
                <c:pt idx="3">
                  <c:v>134300</c:v>
                </c:pt>
                <c:pt idx="4">
                  <c:v>133700</c:v>
                </c:pt>
                <c:pt idx="5">
                  <c:v>133800</c:v>
                </c:pt>
                <c:pt idx="6">
                  <c:v>133900</c:v>
                </c:pt>
                <c:pt idx="7">
                  <c:v>134000</c:v>
                </c:pt>
                <c:pt idx="8">
                  <c:v>134100</c:v>
                </c:pt>
                <c:pt idx="9">
                  <c:v>134200</c:v>
                </c:pt>
                <c:pt idx="10">
                  <c:v>134300</c:v>
                </c:pt>
                <c:pt idx="11">
                  <c:v>133700</c:v>
                </c:pt>
                <c:pt idx="12">
                  <c:v>133800</c:v>
                </c:pt>
                <c:pt idx="13">
                  <c:v>133900</c:v>
                </c:pt>
                <c:pt idx="14">
                  <c:v>134000</c:v>
                </c:pt>
                <c:pt idx="15">
                  <c:v>134100</c:v>
                </c:pt>
                <c:pt idx="16">
                  <c:v>134200</c:v>
                </c:pt>
                <c:pt idx="17">
                  <c:v>134300</c:v>
                </c:pt>
                <c:pt idx="18">
                  <c:v>133700</c:v>
                </c:pt>
                <c:pt idx="19">
                  <c:v>133800</c:v>
                </c:pt>
                <c:pt idx="20">
                  <c:v>133900</c:v>
                </c:pt>
                <c:pt idx="21">
                  <c:v>134000</c:v>
                </c:pt>
                <c:pt idx="22">
                  <c:v>134100</c:v>
                </c:pt>
                <c:pt idx="23">
                  <c:v>134200</c:v>
                </c:pt>
                <c:pt idx="24">
                  <c:v>134300</c:v>
                </c:pt>
                <c:pt idx="25">
                  <c:v>133700</c:v>
                </c:pt>
                <c:pt idx="26">
                  <c:v>133800</c:v>
                </c:pt>
                <c:pt idx="27">
                  <c:v>133900</c:v>
                </c:pt>
                <c:pt idx="28">
                  <c:v>134000</c:v>
                </c:pt>
                <c:pt idx="29">
                  <c:v>134100</c:v>
                </c:pt>
                <c:pt idx="30">
                  <c:v>134200</c:v>
                </c:pt>
                <c:pt idx="31">
                  <c:v>134300</c:v>
                </c:pt>
                <c:pt idx="32">
                  <c:v>133700</c:v>
                </c:pt>
                <c:pt idx="33">
                  <c:v>133800</c:v>
                </c:pt>
                <c:pt idx="34">
                  <c:v>133900</c:v>
                </c:pt>
                <c:pt idx="35">
                  <c:v>134000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Class!$F$1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Ref>
              <c:f>Class!$A$3:$A$49999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Class!$F$3:$F$49999</c:f>
              <c:numCache>
                <c:formatCode>0.0%</c:formatCode>
                <c:ptCount val="36"/>
                <c:pt idx="0">
                  <c:v>135100</c:v>
                </c:pt>
                <c:pt idx="1">
                  <c:v>135200</c:v>
                </c:pt>
                <c:pt idx="2">
                  <c:v>135300</c:v>
                </c:pt>
                <c:pt idx="3">
                  <c:v>134700</c:v>
                </c:pt>
                <c:pt idx="4">
                  <c:v>134800</c:v>
                </c:pt>
                <c:pt idx="5">
                  <c:v>134900</c:v>
                </c:pt>
                <c:pt idx="6">
                  <c:v>135000</c:v>
                </c:pt>
                <c:pt idx="7">
                  <c:v>135100</c:v>
                </c:pt>
                <c:pt idx="8">
                  <c:v>135200</c:v>
                </c:pt>
                <c:pt idx="9">
                  <c:v>135300</c:v>
                </c:pt>
                <c:pt idx="10">
                  <c:v>134700</c:v>
                </c:pt>
                <c:pt idx="11">
                  <c:v>134800</c:v>
                </c:pt>
                <c:pt idx="12">
                  <c:v>134900</c:v>
                </c:pt>
                <c:pt idx="13">
                  <c:v>135000</c:v>
                </c:pt>
                <c:pt idx="14">
                  <c:v>135100</c:v>
                </c:pt>
                <c:pt idx="15">
                  <c:v>135200</c:v>
                </c:pt>
                <c:pt idx="16">
                  <c:v>135300</c:v>
                </c:pt>
                <c:pt idx="17">
                  <c:v>134700</c:v>
                </c:pt>
                <c:pt idx="18">
                  <c:v>134800</c:v>
                </c:pt>
                <c:pt idx="19">
                  <c:v>134900</c:v>
                </c:pt>
                <c:pt idx="20">
                  <c:v>135000</c:v>
                </c:pt>
                <c:pt idx="21">
                  <c:v>135100</c:v>
                </c:pt>
                <c:pt idx="22">
                  <c:v>135200</c:v>
                </c:pt>
                <c:pt idx="23">
                  <c:v>135300</c:v>
                </c:pt>
                <c:pt idx="24">
                  <c:v>134700</c:v>
                </c:pt>
                <c:pt idx="25">
                  <c:v>134800</c:v>
                </c:pt>
                <c:pt idx="26">
                  <c:v>134900</c:v>
                </c:pt>
                <c:pt idx="27">
                  <c:v>135000</c:v>
                </c:pt>
                <c:pt idx="28">
                  <c:v>135100</c:v>
                </c:pt>
                <c:pt idx="29">
                  <c:v>135200</c:v>
                </c:pt>
                <c:pt idx="30">
                  <c:v>135300</c:v>
                </c:pt>
                <c:pt idx="31">
                  <c:v>134700</c:v>
                </c:pt>
                <c:pt idx="32">
                  <c:v>134800</c:v>
                </c:pt>
                <c:pt idx="33">
                  <c:v>134900</c:v>
                </c:pt>
                <c:pt idx="34">
                  <c:v>135000</c:v>
                </c:pt>
                <c:pt idx="35">
                  <c:v>135100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46707072"/>
        <c:axId val="346708608"/>
      </c:lineChart>
      <c:dateAx>
        <c:axId val="34670707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346708608"/>
        <c:crosses val="autoZero"/>
        <c:auto val="1"/>
        <c:baseTimeUnit val="months"/>
      </c:dateAx>
      <c:valAx>
        <c:axId val="346708608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34670707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1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Nominal Counterparty Exposure -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Nominal!$B$1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Nominal!$A$3:$A$49999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Nominal!$B$3:$B$49999</c:f>
              <c:numCache>
                <c:formatCode>_(* #,##0_);_(* \(#,##0\);_(* "-"??_);_(@_)</c:formatCode>
                <c:ptCount val="36"/>
                <c:pt idx="0">
                  <c:v>140700</c:v>
                </c:pt>
                <c:pt idx="1">
                  <c:v>140800</c:v>
                </c:pt>
                <c:pt idx="2">
                  <c:v>140900</c:v>
                </c:pt>
                <c:pt idx="3">
                  <c:v>141000</c:v>
                </c:pt>
                <c:pt idx="4">
                  <c:v>141100</c:v>
                </c:pt>
                <c:pt idx="5">
                  <c:v>141200</c:v>
                </c:pt>
                <c:pt idx="6">
                  <c:v>141300</c:v>
                </c:pt>
                <c:pt idx="7">
                  <c:v>140700</c:v>
                </c:pt>
                <c:pt idx="8">
                  <c:v>140800</c:v>
                </c:pt>
                <c:pt idx="9">
                  <c:v>140900</c:v>
                </c:pt>
                <c:pt idx="10">
                  <c:v>141000</c:v>
                </c:pt>
                <c:pt idx="11">
                  <c:v>141100</c:v>
                </c:pt>
                <c:pt idx="12">
                  <c:v>141200</c:v>
                </c:pt>
                <c:pt idx="13">
                  <c:v>141300</c:v>
                </c:pt>
                <c:pt idx="14">
                  <c:v>140700</c:v>
                </c:pt>
                <c:pt idx="15">
                  <c:v>140800</c:v>
                </c:pt>
                <c:pt idx="16">
                  <c:v>140900</c:v>
                </c:pt>
                <c:pt idx="17">
                  <c:v>141000</c:v>
                </c:pt>
                <c:pt idx="18">
                  <c:v>141100</c:v>
                </c:pt>
                <c:pt idx="19">
                  <c:v>141200</c:v>
                </c:pt>
                <c:pt idx="20">
                  <c:v>141300</c:v>
                </c:pt>
                <c:pt idx="21">
                  <c:v>140700</c:v>
                </c:pt>
                <c:pt idx="22">
                  <c:v>140800</c:v>
                </c:pt>
                <c:pt idx="23">
                  <c:v>140900</c:v>
                </c:pt>
                <c:pt idx="24">
                  <c:v>141000</c:v>
                </c:pt>
                <c:pt idx="25">
                  <c:v>141100</c:v>
                </c:pt>
                <c:pt idx="26">
                  <c:v>141200</c:v>
                </c:pt>
                <c:pt idx="27">
                  <c:v>141300</c:v>
                </c:pt>
                <c:pt idx="28">
                  <c:v>140700</c:v>
                </c:pt>
                <c:pt idx="29">
                  <c:v>140800</c:v>
                </c:pt>
                <c:pt idx="30">
                  <c:v>140900</c:v>
                </c:pt>
                <c:pt idx="31">
                  <c:v>141000</c:v>
                </c:pt>
                <c:pt idx="32">
                  <c:v>141100</c:v>
                </c:pt>
                <c:pt idx="33">
                  <c:v>141200</c:v>
                </c:pt>
                <c:pt idx="34">
                  <c:v>141300</c:v>
                </c:pt>
                <c:pt idx="35">
                  <c:v>140700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Nominal!$C$1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Nominal!$A$3:$A$49999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Nominal!$C$3:$C$49999</c:f>
              <c:numCache>
                <c:formatCode>_(* #,##0_);_(* \(#,##0\);_(* "-"??_);_(@_)</c:formatCode>
                <c:ptCount val="36"/>
                <c:pt idx="0">
                  <c:v>141800</c:v>
                </c:pt>
                <c:pt idx="1">
                  <c:v>141900</c:v>
                </c:pt>
                <c:pt idx="2">
                  <c:v>142000</c:v>
                </c:pt>
                <c:pt idx="3">
                  <c:v>142100</c:v>
                </c:pt>
                <c:pt idx="4">
                  <c:v>142200</c:v>
                </c:pt>
                <c:pt idx="5">
                  <c:v>142300</c:v>
                </c:pt>
                <c:pt idx="6">
                  <c:v>141700</c:v>
                </c:pt>
                <c:pt idx="7">
                  <c:v>141800</c:v>
                </c:pt>
                <c:pt idx="8">
                  <c:v>141900</c:v>
                </c:pt>
                <c:pt idx="9">
                  <c:v>142000</c:v>
                </c:pt>
                <c:pt idx="10">
                  <c:v>142100</c:v>
                </c:pt>
                <c:pt idx="11">
                  <c:v>142200</c:v>
                </c:pt>
                <c:pt idx="12">
                  <c:v>142300</c:v>
                </c:pt>
                <c:pt idx="13">
                  <c:v>141700</c:v>
                </c:pt>
                <c:pt idx="14">
                  <c:v>141800</c:v>
                </c:pt>
                <c:pt idx="15">
                  <c:v>141900</c:v>
                </c:pt>
                <c:pt idx="16">
                  <c:v>142000</c:v>
                </c:pt>
                <c:pt idx="17">
                  <c:v>142100</c:v>
                </c:pt>
                <c:pt idx="18">
                  <c:v>142200</c:v>
                </c:pt>
                <c:pt idx="19">
                  <c:v>142300</c:v>
                </c:pt>
                <c:pt idx="20">
                  <c:v>141700</c:v>
                </c:pt>
                <c:pt idx="21">
                  <c:v>141800</c:v>
                </c:pt>
                <c:pt idx="22">
                  <c:v>141900</c:v>
                </c:pt>
                <c:pt idx="23">
                  <c:v>142000</c:v>
                </c:pt>
                <c:pt idx="24">
                  <c:v>142100</c:v>
                </c:pt>
                <c:pt idx="25">
                  <c:v>142200</c:v>
                </c:pt>
                <c:pt idx="26">
                  <c:v>142300</c:v>
                </c:pt>
                <c:pt idx="27">
                  <c:v>141700</c:v>
                </c:pt>
                <c:pt idx="28">
                  <c:v>141800</c:v>
                </c:pt>
                <c:pt idx="29">
                  <c:v>141900</c:v>
                </c:pt>
                <c:pt idx="30">
                  <c:v>142000</c:v>
                </c:pt>
                <c:pt idx="31">
                  <c:v>142100</c:v>
                </c:pt>
                <c:pt idx="32">
                  <c:v>142200</c:v>
                </c:pt>
                <c:pt idx="33">
                  <c:v>142300</c:v>
                </c:pt>
                <c:pt idx="34">
                  <c:v>141700</c:v>
                </c:pt>
                <c:pt idx="35">
                  <c:v>141800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Nominal!$E$1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Nominal!$E$3:$E$50000</c:f>
              <c:numCache>
                <c:formatCode>_(* #,##0_);_(* \(#,##0\);_(* "-"??_);_(@_)</c:formatCode>
                <c:ptCount val="36"/>
                <c:pt idx="0">
                  <c:v>142900</c:v>
                </c:pt>
                <c:pt idx="1">
                  <c:v>143000</c:v>
                </c:pt>
                <c:pt idx="2">
                  <c:v>143100</c:v>
                </c:pt>
                <c:pt idx="3">
                  <c:v>143200</c:v>
                </c:pt>
                <c:pt idx="4">
                  <c:v>143300</c:v>
                </c:pt>
                <c:pt idx="5">
                  <c:v>142700</c:v>
                </c:pt>
                <c:pt idx="6">
                  <c:v>142800</c:v>
                </c:pt>
                <c:pt idx="7">
                  <c:v>142900</c:v>
                </c:pt>
                <c:pt idx="8">
                  <c:v>143000</c:v>
                </c:pt>
                <c:pt idx="9">
                  <c:v>143100</c:v>
                </c:pt>
                <c:pt idx="10">
                  <c:v>143200</c:v>
                </c:pt>
                <c:pt idx="11">
                  <c:v>143300</c:v>
                </c:pt>
                <c:pt idx="12">
                  <c:v>142700</c:v>
                </c:pt>
                <c:pt idx="13">
                  <c:v>142800</c:v>
                </c:pt>
                <c:pt idx="14">
                  <c:v>142900</c:v>
                </c:pt>
                <c:pt idx="15">
                  <c:v>143000</c:v>
                </c:pt>
                <c:pt idx="16">
                  <c:v>143100</c:v>
                </c:pt>
                <c:pt idx="17">
                  <c:v>143200</c:v>
                </c:pt>
                <c:pt idx="18">
                  <c:v>143300</c:v>
                </c:pt>
                <c:pt idx="19">
                  <c:v>142700</c:v>
                </c:pt>
                <c:pt idx="20">
                  <c:v>142800</c:v>
                </c:pt>
                <c:pt idx="21">
                  <c:v>142900</c:v>
                </c:pt>
                <c:pt idx="22">
                  <c:v>143000</c:v>
                </c:pt>
                <c:pt idx="23">
                  <c:v>143100</c:v>
                </c:pt>
                <c:pt idx="24">
                  <c:v>143200</c:v>
                </c:pt>
                <c:pt idx="25">
                  <c:v>143300</c:v>
                </c:pt>
                <c:pt idx="26">
                  <c:v>142700</c:v>
                </c:pt>
                <c:pt idx="27">
                  <c:v>142800</c:v>
                </c:pt>
                <c:pt idx="28">
                  <c:v>142900</c:v>
                </c:pt>
                <c:pt idx="29">
                  <c:v>143000</c:v>
                </c:pt>
                <c:pt idx="30">
                  <c:v>143100</c:v>
                </c:pt>
                <c:pt idx="31">
                  <c:v>143200</c:v>
                </c:pt>
                <c:pt idx="32">
                  <c:v>143300</c:v>
                </c:pt>
                <c:pt idx="33">
                  <c:v>142700</c:v>
                </c:pt>
                <c:pt idx="34">
                  <c:v>142800</c:v>
                </c:pt>
                <c:pt idx="35">
                  <c:v>142900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Nominal!$D$1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Nominal!$D$3:$D$10000</c:f>
              <c:numCache>
                <c:formatCode>_(* #,##0_);_(* \(#,##0\);_(* "-"??_);_(@_)</c:formatCode>
                <c:ptCount val="36"/>
                <c:pt idx="0">
                  <c:v>144000</c:v>
                </c:pt>
                <c:pt idx="1">
                  <c:v>144100</c:v>
                </c:pt>
                <c:pt idx="2">
                  <c:v>144200</c:v>
                </c:pt>
                <c:pt idx="3">
                  <c:v>144300</c:v>
                </c:pt>
                <c:pt idx="4">
                  <c:v>143700</c:v>
                </c:pt>
                <c:pt idx="5">
                  <c:v>143800</c:v>
                </c:pt>
                <c:pt idx="6">
                  <c:v>143900</c:v>
                </c:pt>
                <c:pt idx="7">
                  <c:v>144000</c:v>
                </c:pt>
                <c:pt idx="8">
                  <c:v>144100</c:v>
                </c:pt>
                <c:pt idx="9">
                  <c:v>144200</c:v>
                </c:pt>
                <c:pt idx="10">
                  <c:v>144300</c:v>
                </c:pt>
                <c:pt idx="11">
                  <c:v>143700</c:v>
                </c:pt>
                <c:pt idx="12">
                  <c:v>143800</c:v>
                </c:pt>
                <c:pt idx="13">
                  <c:v>143900</c:v>
                </c:pt>
                <c:pt idx="14">
                  <c:v>144000</c:v>
                </c:pt>
                <c:pt idx="15">
                  <c:v>144100</c:v>
                </c:pt>
                <c:pt idx="16">
                  <c:v>144200</c:v>
                </c:pt>
                <c:pt idx="17">
                  <c:v>144300</c:v>
                </c:pt>
                <c:pt idx="18">
                  <c:v>143700</c:v>
                </c:pt>
                <c:pt idx="19">
                  <c:v>143800</c:v>
                </c:pt>
                <c:pt idx="20">
                  <c:v>143900</c:v>
                </c:pt>
                <c:pt idx="21">
                  <c:v>144000</c:v>
                </c:pt>
                <c:pt idx="22">
                  <c:v>144100</c:v>
                </c:pt>
                <c:pt idx="23">
                  <c:v>144200</c:v>
                </c:pt>
                <c:pt idx="24">
                  <c:v>144300</c:v>
                </c:pt>
                <c:pt idx="25">
                  <c:v>143700</c:v>
                </c:pt>
                <c:pt idx="26">
                  <c:v>143800</c:v>
                </c:pt>
                <c:pt idx="27">
                  <c:v>143900</c:v>
                </c:pt>
                <c:pt idx="28">
                  <c:v>144000</c:v>
                </c:pt>
                <c:pt idx="29">
                  <c:v>144100</c:v>
                </c:pt>
                <c:pt idx="30">
                  <c:v>144200</c:v>
                </c:pt>
                <c:pt idx="31">
                  <c:v>144300</c:v>
                </c:pt>
                <c:pt idx="32">
                  <c:v>143700</c:v>
                </c:pt>
                <c:pt idx="33">
                  <c:v>143800</c:v>
                </c:pt>
                <c:pt idx="34">
                  <c:v>143900</c:v>
                </c:pt>
                <c:pt idx="35">
                  <c:v>144000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Nominal!$G$1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Nominal!$G$3:$G$10000</c:f>
              <c:numCache>
                <c:formatCode>_(* #,##0_);_(* \(#,##0\);_(* "-"??_);_(@_)</c:formatCode>
                <c:ptCount val="36"/>
                <c:pt idx="0">
                  <c:v>145100</c:v>
                </c:pt>
                <c:pt idx="1">
                  <c:v>145200</c:v>
                </c:pt>
                <c:pt idx="2">
                  <c:v>145300</c:v>
                </c:pt>
                <c:pt idx="3">
                  <c:v>144700</c:v>
                </c:pt>
                <c:pt idx="4">
                  <c:v>144800</c:v>
                </c:pt>
                <c:pt idx="5">
                  <c:v>144900</c:v>
                </c:pt>
                <c:pt idx="6">
                  <c:v>145000</c:v>
                </c:pt>
                <c:pt idx="7">
                  <c:v>145100</c:v>
                </c:pt>
                <c:pt idx="8">
                  <c:v>145200</c:v>
                </c:pt>
                <c:pt idx="9">
                  <c:v>145300</c:v>
                </c:pt>
                <c:pt idx="10">
                  <c:v>144700</c:v>
                </c:pt>
                <c:pt idx="11">
                  <c:v>144800</c:v>
                </c:pt>
                <c:pt idx="12">
                  <c:v>144900</c:v>
                </c:pt>
                <c:pt idx="13">
                  <c:v>145000</c:v>
                </c:pt>
                <c:pt idx="14">
                  <c:v>145100</c:v>
                </c:pt>
                <c:pt idx="15">
                  <c:v>145200</c:v>
                </c:pt>
                <c:pt idx="16">
                  <c:v>145300</c:v>
                </c:pt>
                <c:pt idx="17">
                  <c:v>144700</c:v>
                </c:pt>
                <c:pt idx="18">
                  <c:v>144800</c:v>
                </c:pt>
                <c:pt idx="19">
                  <c:v>144900</c:v>
                </c:pt>
                <c:pt idx="20">
                  <c:v>145000</c:v>
                </c:pt>
                <c:pt idx="21">
                  <c:v>145100</c:v>
                </c:pt>
                <c:pt idx="22">
                  <c:v>145200</c:v>
                </c:pt>
                <c:pt idx="23">
                  <c:v>145300</c:v>
                </c:pt>
                <c:pt idx="24">
                  <c:v>144700</c:v>
                </c:pt>
                <c:pt idx="25">
                  <c:v>144800</c:v>
                </c:pt>
                <c:pt idx="26">
                  <c:v>144900</c:v>
                </c:pt>
                <c:pt idx="27">
                  <c:v>145000</c:v>
                </c:pt>
                <c:pt idx="28">
                  <c:v>145100</c:v>
                </c:pt>
                <c:pt idx="29">
                  <c:v>145200</c:v>
                </c:pt>
                <c:pt idx="30">
                  <c:v>145300</c:v>
                </c:pt>
                <c:pt idx="31">
                  <c:v>144700</c:v>
                </c:pt>
                <c:pt idx="32">
                  <c:v>144800</c:v>
                </c:pt>
                <c:pt idx="33">
                  <c:v>144900</c:v>
                </c:pt>
                <c:pt idx="34">
                  <c:v>145000</c:v>
                </c:pt>
                <c:pt idx="35">
                  <c:v>145100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Nominal!$F$1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Nominal!$F$3:$F$5000</c:f>
              <c:numCache>
                <c:formatCode>_(* #,##0_);_(* \(#,##0\);_(* "-"??_);_(@_)</c:formatCode>
                <c:ptCount val="36"/>
                <c:pt idx="0">
                  <c:v>146200</c:v>
                </c:pt>
                <c:pt idx="1">
                  <c:v>146300</c:v>
                </c:pt>
                <c:pt idx="2">
                  <c:v>145700</c:v>
                </c:pt>
                <c:pt idx="3">
                  <c:v>145800</c:v>
                </c:pt>
                <c:pt idx="4">
                  <c:v>145900</c:v>
                </c:pt>
                <c:pt idx="5">
                  <c:v>146000</c:v>
                </c:pt>
                <c:pt idx="6">
                  <c:v>146100</c:v>
                </c:pt>
                <c:pt idx="7">
                  <c:v>146200</c:v>
                </c:pt>
                <c:pt idx="8">
                  <c:v>146300</c:v>
                </c:pt>
                <c:pt idx="9">
                  <c:v>145700</c:v>
                </c:pt>
                <c:pt idx="10">
                  <c:v>145800</c:v>
                </c:pt>
                <c:pt idx="11">
                  <c:v>145900</c:v>
                </c:pt>
                <c:pt idx="12">
                  <c:v>146000</c:v>
                </c:pt>
                <c:pt idx="13">
                  <c:v>146100</c:v>
                </c:pt>
                <c:pt idx="14">
                  <c:v>146200</c:v>
                </c:pt>
                <c:pt idx="15">
                  <c:v>146300</c:v>
                </c:pt>
                <c:pt idx="16">
                  <c:v>145700</c:v>
                </c:pt>
                <c:pt idx="17">
                  <c:v>145800</c:v>
                </c:pt>
                <c:pt idx="18">
                  <c:v>145900</c:v>
                </c:pt>
                <c:pt idx="19">
                  <c:v>146000</c:v>
                </c:pt>
                <c:pt idx="20">
                  <c:v>146100</c:v>
                </c:pt>
                <c:pt idx="21">
                  <c:v>146200</c:v>
                </c:pt>
                <c:pt idx="22">
                  <c:v>146300</c:v>
                </c:pt>
                <c:pt idx="23">
                  <c:v>145700</c:v>
                </c:pt>
                <c:pt idx="24">
                  <c:v>145800</c:v>
                </c:pt>
                <c:pt idx="25">
                  <c:v>145900</c:v>
                </c:pt>
                <c:pt idx="26">
                  <c:v>146000</c:v>
                </c:pt>
                <c:pt idx="27">
                  <c:v>146100</c:v>
                </c:pt>
                <c:pt idx="28">
                  <c:v>146200</c:v>
                </c:pt>
                <c:pt idx="29">
                  <c:v>146300</c:v>
                </c:pt>
                <c:pt idx="30">
                  <c:v>145700</c:v>
                </c:pt>
                <c:pt idx="31">
                  <c:v>145800</c:v>
                </c:pt>
                <c:pt idx="32">
                  <c:v>145900</c:v>
                </c:pt>
                <c:pt idx="33">
                  <c:v>146000</c:v>
                </c:pt>
                <c:pt idx="34">
                  <c:v>146100</c:v>
                </c:pt>
                <c:pt idx="35">
                  <c:v>146200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7423232"/>
        <c:axId val="333705984"/>
      </c:lineChart>
      <c:dateAx>
        <c:axId val="38742323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333705984"/>
        <c:crosses val="autoZero"/>
        <c:auto val="1"/>
        <c:baseTimeUnit val="months"/>
      </c:dateAx>
      <c:valAx>
        <c:axId val="333705984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38742323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1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Equity Counterparty Exposure - Trend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9351268591426072"/>
          <c:y val="0.07691511445789577"/>
          <c:w val="0.8942435493090847"/>
          <c:h val="0.755575177748119"/>
        </c:manualLayout>
      </c:layout>
      <c:lineChart>
        <c:grouping val="standard"/>
        <c:varyColors val="0"/>
        <c:ser>
          <c:idx val="0"/>
          <c:order val="0"/>
          <c:tx>
            <c:strRef>
              <c:f>Equity!$B$1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Equity!$A$3:$A$49999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Equity!$B$3:$B$49999</c:f>
              <c:numCache>
                <c:formatCode>_(* #,##0_);_(* \(#,##0\);_(* "-"??_);_(@_)</c:formatCode>
                <c:ptCount val="36"/>
                <c:pt idx="0">
                  <c:v>150700</c:v>
                </c:pt>
                <c:pt idx="1">
                  <c:v>150800</c:v>
                </c:pt>
                <c:pt idx="2">
                  <c:v>150900</c:v>
                </c:pt>
                <c:pt idx="3">
                  <c:v>151000</c:v>
                </c:pt>
                <c:pt idx="4">
                  <c:v>151100</c:v>
                </c:pt>
                <c:pt idx="5">
                  <c:v>151200</c:v>
                </c:pt>
                <c:pt idx="6">
                  <c:v>151300</c:v>
                </c:pt>
                <c:pt idx="7">
                  <c:v>150700</c:v>
                </c:pt>
                <c:pt idx="8">
                  <c:v>150800</c:v>
                </c:pt>
                <c:pt idx="9">
                  <c:v>150900</c:v>
                </c:pt>
                <c:pt idx="10">
                  <c:v>151000</c:v>
                </c:pt>
                <c:pt idx="11">
                  <c:v>151100</c:v>
                </c:pt>
                <c:pt idx="12">
                  <c:v>151200</c:v>
                </c:pt>
                <c:pt idx="13">
                  <c:v>151300</c:v>
                </c:pt>
                <c:pt idx="14">
                  <c:v>150700</c:v>
                </c:pt>
                <c:pt idx="15">
                  <c:v>150800</c:v>
                </c:pt>
                <c:pt idx="16">
                  <c:v>150900</c:v>
                </c:pt>
                <c:pt idx="17">
                  <c:v>151000</c:v>
                </c:pt>
                <c:pt idx="18">
                  <c:v>151100</c:v>
                </c:pt>
                <c:pt idx="19">
                  <c:v>151200</c:v>
                </c:pt>
                <c:pt idx="20">
                  <c:v>151300</c:v>
                </c:pt>
                <c:pt idx="21">
                  <c:v>150700</c:v>
                </c:pt>
                <c:pt idx="22">
                  <c:v>150800</c:v>
                </c:pt>
                <c:pt idx="23">
                  <c:v>150900</c:v>
                </c:pt>
                <c:pt idx="24">
                  <c:v>151000</c:v>
                </c:pt>
                <c:pt idx="25">
                  <c:v>151100</c:v>
                </c:pt>
                <c:pt idx="26">
                  <c:v>151200</c:v>
                </c:pt>
                <c:pt idx="27">
                  <c:v>151300</c:v>
                </c:pt>
                <c:pt idx="28">
                  <c:v>150700</c:v>
                </c:pt>
                <c:pt idx="29">
                  <c:v>150800</c:v>
                </c:pt>
                <c:pt idx="30">
                  <c:v>150900</c:v>
                </c:pt>
                <c:pt idx="31">
                  <c:v>151000</c:v>
                </c:pt>
                <c:pt idx="32">
                  <c:v>151100</c:v>
                </c:pt>
                <c:pt idx="33">
                  <c:v>151200</c:v>
                </c:pt>
                <c:pt idx="34">
                  <c:v>151300</c:v>
                </c:pt>
                <c:pt idx="35">
                  <c:v>150700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Equity!$D$1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Equity!$A$3:$A$49999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Equity!$D$3:$D$49999</c:f>
              <c:numCache>
                <c:formatCode>_(* #,##0_);_(* \(#,##0\);_(* "-"??_);_(@_)</c:formatCode>
                <c:ptCount val="36"/>
                <c:pt idx="0">
                  <c:v>151800</c:v>
                </c:pt>
                <c:pt idx="1">
                  <c:v>151900</c:v>
                </c:pt>
                <c:pt idx="2">
                  <c:v>152000</c:v>
                </c:pt>
                <c:pt idx="3">
                  <c:v>152100</c:v>
                </c:pt>
                <c:pt idx="4">
                  <c:v>152200</c:v>
                </c:pt>
                <c:pt idx="5">
                  <c:v>152300</c:v>
                </c:pt>
                <c:pt idx="6">
                  <c:v>151700</c:v>
                </c:pt>
                <c:pt idx="7">
                  <c:v>151800</c:v>
                </c:pt>
                <c:pt idx="8">
                  <c:v>151900</c:v>
                </c:pt>
                <c:pt idx="9">
                  <c:v>152000</c:v>
                </c:pt>
                <c:pt idx="10">
                  <c:v>152100</c:v>
                </c:pt>
                <c:pt idx="11">
                  <c:v>152200</c:v>
                </c:pt>
                <c:pt idx="12">
                  <c:v>152300</c:v>
                </c:pt>
                <c:pt idx="13">
                  <c:v>151700</c:v>
                </c:pt>
                <c:pt idx="14">
                  <c:v>151800</c:v>
                </c:pt>
                <c:pt idx="15">
                  <c:v>151900</c:v>
                </c:pt>
                <c:pt idx="16">
                  <c:v>152000</c:v>
                </c:pt>
                <c:pt idx="17">
                  <c:v>152100</c:v>
                </c:pt>
                <c:pt idx="18">
                  <c:v>152200</c:v>
                </c:pt>
                <c:pt idx="19">
                  <c:v>152300</c:v>
                </c:pt>
                <c:pt idx="20">
                  <c:v>151700</c:v>
                </c:pt>
                <c:pt idx="21">
                  <c:v>151800</c:v>
                </c:pt>
                <c:pt idx="22">
                  <c:v>151900</c:v>
                </c:pt>
                <c:pt idx="23">
                  <c:v>152000</c:v>
                </c:pt>
                <c:pt idx="24">
                  <c:v>152100</c:v>
                </c:pt>
                <c:pt idx="25">
                  <c:v>152200</c:v>
                </c:pt>
                <c:pt idx="26">
                  <c:v>152300</c:v>
                </c:pt>
                <c:pt idx="27">
                  <c:v>151700</c:v>
                </c:pt>
                <c:pt idx="28">
                  <c:v>151800</c:v>
                </c:pt>
                <c:pt idx="29">
                  <c:v>151900</c:v>
                </c:pt>
                <c:pt idx="30">
                  <c:v>152000</c:v>
                </c:pt>
                <c:pt idx="31">
                  <c:v>152100</c:v>
                </c:pt>
                <c:pt idx="32">
                  <c:v>152200</c:v>
                </c:pt>
                <c:pt idx="33">
                  <c:v>152300</c:v>
                </c:pt>
                <c:pt idx="34">
                  <c:v>151700</c:v>
                </c:pt>
                <c:pt idx="35">
                  <c:v>151800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Equity!$F$1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Equity!$A$3:$A$49999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Equity!$F$3:$F$49999</c:f>
              <c:numCache>
                <c:formatCode>_(* #,##0_);_(* \(#,##0\);_(* "-"??_);_(@_)</c:formatCode>
                <c:ptCount val="36"/>
                <c:pt idx="0">
                  <c:v>152900</c:v>
                </c:pt>
                <c:pt idx="1">
                  <c:v>153000</c:v>
                </c:pt>
                <c:pt idx="2">
                  <c:v>153100</c:v>
                </c:pt>
                <c:pt idx="3">
                  <c:v>153200</c:v>
                </c:pt>
                <c:pt idx="4">
                  <c:v>153300</c:v>
                </c:pt>
                <c:pt idx="5">
                  <c:v>152700</c:v>
                </c:pt>
                <c:pt idx="6">
                  <c:v>152800</c:v>
                </c:pt>
                <c:pt idx="7">
                  <c:v>152900</c:v>
                </c:pt>
                <c:pt idx="8">
                  <c:v>153000</c:v>
                </c:pt>
                <c:pt idx="9">
                  <c:v>153100</c:v>
                </c:pt>
                <c:pt idx="10">
                  <c:v>153200</c:v>
                </c:pt>
                <c:pt idx="11">
                  <c:v>153300</c:v>
                </c:pt>
                <c:pt idx="12">
                  <c:v>152700</c:v>
                </c:pt>
                <c:pt idx="13">
                  <c:v>152800</c:v>
                </c:pt>
                <c:pt idx="14">
                  <c:v>152900</c:v>
                </c:pt>
                <c:pt idx="15">
                  <c:v>153000</c:v>
                </c:pt>
                <c:pt idx="16">
                  <c:v>153100</c:v>
                </c:pt>
                <c:pt idx="17">
                  <c:v>153200</c:v>
                </c:pt>
                <c:pt idx="18">
                  <c:v>153300</c:v>
                </c:pt>
                <c:pt idx="19">
                  <c:v>152700</c:v>
                </c:pt>
                <c:pt idx="20">
                  <c:v>152800</c:v>
                </c:pt>
                <c:pt idx="21">
                  <c:v>152900</c:v>
                </c:pt>
                <c:pt idx="22">
                  <c:v>153000</c:v>
                </c:pt>
                <c:pt idx="23">
                  <c:v>153100</c:v>
                </c:pt>
                <c:pt idx="24">
                  <c:v>153200</c:v>
                </c:pt>
                <c:pt idx="25">
                  <c:v>153300</c:v>
                </c:pt>
                <c:pt idx="26">
                  <c:v>152700</c:v>
                </c:pt>
                <c:pt idx="27">
                  <c:v>152800</c:v>
                </c:pt>
                <c:pt idx="28">
                  <c:v>152900</c:v>
                </c:pt>
                <c:pt idx="29">
                  <c:v>153000</c:v>
                </c:pt>
                <c:pt idx="30">
                  <c:v>153100</c:v>
                </c:pt>
                <c:pt idx="31">
                  <c:v>153200</c:v>
                </c:pt>
                <c:pt idx="32">
                  <c:v>153300</c:v>
                </c:pt>
                <c:pt idx="33">
                  <c:v>152700</c:v>
                </c:pt>
                <c:pt idx="34">
                  <c:v>152800</c:v>
                </c:pt>
                <c:pt idx="35">
                  <c:v>152900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Equity!$G$1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Ref>
              <c:f>Equity!$A$3:$A$49999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Equity!$G$3:$G$49999</c:f>
              <c:numCache>
                <c:formatCode>_(* #,##0_);_(* \(#,##0\);_(* "-"??_);_(@_)</c:formatCode>
                <c:ptCount val="36"/>
                <c:pt idx="0">
                  <c:v>154000</c:v>
                </c:pt>
                <c:pt idx="1">
                  <c:v>154100</c:v>
                </c:pt>
                <c:pt idx="2">
                  <c:v>154200</c:v>
                </c:pt>
                <c:pt idx="3">
                  <c:v>154300</c:v>
                </c:pt>
                <c:pt idx="4">
                  <c:v>153700</c:v>
                </c:pt>
                <c:pt idx="5">
                  <c:v>153800</c:v>
                </c:pt>
                <c:pt idx="6">
                  <c:v>153900</c:v>
                </c:pt>
                <c:pt idx="7">
                  <c:v>154000</c:v>
                </c:pt>
                <c:pt idx="8">
                  <c:v>154100</c:v>
                </c:pt>
                <c:pt idx="9">
                  <c:v>154200</c:v>
                </c:pt>
                <c:pt idx="10">
                  <c:v>154300</c:v>
                </c:pt>
                <c:pt idx="11">
                  <c:v>153700</c:v>
                </c:pt>
                <c:pt idx="12">
                  <c:v>153800</c:v>
                </c:pt>
                <c:pt idx="13">
                  <c:v>153900</c:v>
                </c:pt>
                <c:pt idx="14">
                  <c:v>154000</c:v>
                </c:pt>
                <c:pt idx="15">
                  <c:v>154100</c:v>
                </c:pt>
                <c:pt idx="16">
                  <c:v>154200</c:v>
                </c:pt>
                <c:pt idx="17">
                  <c:v>154300</c:v>
                </c:pt>
                <c:pt idx="18">
                  <c:v>153700</c:v>
                </c:pt>
                <c:pt idx="19">
                  <c:v>153800</c:v>
                </c:pt>
                <c:pt idx="20">
                  <c:v>153900</c:v>
                </c:pt>
                <c:pt idx="21">
                  <c:v>154000</c:v>
                </c:pt>
                <c:pt idx="22">
                  <c:v>154100</c:v>
                </c:pt>
                <c:pt idx="23">
                  <c:v>154200</c:v>
                </c:pt>
                <c:pt idx="24">
                  <c:v>154300</c:v>
                </c:pt>
                <c:pt idx="25">
                  <c:v>153700</c:v>
                </c:pt>
                <c:pt idx="26">
                  <c:v>153800</c:v>
                </c:pt>
                <c:pt idx="27">
                  <c:v>153900</c:v>
                </c:pt>
                <c:pt idx="28">
                  <c:v>154000</c:v>
                </c:pt>
                <c:pt idx="29">
                  <c:v>154100</c:v>
                </c:pt>
                <c:pt idx="30">
                  <c:v>154200</c:v>
                </c:pt>
                <c:pt idx="31">
                  <c:v>154300</c:v>
                </c:pt>
                <c:pt idx="32">
                  <c:v>153700</c:v>
                </c:pt>
                <c:pt idx="33">
                  <c:v>153800</c:v>
                </c:pt>
                <c:pt idx="34">
                  <c:v>153900</c:v>
                </c:pt>
                <c:pt idx="35">
                  <c:v>154000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Equity!$C$1</c:f>
              <c:strCache>
                <c:ptCount val="1"/>
                <c:pt idx="0">
                  <c:v>Synthetic Series 5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Equity!$C$3:$C$10000</c:f>
              <c:numCache>
                <c:formatCode>_(* #,##0_);_(* \(#,##0\);_(* "-"??_);_(@_)</c:formatCode>
                <c:ptCount val="36"/>
                <c:pt idx="0">
                  <c:v>155100</c:v>
                </c:pt>
                <c:pt idx="1">
                  <c:v>155200</c:v>
                </c:pt>
                <c:pt idx="2">
                  <c:v>155300</c:v>
                </c:pt>
                <c:pt idx="3">
                  <c:v>154700</c:v>
                </c:pt>
                <c:pt idx="4">
                  <c:v>154800</c:v>
                </c:pt>
                <c:pt idx="5">
                  <c:v>154900</c:v>
                </c:pt>
                <c:pt idx="6">
                  <c:v>155000</c:v>
                </c:pt>
                <c:pt idx="7">
                  <c:v>155100</c:v>
                </c:pt>
                <c:pt idx="8">
                  <c:v>155200</c:v>
                </c:pt>
                <c:pt idx="9">
                  <c:v>155300</c:v>
                </c:pt>
                <c:pt idx="10">
                  <c:v>154700</c:v>
                </c:pt>
                <c:pt idx="11">
                  <c:v>154800</c:v>
                </c:pt>
                <c:pt idx="12">
                  <c:v>154900</c:v>
                </c:pt>
                <c:pt idx="13">
                  <c:v>155000</c:v>
                </c:pt>
                <c:pt idx="14">
                  <c:v>155100</c:v>
                </c:pt>
                <c:pt idx="15">
                  <c:v>155200</c:v>
                </c:pt>
                <c:pt idx="16">
                  <c:v>155300</c:v>
                </c:pt>
                <c:pt idx="17">
                  <c:v>154700</c:v>
                </c:pt>
                <c:pt idx="18">
                  <c:v>154800</c:v>
                </c:pt>
                <c:pt idx="19">
                  <c:v>154900</c:v>
                </c:pt>
                <c:pt idx="20">
                  <c:v>155000</c:v>
                </c:pt>
                <c:pt idx="21">
                  <c:v>155100</c:v>
                </c:pt>
                <c:pt idx="22">
                  <c:v>155200</c:v>
                </c:pt>
                <c:pt idx="23">
                  <c:v>155300</c:v>
                </c:pt>
                <c:pt idx="24">
                  <c:v>154700</c:v>
                </c:pt>
                <c:pt idx="25">
                  <c:v>154800</c:v>
                </c:pt>
                <c:pt idx="26">
                  <c:v>154900</c:v>
                </c:pt>
                <c:pt idx="27">
                  <c:v>155000</c:v>
                </c:pt>
                <c:pt idx="28">
                  <c:v>155100</c:v>
                </c:pt>
                <c:pt idx="29">
                  <c:v>155200</c:v>
                </c:pt>
                <c:pt idx="30">
                  <c:v>155300</c:v>
                </c:pt>
                <c:pt idx="31">
                  <c:v>154700</c:v>
                </c:pt>
                <c:pt idx="32">
                  <c:v>154800</c:v>
                </c:pt>
                <c:pt idx="33">
                  <c:v>154900</c:v>
                </c:pt>
                <c:pt idx="34">
                  <c:v>155000</c:v>
                </c:pt>
                <c:pt idx="35">
                  <c:v>155100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Equity!$E$1</c:f>
              <c:strCache>
                <c:ptCount val="1"/>
                <c:pt idx="0">
                  <c:v>Synthetic Series 6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Equity!$E$3:$E$10000</c:f>
              <c:numCache>
                <c:formatCode>_(* #,##0_);_(* \(#,##0\);_(* "-"??_);_(@_)</c:formatCode>
                <c:ptCount val="36"/>
                <c:pt idx="0">
                  <c:v>156200</c:v>
                </c:pt>
                <c:pt idx="1">
                  <c:v>156300</c:v>
                </c:pt>
                <c:pt idx="2">
                  <c:v>155700</c:v>
                </c:pt>
                <c:pt idx="3">
                  <c:v>155800</c:v>
                </c:pt>
                <c:pt idx="4">
                  <c:v>155900</c:v>
                </c:pt>
                <c:pt idx="5">
                  <c:v>156000</c:v>
                </c:pt>
                <c:pt idx="6">
                  <c:v>156100</c:v>
                </c:pt>
                <c:pt idx="7">
                  <c:v>156200</c:v>
                </c:pt>
                <c:pt idx="8">
                  <c:v>156300</c:v>
                </c:pt>
                <c:pt idx="9">
                  <c:v>155700</c:v>
                </c:pt>
                <c:pt idx="10">
                  <c:v>155800</c:v>
                </c:pt>
                <c:pt idx="11">
                  <c:v>155900</c:v>
                </c:pt>
                <c:pt idx="12">
                  <c:v>156000</c:v>
                </c:pt>
                <c:pt idx="13">
                  <c:v>156100</c:v>
                </c:pt>
                <c:pt idx="14">
                  <c:v>156200</c:v>
                </c:pt>
                <c:pt idx="15">
                  <c:v>156300</c:v>
                </c:pt>
                <c:pt idx="16">
                  <c:v>155700</c:v>
                </c:pt>
                <c:pt idx="17">
                  <c:v>155800</c:v>
                </c:pt>
                <c:pt idx="18">
                  <c:v>155900</c:v>
                </c:pt>
                <c:pt idx="19">
                  <c:v>156000</c:v>
                </c:pt>
                <c:pt idx="20">
                  <c:v>156100</c:v>
                </c:pt>
                <c:pt idx="21">
                  <c:v>156200</c:v>
                </c:pt>
                <c:pt idx="22">
                  <c:v>156300</c:v>
                </c:pt>
                <c:pt idx="23">
                  <c:v>155700</c:v>
                </c:pt>
                <c:pt idx="24">
                  <c:v>155800</c:v>
                </c:pt>
                <c:pt idx="25">
                  <c:v>155900</c:v>
                </c:pt>
                <c:pt idx="26">
                  <c:v>156000</c:v>
                </c:pt>
                <c:pt idx="27">
                  <c:v>156100</c:v>
                </c:pt>
                <c:pt idx="28">
                  <c:v>156200</c:v>
                </c:pt>
                <c:pt idx="29">
                  <c:v>156300</c:v>
                </c:pt>
                <c:pt idx="30">
                  <c:v>155700</c:v>
                </c:pt>
                <c:pt idx="31">
                  <c:v>155800</c:v>
                </c:pt>
                <c:pt idx="32">
                  <c:v>155900</c:v>
                </c:pt>
                <c:pt idx="33">
                  <c:v>156000</c:v>
                </c:pt>
                <c:pt idx="34">
                  <c:v>156100</c:v>
                </c:pt>
                <c:pt idx="35">
                  <c:v>156200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Equity!$H$1</c:f>
              <c:strCache>
                <c:ptCount val="1"/>
                <c:pt idx="0">
                  <c:v>Synthetic Series 7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Equity!$H$3:$H$10000</c:f>
              <c:numCache>
                <c:formatCode>_(* #,##0_);_(* \(#,##0\);_(* "-"??_);_(@_)</c:formatCode>
                <c:ptCount val="36"/>
                <c:pt idx="0">
                  <c:v>157300</c:v>
                </c:pt>
                <c:pt idx="1">
                  <c:v>156700</c:v>
                </c:pt>
                <c:pt idx="2">
                  <c:v>156800</c:v>
                </c:pt>
                <c:pt idx="3">
                  <c:v>156900</c:v>
                </c:pt>
                <c:pt idx="4">
                  <c:v>157000</c:v>
                </c:pt>
                <c:pt idx="5">
                  <c:v>157100</c:v>
                </c:pt>
                <c:pt idx="6">
                  <c:v>157200</c:v>
                </c:pt>
                <c:pt idx="7">
                  <c:v>157300</c:v>
                </c:pt>
                <c:pt idx="8">
                  <c:v>156700</c:v>
                </c:pt>
                <c:pt idx="9">
                  <c:v>156800</c:v>
                </c:pt>
                <c:pt idx="10">
                  <c:v>156900</c:v>
                </c:pt>
                <c:pt idx="11">
                  <c:v>157000</c:v>
                </c:pt>
                <c:pt idx="12">
                  <c:v>157100</c:v>
                </c:pt>
                <c:pt idx="13">
                  <c:v>157200</c:v>
                </c:pt>
                <c:pt idx="14">
                  <c:v>157300</c:v>
                </c:pt>
                <c:pt idx="15">
                  <c:v>156700</c:v>
                </c:pt>
                <c:pt idx="16">
                  <c:v>156800</c:v>
                </c:pt>
                <c:pt idx="17">
                  <c:v>156900</c:v>
                </c:pt>
                <c:pt idx="18">
                  <c:v>157000</c:v>
                </c:pt>
                <c:pt idx="19">
                  <c:v>157100</c:v>
                </c:pt>
                <c:pt idx="20">
                  <c:v>157200</c:v>
                </c:pt>
                <c:pt idx="21">
                  <c:v>157300</c:v>
                </c:pt>
                <c:pt idx="22">
                  <c:v>156700</c:v>
                </c:pt>
                <c:pt idx="23">
                  <c:v>156800</c:v>
                </c:pt>
                <c:pt idx="24">
                  <c:v>156900</c:v>
                </c:pt>
                <c:pt idx="25">
                  <c:v>157000</c:v>
                </c:pt>
                <c:pt idx="26">
                  <c:v>157100</c:v>
                </c:pt>
                <c:pt idx="27">
                  <c:v>157200</c:v>
                </c:pt>
                <c:pt idx="28">
                  <c:v>157300</c:v>
                </c:pt>
                <c:pt idx="29">
                  <c:v>156700</c:v>
                </c:pt>
                <c:pt idx="30">
                  <c:v>156800</c:v>
                </c:pt>
                <c:pt idx="31">
                  <c:v>156900</c:v>
                </c:pt>
                <c:pt idx="32">
                  <c:v>157000</c:v>
                </c:pt>
                <c:pt idx="33">
                  <c:v>157100</c:v>
                </c:pt>
                <c:pt idx="34">
                  <c:v>157200</c:v>
                </c:pt>
                <c:pt idx="35">
                  <c:v>157300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Equity!$I$1</c:f>
              <c:strCache>
                <c:ptCount val="1"/>
                <c:pt idx="0">
                  <c:v>Synthetic Series 8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Equity!$I$3:$I$10000</c:f>
              <c:numCache>
                <c:formatCode>_(* #,##0_);_(* \(#,##0\);_(* "-"??_);_(@_)</c:formatCode>
                <c:ptCount val="36"/>
                <c:pt idx="0">
                  <c:v>157700</c:v>
                </c:pt>
                <c:pt idx="1">
                  <c:v>157800</c:v>
                </c:pt>
                <c:pt idx="2">
                  <c:v>157900</c:v>
                </c:pt>
                <c:pt idx="3">
                  <c:v>158000</c:v>
                </c:pt>
                <c:pt idx="4">
                  <c:v>158100</c:v>
                </c:pt>
                <c:pt idx="5">
                  <c:v>158200</c:v>
                </c:pt>
                <c:pt idx="6">
                  <c:v>158300</c:v>
                </c:pt>
                <c:pt idx="7">
                  <c:v>157700</c:v>
                </c:pt>
                <c:pt idx="8">
                  <c:v>157800</c:v>
                </c:pt>
                <c:pt idx="9">
                  <c:v>157900</c:v>
                </c:pt>
                <c:pt idx="10">
                  <c:v>158000</c:v>
                </c:pt>
                <c:pt idx="11">
                  <c:v>158100</c:v>
                </c:pt>
                <c:pt idx="12">
                  <c:v>158200</c:v>
                </c:pt>
                <c:pt idx="13">
                  <c:v>158300</c:v>
                </c:pt>
                <c:pt idx="14">
                  <c:v>157700</c:v>
                </c:pt>
                <c:pt idx="15">
                  <c:v>157800</c:v>
                </c:pt>
                <c:pt idx="16">
                  <c:v>157900</c:v>
                </c:pt>
                <c:pt idx="17">
                  <c:v>158000</c:v>
                </c:pt>
                <c:pt idx="18">
                  <c:v>158100</c:v>
                </c:pt>
                <c:pt idx="19">
                  <c:v>158200</c:v>
                </c:pt>
                <c:pt idx="20">
                  <c:v>158300</c:v>
                </c:pt>
                <c:pt idx="21">
                  <c:v>157700</c:v>
                </c:pt>
                <c:pt idx="22">
                  <c:v>157800</c:v>
                </c:pt>
                <c:pt idx="23">
                  <c:v>157900</c:v>
                </c:pt>
                <c:pt idx="24">
                  <c:v>158000</c:v>
                </c:pt>
                <c:pt idx="25">
                  <c:v>158100</c:v>
                </c:pt>
                <c:pt idx="26">
                  <c:v>158200</c:v>
                </c:pt>
                <c:pt idx="27">
                  <c:v>158300</c:v>
                </c:pt>
                <c:pt idx="28">
                  <c:v>157700</c:v>
                </c:pt>
                <c:pt idx="29">
                  <c:v>157800</c:v>
                </c:pt>
                <c:pt idx="30">
                  <c:v>157900</c:v>
                </c:pt>
                <c:pt idx="31">
                  <c:v>158000</c:v>
                </c:pt>
                <c:pt idx="32">
                  <c:v>158100</c:v>
                </c:pt>
                <c:pt idx="33">
                  <c:v>158200</c:v>
                </c:pt>
                <c:pt idx="34">
                  <c:v>158300</c:v>
                </c:pt>
                <c:pt idx="35">
                  <c:v>157700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Equity!$J$1</c:f>
              <c:strCache>
                <c:ptCount val="1"/>
                <c:pt idx="0">
                  <c:v>Synthetic Series 9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Equity!$J$3:$J$10000</c:f>
              <c:numCache>
                <c:formatCode>_(* #,##0_);_(* \(#,##0\);_(* "-"??_);_(@_)</c:formatCode>
                <c:ptCount val="36"/>
                <c:pt idx="0">
                  <c:v>158800</c:v>
                </c:pt>
                <c:pt idx="1">
                  <c:v>158900</c:v>
                </c:pt>
                <c:pt idx="2">
                  <c:v>159000</c:v>
                </c:pt>
                <c:pt idx="3">
                  <c:v>159100</c:v>
                </c:pt>
                <c:pt idx="4">
                  <c:v>159200</c:v>
                </c:pt>
                <c:pt idx="5">
                  <c:v>159300</c:v>
                </c:pt>
                <c:pt idx="6">
                  <c:v>158700</c:v>
                </c:pt>
                <c:pt idx="7">
                  <c:v>158800</c:v>
                </c:pt>
                <c:pt idx="8">
                  <c:v>158900</c:v>
                </c:pt>
                <c:pt idx="9">
                  <c:v>159000</c:v>
                </c:pt>
                <c:pt idx="10">
                  <c:v>159100</c:v>
                </c:pt>
                <c:pt idx="11">
                  <c:v>159200</c:v>
                </c:pt>
                <c:pt idx="12">
                  <c:v>159300</c:v>
                </c:pt>
                <c:pt idx="13">
                  <c:v>158700</c:v>
                </c:pt>
                <c:pt idx="14">
                  <c:v>158800</c:v>
                </c:pt>
                <c:pt idx="15">
                  <c:v>158900</c:v>
                </c:pt>
                <c:pt idx="16">
                  <c:v>159000</c:v>
                </c:pt>
                <c:pt idx="17">
                  <c:v>159100</c:v>
                </c:pt>
                <c:pt idx="18">
                  <c:v>159200</c:v>
                </c:pt>
                <c:pt idx="19">
                  <c:v>159300</c:v>
                </c:pt>
                <c:pt idx="20">
                  <c:v>158700</c:v>
                </c:pt>
                <c:pt idx="21">
                  <c:v>158800</c:v>
                </c:pt>
                <c:pt idx="22">
                  <c:v>158900</c:v>
                </c:pt>
                <c:pt idx="23">
                  <c:v>159000</c:v>
                </c:pt>
                <c:pt idx="24">
                  <c:v>159100</c:v>
                </c:pt>
                <c:pt idx="25">
                  <c:v>159200</c:v>
                </c:pt>
                <c:pt idx="26">
                  <c:v>159300</c:v>
                </c:pt>
                <c:pt idx="27">
                  <c:v>158700</c:v>
                </c:pt>
                <c:pt idx="28">
                  <c:v>158800</c:v>
                </c:pt>
                <c:pt idx="29">
                  <c:v>158900</c:v>
                </c:pt>
                <c:pt idx="30">
                  <c:v>159000</c:v>
                </c:pt>
                <c:pt idx="31">
                  <c:v>159100</c:v>
                </c:pt>
                <c:pt idx="32">
                  <c:v>159200</c:v>
                </c:pt>
                <c:pt idx="33">
                  <c:v>159300</c:v>
                </c:pt>
                <c:pt idx="34">
                  <c:v>158700</c:v>
                </c:pt>
                <c:pt idx="35">
                  <c:v>158800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Equity!$K$1</c:f>
              <c:strCache>
                <c:ptCount val="1"/>
                <c:pt idx="0">
                  <c:v>Synthetic Series 10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Equity!$K$3:$K$10000</c:f>
              <c:numCache>
                <c:formatCode>_(* #,##0_);_(* \(#,##0\);_(* "-"??_);_(@_)</c:formatCode>
                <c:ptCount val="36"/>
                <c:pt idx="0">
                  <c:v>159900</c:v>
                </c:pt>
                <c:pt idx="1">
                  <c:v>160000</c:v>
                </c:pt>
                <c:pt idx="2">
                  <c:v>160100</c:v>
                </c:pt>
                <c:pt idx="3">
                  <c:v>160200</c:v>
                </c:pt>
                <c:pt idx="4">
                  <c:v>160300</c:v>
                </c:pt>
                <c:pt idx="5">
                  <c:v>159700</c:v>
                </c:pt>
                <c:pt idx="6">
                  <c:v>159800</c:v>
                </c:pt>
                <c:pt idx="7">
                  <c:v>159900</c:v>
                </c:pt>
                <c:pt idx="8">
                  <c:v>160000</c:v>
                </c:pt>
                <c:pt idx="9">
                  <c:v>160100</c:v>
                </c:pt>
                <c:pt idx="10">
                  <c:v>160200</c:v>
                </c:pt>
                <c:pt idx="11">
                  <c:v>160300</c:v>
                </c:pt>
                <c:pt idx="12">
                  <c:v>159700</c:v>
                </c:pt>
                <c:pt idx="13">
                  <c:v>159800</c:v>
                </c:pt>
                <c:pt idx="14">
                  <c:v>159900</c:v>
                </c:pt>
                <c:pt idx="15">
                  <c:v>160000</c:v>
                </c:pt>
                <c:pt idx="16">
                  <c:v>160100</c:v>
                </c:pt>
                <c:pt idx="17">
                  <c:v>160200</c:v>
                </c:pt>
                <c:pt idx="18">
                  <c:v>160300</c:v>
                </c:pt>
                <c:pt idx="19">
                  <c:v>159700</c:v>
                </c:pt>
                <c:pt idx="20">
                  <c:v>159800</c:v>
                </c:pt>
                <c:pt idx="21">
                  <c:v>159900</c:v>
                </c:pt>
                <c:pt idx="22">
                  <c:v>160000</c:v>
                </c:pt>
                <c:pt idx="23">
                  <c:v>160100</c:v>
                </c:pt>
                <c:pt idx="24">
                  <c:v>160200</c:v>
                </c:pt>
                <c:pt idx="25">
                  <c:v>160300</c:v>
                </c:pt>
                <c:pt idx="26">
                  <c:v>159700</c:v>
                </c:pt>
                <c:pt idx="27">
                  <c:v>159800</c:v>
                </c:pt>
                <c:pt idx="28">
                  <c:v>159900</c:v>
                </c:pt>
                <c:pt idx="29">
                  <c:v>160000</c:v>
                </c:pt>
                <c:pt idx="30">
                  <c:v>160100</c:v>
                </c:pt>
                <c:pt idx="31">
                  <c:v>160200</c:v>
                </c:pt>
                <c:pt idx="32">
                  <c:v>160300</c:v>
                </c:pt>
                <c:pt idx="33">
                  <c:v>159700</c:v>
                </c:pt>
                <c:pt idx="34">
                  <c:v>159800</c:v>
                </c:pt>
                <c:pt idx="35">
                  <c:v>159900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Equity!$L$1</c:f>
              <c:strCache>
                <c:ptCount val="1"/>
                <c:pt idx="0">
                  <c:v>Synthetic Series 11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Equity!$L$3:$L$10000</c:f>
              <c:numCache>
                <c:formatCode>_(* #,##0_);_(* \(#,##0\);_(* "-"??_);_(@_)</c:formatCode>
                <c:ptCount val="36"/>
                <c:pt idx="0">
                  <c:v>161000</c:v>
                </c:pt>
                <c:pt idx="1">
                  <c:v>161100</c:v>
                </c:pt>
                <c:pt idx="2">
                  <c:v>161200</c:v>
                </c:pt>
                <c:pt idx="3">
                  <c:v>161300</c:v>
                </c:pt>
                <c:pt idx="4">
                  <c:v>160700</c:v>
                </c:pt>
                <c:pt idx="5">
                  <c:v>160800</c:v>
                </c:pt>
                <c:pt idx="6">
                  <c:v>160900</c:v>
                </c:pt>
                <c:pt idx="7">
                  <c:v>161000</c:v>
                </c:pt>
                <c:pt idx="8">
                  <c:v>161100</c:v>
                </c:pt>
                <c:pt idx="9">
                  <c:v>161200</c:v>
                </c:pt>
                <c:pt idx="10">
                  <c:v>161300</c:v>
                </c:pt>
                <c:pt idx="11">
                  <c:v>160700</c:v>
                </c:pt>
                <c:pt idx="12">
                  <c:v>160800</c:v>
                </c:pt>
                <c:pt idx="13">
                  <c:v>160900</c:v>
                </c:pt>
                <c:pt idx="14">
                  <c:v>161000</c:v>
                </c:pt>
                <c:pt idx="15">
                  <c:v>161100</c:v>
                </c:pt>
                <c:pt idx="16">
                  <c:v>161200</c:v>
                </c:pt>
                <c:pt idx="17">
                  <c:v>161300</c:v>
                </c:pt>
                <c:pt idx="18">
                  <c:v>160700</c:v>
                </c:pt>
                <c:pt idx="19">
                  <c:v>160800</c:v>
                </c:pt>
                <c:pt idx="20">
                  <c:v>160900</c:v>
                </c:pt>
                <c:pt idx="21">
                  <c:v>161000</c:v>
                </c:pt>
                <c:pt idx="22">
                  <c:v>161100</c:v>
                </c:pt>
                <c:pt idx="23">
                  <c:v>161200</c:v>
                </c:pt>
                <c:pt idx="24">
                  <c:v>161300</c:v>
                </c:pt>
                <c:pt idx="25">
                  <c:v>160700</c:v>
                </c:pt>
                <c:pt idx="26">
                  <c:v>160800</c:v>
                </c:pt>
                <c:pt idx="27">
                  <c:v>160900</c:v>
                </c:pt>
                <c:pt idx="28">
                  <c:v>161000</c:v>
                </c:pt>
                <c:pt idx="29">
                  <c:v>161100</c:v>
                </c:pt>
                <c:pt idx="30">
                  <c:v>161200</c:v>
                </c:pt>
                <c:pt idx="31">
                  <c:v>161300</c:v>
                </c:pt>
                <c:pt idx="32">
                  <c:v>160700</c:v>
                </c:pt>
                <c:pt idx="33">
                  <c:v>160800</c:v>
                </c:pt>
                <c:pt idx="34">
                  <c:v>160900</c:v>
                </c:pt>
                <c:pt idx="35">
                  <c:v>161000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9534592"/>
        <c:axId val="339536128"/>
      </c:lineChart>
      <c:dateAx>
        <c:axId val="33953459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339536128"/>
        <c:crosses val="autoZero"/>
        <c:auto val="1"/>
        <c:baseTimeUnit val="months"/>
      </c:dateAx>
      <c:valAx>
        <c:axId val="339536128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33953459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1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Commodity Counterparty Exposure -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Commodity!$B$1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Commodity!$A$3:$A$49999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Commodity!$B$3:$B$49999</c:f>
              <c:numCache>
                <c:formatCode>_(* #,##0_);_(* \(#,##0\);_(* "-"??_);_(@_)</c:formatCode>
                <c:ptCount val="36"/>
                <c:pt idx="0">
                  <c:v>160700</c:v>
                </c:pt>
                <c:pt idx="1">
                  <c:v>160800</c:v>
                </c:pt>
                <c:pt idx="2">
                  <c:v>160900</c:v>
                </c:pt>
                <c:pt idx="3">
                  <c:v>161000</c:v>
                </c:pt>
                <c:pt idx="4">
                  <c:v>161100</c:v>
                </c:pt>
                <c:pt idx="5">
                  <c:v>161200</c:v>
                </c:pt>
                <c:pt idx="6">
                  <c:v>161300</c:v>
                </c:pt>
                <c:pt idx="7">
                  <c:v>160700</c:v>
                </c:pt>
                <c:pt idx="8">
                  <c:v>160800</c:v>
                </c:pt>
                <c:pt idx="9">
                  <c:v>160900</c:v>
                </c:pt>
                <c:pt idx="10">
                  <c:v>161000</c:v>
                </c:pt>
                <c:pt idx="11">
                  <c:v>161100</c:v>
                </c:pt>
                <c:pt idx="12">
                  <c:v>161200</c:v>
                </c:pt>
                <c:pt idx="13">
                  <c:v>161300</c:v>
                </c:pt>
                <c:pt idx="14">
                  <c:v>160700</c:v>
                </c:pt>
                <c:pt idx="15">
                  <c:v>160800</c:v>
                </c:pt>
                <c:pt idx="16">
                  <c:v>160900</c:v>
                </c:pt>
                <c:pt idx="17">
                  <c:v>161000</c:v>
                </c:pt>
                <c:pt idx="18">
                  <c:v>161100</c:v>
                </c:pt>
                <c:pt idx="19">
                  <c:v>161200</c:v>
                </c:pt>
                <c:pt idx="20">
                  <c:v>161300</c:v>
                </c:pt>
                <c:pt idx="21">
                  <c:v>160700</c:v>
                </c:pt>
                <c:pt idx="22">
                  <c:v>160800</c:v>
                </c:pt>
                <c:pt idx="23">
                  <c:v>160900</c:v>
                </c:pt>
                <c:pt idx="24">
                  <c:v>161000</c:v>
                </c:pt>
                <c:pt idx="25">
                  <c:v>161100</c:v>
                </c:pt>
                <c:pt idx="26">
                  <c:v>161200</c:v>
                </c:pt>
                <c:pt idx="27">
                  <c:v>161300</c:v>
                </c:pt>
                <c:pt idx="28">
                  <c:v>160700</c:v>
                </c:pt>
                <c:pt idx="29">
                  <c:v>160800</c:v>
                </c:pt>
                <c:pt idx="30">
                  <c:v>160900</c:v>
                </c:pt>
                <c:pt idx="31">
                  <c:v>161000</c:v>
                </c:pt>
                <c:pt idx="32">
                  <c:v>161100</c:v>
                </c:pt>
                <c:pt idx="33">
                  <c:v>161200</c:v>
                </c:pt>
                <c:pt idx="34">
                  <c:v>161300</c:v>
                </c:pt>
                <c:pt idx="35">
                  <c:v>160700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Commodity!$C$1</c:f>
              <c:strCache>
                <c:ptCount val="1"/>
                <c:pt idx="0">
                  <c:v>Synthetic Series 2</c:v>
                </c:pt>
              </c:strCache>
            </c:strRef>
          </c:tx>
          <c:marker>
            <c:symbol val="none"/>
          </c:marker>
          <c:cat>
            <c:strRef>
              <c:f>Commodity!$A$3:$A$49999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Commodity!$C$3:$C$49999</c:f>
              <c:numCache>
                <c:formatCode>_(* #,##0_);_(* \(#,##0\);_(* "-"??_);_(@_)</c:formatCode>
                <c:ptCount val="36"/>
                <c:pt idx="0">
                  <c:v>161800</c:v>
                </c:pt>
                <c:pt idx="1">
                  <c:v>161900</c:v>
                </c:pt>
                <c:pt idx="2">
                  <c:v>162000</c:v>
                </c:pt>
                <c:pt idx="3">
                  <c:v>162100</c:v>
                </c:pt>
                <c:pt idx="4">
                  <c:v>162200</c:v>
                </c:pt>
                <c:pt idx="5">
                  <c:v>162300</c:v>
                </c:pt>
                <c:pt idx="6">
                  <c:v>161700</c:v>
                </c:pt>
                <c:pt idx="7">
                  <c:v>161800</c:v>
                </c:pt>
                <c:pt idx="8">
                  <c:v>161900</c:v>
                </c:pt>
                <c:pt idx="9">
                  <c:v>162000</c:v>
                </c:pt>
                <c:pt idx="10">
                  <c:v>162100</c:v>
                </c:pt>
                <c:pt idx="11">
                  <c:v>162200</c:v>
                </c:pt>
                <c:pt idx="12">
                  <c:v>162300</c:v>
                </c:pt>
                <c:pt idx="13">
                  <c:v>161700</c:v>
                </c:pt>
                <c:pt idx="14">
                  <c:v>161800</c:v>
                </c:pt>
                <c:pt idx="15">
                  <c:v>161900</c:v>
                </c:pt>
                <c:pt idx="16">
                  <c:v>162000</c:v>
                </c:pt>
                <c:pt idx="17">
                  <c:v>162100</c:v>
                </c:pt>
                <c:pt idx="18">
                  <c:v>162200</c:v>
                </c:pt>
                <c:pt idx="19">
                  <c:v>162300</c:v>
                </c:pt>
                <c:pt idx="20">
                  <c:v>161700</c:v>
                </c:pt>
                <c:pt idx="21">
                  <c:v>161800</c:v>
                </c:pt>
                <c:pt idx="22">
                  <c:v>161900</c:v>
                </c:pt>
                <c:pt idx="23">
                  <c:v>162000</c:v>
                </c:pt>
                <c:pt idx="24">
                  <c:v>162100</c:v>
                </c:pt>
                <c:pt idx="25">
                  <c:v>162200</c:v>
                </c:pt>
                <c:pt idx="26">
                  <c:v>162300</c:v>
                </c:pt>
                <c:pt idx="27">
                  <c:v>161700</c:v>
                </c:pt>
                <c:pt idx="28">
                  <c:v>161800</c:v>
                </c:pt>
                <c:pt idx="29">
                  <c:v>161900</c:v>
                </c:pt>
                <c:pt idx="30">
                  <c:v>162000</c:v>
                </c:pt>
                <c:pt idx="31">
                  <c:v>162100</c:v>
                </c:pt>
                <c:pt idx="32">
                  <c:v>162200</c:v>
                </c:pt>
                <c:pt idx="33">
                  <c:v>162300</c:v>
                </c:pt>
                <c:pt idx="34">
                  <c:v>161700</c:v>
                </c:pt>
                <c:pt idx="35">
                  <c:v>161800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Commodity!$D$1</c:f>
              <c:strCache>
                <c:ptCount val="1"/>
                <c:pt idx="0">
                  <c:v>Synthetic Series 3</c:v>
                </c:pt>
              </c:strCache>
            </c:strRef>
          </c:tx>
          <c:marker>
            <c:symbol val="none"/>
          </c:marker>
          <c:cat>
            <c:strRef>
              <c:f>Commodity!$A$3:$A$49999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Commodity!$D$3:$D$49999</c:f>
              <c:numCache>
                <c:formatCode>_(* #,##0_);_(* \(#,##0\);_(* "-"??_);_(@_)</c:formatCode>
                <c:ptCount val="36"/>
                <c:pt idx="0">
                  <c:v>162900</c:v>
                </c:pt>
                <c:pt idx="1">
                  <c:v>163000</c:v>
                </c:pt>
                <c:pt idx="2">
                  <c:v>163100</c:v>
                </c:pt>
                <c:pt idx="3">
                  <c:v>163200</c:v>
                </c:pt>
                <c:pt idx="4">
                  <c:v>163300</c:v>
                </c:pt>
                <c:pt idx="5">
                  <c:v>162700</c:v>
                </c:pt>
                <c:pt idx="6">
                  <c:v>162800</c:v>
                </c:pt>
                <c:pt idx="7">
                  <c:v>162900</c:v>
                </c:pt>
                <c:pt idx="8">
                  <c:v>163000</c:v>
                </c:pt>
                <c:pt idx="9">
                  <c:v>163100</c:v>
                </c:pt>
                <c:pt idx="10">
                  <c:v>163200</c:v>
                </c:pt>
                <c:pt idx="11">
                  <c:v>163300</c:v>
                </c:pt>
                <c:pt idx="12">
                  <c:v>162700</c:v>
                </c:pt>
                <c:pt idx="13">
                  <c:v>162800</c:v>
                </c:pt>
                <c:pt idx="14">
                  <c:v>162900</c:v>
                </c:pt>
                <c:pt idx="15">
                  <c:v>163000</c:v>
                </c:pt>
                <c:pt idx="16">
                  <c:v>163100</c:v>
                </c:pt>
                <c:pt idx="17">
                  <c:v>163200</c:v>
                </c:pt>
                <c:pt idx="18">
                  <c:v>163300</c:v>
                </c:pt>
                <c:pt idx="19">
                  <c:v>162700</c:v>
                </c:pt>
                <c:pt idx="20">
                  <c:v>162800</c:v>
                </c:pt>
                <c:pt idx="21">
                  <c:v>162900</c:v>
                </c:pt>
                <c:pt idx="22">
                  <c:v>163000</c:v>
                </c:pt>
                <c:pt idx="23">
                  <c:v>163100</c:v>
                </c:pt>
                <c:pt idx="24">
                  <c:v>163200</c:v>
                </c:pt>
                <c:pt idx="25">
                  <c:v>163300</c:v>
                </c:pt>
                <c:pt idx="26">
                  <c:v>162700</c:v>
                </c:pt>
                <c:pt idx="27">
                  <c:v>162800</c:v>
                </c:pt>
                <c:pt idx="28">
                  <c:v>162900</c:v>
                </c:pt>
                <c:pt idx="29">
                  <c:v>163000</c:v>
                </c:pt>
                <c:pt idx="30">
                  <c:v>163100</c:v>
                </c:pt>
                <c:pt idx="31">
                  <c:v>163200</c:v>
                </c:pt>
                <c:pt idx="32">
                  <c:v>163300</c:v>
                </c:pt>
                <c:pt idx="33">
                  <c:v>162700</c:v>
                </c:pt>
                <c:pt idx="34">
                  <c:v>162800</c:v>
                </c:pt>
                <c:pt idx="35">
                  <c:v>162900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Commodity!$E$1</c:f>
              <c:strCache>
                <c:ptCount val="1"/>
                <c:pt idx="0">
                  <c:v>Synthetic Series 4</c:v>
                </c:pt>
              </c:strCache>
            </c:strRef>
          </c:tx>
          <c:marker>
            <c:symbol val="none"/>
          </c:marker>
          <c:cat>
            <c:strLit>
              <c:ptCount val="36"/>
              <c:pt idx="0">
                <c:v>Period 1</c:v>
              </c:pt>
              <c:pt idx="1">
                <c:v>Period 2</c:v>
              </c:pt>
              <c:pt idx="2">
                <c:v>Period 3</c:v>
              </c:pt>
              <c:pt idx="3">
                <c:v>Period 4</c:v>
              </c:pt>
              <c:pt idx="4">
                <c:v>Period 5</c:v>
              </c:pt>
              <c:pt idx="5">
                <c:v>Period 6</c:v>
              </c:pt>
              <c:pt idx="6">
                <c:v>Period 7</c:v>
              </c:pt>
              <c:pt idx="7">
                <c:v>Period 8</c:v>
              </c:pt>
              <c:pt idx="8">
                <c:v>Period 9</c:v>
              </c:pt>
              <c:pt idx="9">
                <c:v>Period 10</c:v>
              </c:pt>
              <c:pt idx="10">
                <c:v>Period 11</c:v>
              </c:pt>
              <c:pt idx="11">
                <c:v>Period 12</c:v>
              </c:pt>
              <c:pt idx="12">
                <c:v>Period 13</c:v>
              </c:pt>
              <c:pt idx="13">
                <c:v>Period 14</c:v>
              </c:pt>
              <c:pt idx="14">
                <c:v>Period 15</c:v>
              </c:pt>
              <c:pt idx="15">
                <c:v>Period 16</c:v>
              </c:pt>
              <c:pt idx="16">
                <c:v>Period 17</c:v>
              </c:pt>
              <c:pt idx="17">
                <c:v>Period 18</c:v>
              </c:pt>
              <c:pt idx="18">
                <c:v>Period 19</c:v>
              </c:pt>
              <c:pt idx="19">
                <c:v>Period 20</c:v>
              </c:pt>
              <c:pt idx="20">
                <c:v>Period 21</c:v>
              </c:pt>
              <c:pt idx="21">
                <c:v>Period 22</c:v>
              </c:pt>
              <c:pt idx="22">
                <c:v>Period 23</c:v>
              </c:pt>
              <c:pt idx="23">
                <c:v>Period 24</c:v>
              </c:pt>
              <c:pt idx="24">
                <c:v>Period 25</c:v>
              </c:pt>
              <c:pt idx="25">
                <c:v>Period 26</c:v>
              </c:pt>
              <c:pt idx="26">
                <c:v>Period 27</c:v>
              </c:pt>
              <c:pt idx="27">
                <c:v>Period 28</c:v>
              </c:pt>
              <c:pt idx="28">
                <c:v>Period 29</c:v>
              </c:pt>
              <c:pt idx="29">
                <c:v>Period 30</c:v>
              </c:pt>
              <c:pt idx="30">
                <c:v>Period 31</c:v>
              </c:pt>
              <c:pt idx="31">
                <c:v>Period 32</c:v>
              </c:pt>
              <c:pt idx="32">
                <c:v>Period 33</c:v>
              </c:pt>
              <c:pt idx="33">
                <c:v>Period 34</c:v>
              </c:pt>
              <c:pt idx="34">
                <c:v>Period 35</c:v>
              </c:pt>
              <c:pt idx="35">
                <c:v>Period 36</c:v>
              </c:pt>
            </c:strLit>
          </c:cat>
          <c:val>
            <c:numRef>
              <c:f>Commodity!$E$3:$E$10000</c:f>
              <c:numCache>
                <c:formatCode>_(* #,##0_);_(* \(#,##0\);_(* "-"??_);_(@_)</c:formatCode>
                <c:ptCount val="36"/>
                <c:pt idx="0">
                  <c:v>164000</c:v>
                </c:pt>
                <c:pt idx="1">
                  <c:v>164100</c:v>
                </c:pt>
                <c:pt idx="2">
                  <c:v>164200</c:v>
                </c:pt>
                <c:pt idx="3">
                  <c:v>164300</c:v>
                </c:pt>
                <c:pt idx="4">
                  <c:v>163700</c:v>
                </c:pt>
                <c:pt idx="5">
                  <c:v>163800</c:v>
                </c:pt>
                <c:pt idx="6">
                  <c:v>163900</c:v>
                </c:pt>
                <c:pt idx="7">
                  <c:v>164000</c:v>
                </c:pt>
                <c:pt idx="8">
                  <c:v>164100</c:v>
                </c:pt>
                <c:pt idx="9">
                  <c:v>164200</c:v>
                </c:pt>
                <c:pt idx="10">
                  <c:v>164300</c:v>
                </c:pt>
                <c:pt idx="11">
                  <c:v>163700</c:v>
                </c:pt>
                <c:pt idx="12">
                  <c:v>163800</c:v>
                </c:pt>
                <c:pt idx="13">
                  <c:v>163900</c:v>
                </c:pt>
                <c:pt idx="14">
                  <c:v>164000</c:v>
                </c:pt>
                <c:pt idx="15">
                  <c:v>164100</c:v>
                </c:pt>
                <c:pt idx="16">
                  <c:v>164200</c:v>
                </c:pt>
                <c:pt idx="17">
                  <c:v>164300</c:v>
                </c:pt>
                <c:pt idx="18">
                  <c:v>163700</c:v>
                </c:pt>
                <c:pt idx="19">
                  <c:v>163800</c:v>
                </c:pt>
                <c:pt idx="20">
                  <c:v>163900</c:v>
                </c:pt>
                <c:pt idx="21">
                  <c:v>164000</c:v>
                </c:pt>
                <c:pt idx="22">
                  <c:v>164100</c:v>
                </c:pt>
                <c:pt idx="23">
                  <c:v>164200</c:v>
                </c:pt>
                <c:pt idx="24">
                  <c:v>164300</c:v>
                </c:pt>
                <c:pt idx="25">
                  <c:v>163700</c:v>
                </c:pt>
                <c:pt idx="26">
                  <c:v>163800</c:v>
                </c:pt>
                <c:pt idx="27">
                  <c:v>163900</c:v>
                </c:pt>
                <c:pt idx="28">
                  <c:v>164000</c:v>
                </c:pt>
                <c:pt idx="29">
                  <c:v>164100</c:v>
                </c:pt>
                <c:pt idx="30">
                  <c:v>164200</c:v>
                </c:pt>
                <c:pt idx="31">
                  <c:v>164300</c:v>
                </c:pt>
                <c:pt idx="32">
                  <c:v>163700</c:v>
                </c:pt>
                <c:pt idx="33">
                  <c:v>163800</c:v>
                </c:pt>
                <c:pt idx="34">
                  <c:v>163900</c:v>
                </c:pt>
                <c:pt idx="35">
                  <c:v>164000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49955200"/>
        <c:axId val="349956736"/>
      </c:lineChart>
      <c:dateAx>
        <c:axId val="349955200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349956736"/>
        <c:crosses val="autoZero"/>
        <c:auto val="1"/>
        <c:baseTimeUnit val="months"/>
      </c:dateAx>
      <c:valAx>
        <c:axId val="3499567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349955200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17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Currency Counterparty Exposure - Trend</a:t>
            </a:r>
          </a:p>
        </c:rich>
      </c:tx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Currency!$B$1</c:f>
              <c:strCache>
                <c:ptCount val="1"/>
                <c:pt idx="0">
                  <c:v>Synthetic Series 1</c:v>
                </c:pt>
              </c:strCache>
            </c:strRef>
          </c:tx>
          <c:marker>
            <c:symbol val="none"/>
          </c:marker>
          <c:cat>
            <c:strRef>
              <c:f>Currency!$A$3:$A$49999</c:f>
              <c:strCache>
                <c:ptCount val="36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  <c:pt idx="12">
                  <c:v>Period 13</c:v>
                </c:pt>
                <c:pt idx="13">
                  <c:v>Period 14</c:v>
                </c:pt>
                <c:pt idx="14">
                  <c:v>Period 15</c:v>
                </c:pt>
                <c:pt idx="15">
                  <c:v>Period 16</c:v>
                </c:pt>
                <c:pt idx="16">
                  <c:v>Period 17</c:v>
                </c:pt>
                <c:pt idx="17">
                  <c:v>Period 18</c:v>
                </c:pt>
                <c:pt idx="18">
                  <c:v>Period 19</c:v>
                </c:pt>
                <c:pt idx="19">
                  <c:v>Period 20</c:v>
                </c:pt>
                <c:pt idx="20">
                  <c:v>Period 21</c:v>
                </c:pt>
                <c:pt idx="21">
                  <c:v>Period 22</c:v>
                </c:pt>
                <c:pt idx="22">
                  <c:v>Period 23</c:v>
                </c:pt>
                <c:pt idx="23">
                  <c:v>Period 24</c:v>
                </c:pt>
                <c:pt idx="24">
                  <c:v>Period 25</c:v>
                </c:pt>
                <c:pt idx="25">
                  <c:v>Period 26</c:v>
                </c:pt>
                <c:pt idx="26">
                  <c:v>Period 27</c:v>
                </c:pt>
                <c:pt idx="27">
                  <c:v>Period 28</c:v>
                </c:pt>
                <c:pt idx="28">
                  <c:v>Period 29</c:v>
                </c:pt>
                <c:pt idx="29">
                  <c:v>Period 30</c:v>
                </c:pt>
                <c:pt idx="30">
                  <c:v>Period 31</c:v>
                </c:pt>
                <c:pt idx="31">
                  <c:v>Period 32</c:v>
                </c:pt>
                <c:pt idx="32">
                  <c:v>Period 33</c:v>
                </c:pt>
                <c:pt idx="33">
                  <c:v>Period 34</c:v>
                </c:pt>
                <c:pt idx="34">
                  <c:v>Period 35</c:v>
                </c:pt>
                <c:pt idx="35">
                  <c:v>Period 36</c:v>
                </c:pt>
              </c:strCache>
            </c:strRef>
          </c:cat>
          <c:val>
            <c:numRef>
              <c:f>Currency!$B$3:$B$49999</c:f>
              <c:numCache>
                <c:formatCode>_(* #,##0_);_(* \(#,##0\);_(* "-"??_);_(@_)</c:formatCode>
                <c:ptCount val="36"/>
                <c:pt idx="0">
                  <c:v>170700</c:v>
                </c:pt>
                <c:pt idx="1">
                  <c:v>170800</c:v>
                </c:pt>
                <c:pt idx="2">
                  <c:v>170900</c:v>
                </c:pt>
                <c:pt idx="3">
                  <c:v>171000</c:v>
                </c:pt>
                <c:pt idx="4">
                  <c:v>171100</c:v>
                </c:pt>
                <c:pt idx="5">
                  <c:v>171200</c:v>
                </c:pt>
                <c:pt idx="6">
                  <c:v>171300</c:v>
                </c:pt>
                <c:pt idx="7">
                  <c:v>170700</c:v>
                </c:pt>
                <c:pt idx="8">
                  <c:v>170800</c:v>
                </c:pt>
                <c:pt idx="9">
                  <c:v>170900</c:v>
                </c:pt>
                <c:pt idx="10">
                  <c:v>171000</c:v>
                </c:pt>
                <c:pt idx="11">
                  <c:v>171100</c:v>
                </c:pt>
                <c:pt idx="12">
                  <c:v>171200</c:v>
                </c:pt>
                <c:pt idx="13">
                  <c:v>171300</c:v>
                </c:pt>
                <c:pt idx="14">
                  <c:v>170700</c:v>
                </c:pt>
                <c:pt idx="15">
                  <c:v>170800</c:v>
                </c:pt>
                <c:pt idx="16">
                  <c:v>170900</c:v>
                </c:pt>
                <c:pt idx="17">
                  <c:v>171000</c:v>
                </c:pt>
                <c:pt idx="18">
                  <c:v>171100</c:v>
                </c:pt>
                <c:pt idx="19">
                  <c:v>171200</c:v>
                </c:pt>
                <c:pt idx="20">
                  <c:v>171300</c:v>
                </c:pt>
                <c:pt idx="21">
                  <c:v>170700</c:v>
                </c:pt>
                <c:pt idx="22">
                  <c:v>170800</c:v>
                </c:pt>
                <c:pt idx="23">
                  <c:v>170900</c:v>
                </c:pt>
                <c:pt idx="24">
                  <c:v>171000</c:v>
                </c:pt>
                <c:pt idx="25">
                  <c:v>171100</c:v>
                </c:pt>
                <c:pt idx="26">
                  <c:v>171200</c:v>
                </c:pt>
                <c:pt idx="27">
                  <c:v>171300</c:v>
                </c:pt>
                <c:pt idx="28">
                  <c:v>170700</c:v>
                </c:pt>
                <c:pt idx="29">
                  <c:v>170800</c:v>
                </c:pt>
                <c:pt idx="30">
                  <c:v>170900</c:v>
                </c:pt>
                <c:pt idx="31">
                  <c:v>171000</c:v>
                </c:pt>
                <c:pt idx="32">
                  <c:v>171100</c:v>
                </c:pt>
                <c:pt idx="33">
                  <c:v>171200</c:v>
                </c:pt>
                <c:pt idx="34">
                  <c:v>171300</c:v>
                </c:pt>
                <c:pt idx="35">
                  <c:v>170700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0723072"/>
        <c:axId val="350728960"/>
      </c:lineChart>
      <c:dateAx>
        <c:axId val="350723072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low"/>
        <c:crossAx val="350728960"/>
        <c:crosses val="autoZero"/>
        <c:auto val="1"/>
        <c:baseTimeUnit val="months"/>
      </c:dateAx>
      <c:valAx>
        <c:axId val="350728960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ln xmlns:a="http://schemas.openxmlformats.org/drawingml/2006/main" w="9525">
            <a:noFill/>
          </a:ln>
        </c:spPr>
        <c:crossAx val="35072307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473a9dbf347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811705"/>
            <a:ext cx="9144000" cy="5817695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5AE3D7-E38E-4F7F-BD06-B5467ABEB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152400"/>
            <a:ext cx="8229600" cy="762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000"/>
              <a:t>Counterparty Exposure</a:t>
            </a:r>
            <a:br/>
            <a:r>
              <a:rPr sz="2000"/>
              <a:t>All Programs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883B0BB-42FC-4603-B6F1-DE40D21534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371069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7984bd6174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200" y="366589"/>
            <a:ext cx="8991600" cy="6124822"/>
          </a:xfrm>
          <a:prstGeom xmlns:a="http://schemas.openxmlformats.org/drawingml/2006/main" prst="rect">
            <a:avLst/>
          </a:prstGeom>
        </p:spPr>
      </p:pic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E957F4DE-F006-4EA3-BE22-E18ED0F0F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2934153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AF0297E-35AB-4E1A-B0F2-D13DE531D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3</a:t>
            </a:fld>
          </a:p>
        </p:txBody>
      </p:sp>
      <p:graphicFrame>
        <p:nvGraphicFramePr>
          <p:cNvPr id="6" name="Chart 4"/>
          <p:cNvGraphicFramePr/>
          <p:nvPr/>
        </p:nvGraphicFramePr>
        <p:xfrm>
          <a:off xmlns:a="http://schemas.openxmlformats.org/drawingml/2006/main" x="76200" y="12405"/>
          <a:ext xmlns:a="http://schemas.openxmlformats.org/drawingml/2006/main" cx="8915400" cy="670907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5dd4a75ee34784"/>
          </a:graphicData>
        </a:graphic>
      </p:graphicFrame>
    </p:spTree>
    <p:extLst>
      <p:ext uri="{BB962C8B-B14F-4D97-AF65-F5344CB8AC3E}">
        <p14:creationId xmlns:p14="http://schemas.microsoft.com/office/powerpoint/2010/main" val="37007144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764385E-01E1-430D-9E29-A9D07487CB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4</a:t>
            </a:fld>
          </a:p>
        </p:txBody>
      </p:sp>
      <p:graphicFrame>
        <p:nvGraphicFramePr>
          <p:cNvPr id="6" name="Chart 6"/>
          <p:cNvGraphicFramePr/>
          <p:nvPr/>
        </p:nvGraphicFramePr>
        <p:xfrm>
          <a:off xmlns:a="http://schemas.openxmlformats.org/drawingml/2006/main" x="0" y="152400"/>
          <a:ext xmlns:a="http://schemas.openxmlformats.org/drawingml/2006/main" cx="9067800" cy="6203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32138c8b564a8a"/>
          </a:graphicData>
        </a:graphic>
      </p:graphicFrame>
    </p:spTree>
    <p:extLst>
      <p:ext uri="{BB962C8B-B14F-4D97-AF65-F5344CB8AC3E}">
        <p14:creationId xmlns:p14="http://schemas.microsoft.com/office/powerpoint/2010/main" val="37548307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2EB301B-645E-47C8-8127-B18489423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5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152400" y="152399"/>
          <a:ext xmlns:a="http://schemas.openxmlformats.org/drawingml/2006/main" cx="8839200" cy="6569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176a3cc0e74d65"/>
          </a:graphicData>
        </a:graphic>
      </p:graphicFrame>
    </p:spTree>
    <p:extLst>
      <p:ext uri="{BB962C8B-B14F-4D97-AF65-F5344CB8AC3E}">
        <p14:creationId xmlns:p14="http://schemas.microsoft.com/office/powerpoint/2010/main" val="29372329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33bebb28342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1304636"/>
            <a:ext cx="9144000" cy="51723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F78315-F471-406A-B809-802B917F1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t>Counterparty Exposure</a:t>
            </a:r>
            <a:br/>
            <a:r>
              <a:t>excluding Trend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159D642-E584-4BCE-BC0F-1EED1762F3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407059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CEC1809-5520-4F09-8224-E1AEBF4597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7</a:t>
            </a:fld>
          </a:p>
        </p:txBody>
      </p:sp>
      <p:pic>
        <p:nvPicPr>
          <p:cNvPr id="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3561ad06e43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2278343"/>
            <a:ext cx="9144000" cy="2301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692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6122659-00B2-4CD2-BC02-68D0B126F7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8</a:t>
            </a:fld>
          </a:p>
        </p:txBody>
      </p:sp>
      <p:graphicFrame>
        <p:nvGraphicFramePr>
          <p:cNvPr id="5" name="Chart 4"/>
          <p:cNvGraphicFramePr/>
          <p:nvPr/>
        </p:nvGraphicFramePr>
        <p:xfrm>
          <a:off xmlns:a="http://schemas.openxmlformats.org/drawingml/2006/main" x="76200" y="76200"/>
          <a:ext xmlns:a="http://schemas.openxmlformats.org/drawingml/2006/main" cx="8991600" cy="6645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5a442fc3f4447d"/>
          </a:graphicData>
        </a:graphic>
      </p:graphicFrame>
    </p:spTree>
    <p:extLst>
      <p:ext uri="{BB962C8B-B14F-4D97-AF65-F5344CB8AC3E}">
        <p14:creationId xmlns:p14="http://schemas.microsoft.com/office/powerpoint/2010/main" val="38194098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03B5D4F0-B7B8-43FE-B556-E451015506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9</a:t>
            </a:fld>
          </a:p>
        </p:txBody>
      </p:sp>
      <p:graphicFrame>
        <p:nvGraphicFramePr>
          <p:cNvPr id="5" name="Chart 4"/>
          <p:cNvGraphicFramePr/>
          <p:nvPr/>
        </p:nvGraphicFramePr>
        <p:xfrm>
          <a:off xmlns:a="http://schemas.openxmlformats.org/drawingml/2006/main" x="0" y="25002"/>
          <a:ext xmlns:a="http://schemas.openxmlformats.org/drawingml/2006/main" cx="9144000" cy="680799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f9cc7f03dc4f15"/>
          </a:graphicData>
        </a:graphic>
      </p:graphicFrame>
    </p:spTree>
    <p:extLst>
      <p:ext uri="{BB962C8B-B14F-4D97-AF65-F5344CB8AC3E}">
        <p14:creationId xmlns:p14="http://schemas.microsoft.com/office/powerpoint/2010/main" val="30841169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777C39F-392A-4C24-9E14-3F0377721E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10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152400" y="380999"/>
          <a:ext xmlns:a="http://schemas.openxmlformats.org/drawingml/2006/main" cx="8763000" cy="6340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4a52a7c9324ce5"/>
          </a:graphicData>
        </a:graphic>
      </p:graphicFrame>
    </p:spTree>
    <p:extLst>
      <p:ext uri="{BB962C8B-B14F-4D97-AF65-F5344CB8AC3E}">
        <p14:creationId xmlns:p14="http://schemas.microsoft.com/office/powerpoint/2010/main" val="2926118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A32745F6-8284-407E-B41A-8C75DB6B66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24600"/>
            <a:ext cx="21336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11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152400" y="42530"/>
          <a:ext xmlns:a="http://schemas.openxmlformats.org/drawingml/2006/main" cx="8839200" cy="628207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b8a4e35eb94c8c"/>
          </a:graphicData>
        </a:graphic>
      </p:graphicFrame>
    </p:spTree>
    <p:extLst>
      <p:ext uri="{BB962C8B-B14F-4D97-AF65-F5344CB8AC3E}">
        <p14:creationId xmlns:p14="http://schemas.microsoft.com/office/powerpoint/2010/main" val="41783833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A475317E-4335-4422-AC0F-A79FFC8719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12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76200" y="33945"/>
          <a:ext xmlns:a="http://schemas.openxmlformats.org/drawingml/2006/main" cx="8991600" cy="66875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a668325abb4fd6"/>
          </a:graphicData>
        </a:graphic>
      </p:graphicFrame>
    </p:spTree>
    <p:extLst>
      <p:ext uri="{BB962C8B-B14F-4D97-AF65-F5344CB8AC3E}">
        <p14:creationId xmlns:p14="http://schemas.microsoft.com/office/powerpoint/2010/main" val="9384611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ED88FFC3-0E9B-4063-BBB0-4C81789E67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13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152400" y="152400"/>
          <a:ext xmlns:a="http://schemas.openxmlformats.org/drawingml/2006/main" cx="8839200" cy="6569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8b56e1c8904556"/>
          </a:graphicData>
        </a:graphic>
      </p:graphicFrame>
    </p:spTree>
    <p:extLst>
      <p:ext uri="{BB962C8B-B14F-4D97-AF65-F5344CB8AC3E}">
        <p14:creationId xmlns:p14="http://schemas.microsoft.com/office/powerpoint/2010/main" val="21569699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AACEB20-0D9E-4B3E-9F44-73AD83863F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14</a:t>
            </a:fld>
          </a:p>
        </p:txBody>
      </p:sp>
      <p:graphicFrame>
        <p:nvGraphicFramePr>
          <p:cNvPr id="5" name="Chart 4"/>
          <p:cNvGraphicFramePr/>
          <p:nvPr/>
        </p:nvGraphicFramePr>
        <p:xfrm>
          <a:off xmlns:a="http://schemas.openxmlformats.org/drawingml/2006/main" x="76200" y="165034"/>
          <a:ext xmlns:a="http://schemas.openxmlformats.org/drawingml/2006/main" cx="8915400" cy="646436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47b16b1b4148cd"/>
          </a:graphicData>
        </a:graphic>
      </p:graphicFrame>
    </p:spTree>
    <p:extLst>
      <p:ext uri="{BB962C8B-B14F-4D97-AF65-F5344CB8AC3E}">
        <p14:creationId xmlns:p14="http://schemas.microsoft.com/office/powerpoint/2010/main" val="10410973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886B721A-C1B1-4C55-9E76-0BBB2AD0F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15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76200" y="76200"/>
          <a:ext xmlns:a="http://schemas.openxmlformats.org/drawingml/2006/main" cx="8991600" cy="6645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0d9dea347e4330"/>
          </a:graphicData>
        </a:graphic>
      </p:graphicFrame>
    </p:spTree>
    <p:extLst>
      <p:ext uri="{BB962C8B-B14F-4D97-AF65-F5344CB8AC3E}">
        <p14:creationId xmlns:p14="http://schemas.microsoft.com/office/powerpoint/2010/main" val="599035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03A880-0DD1-45C2-AC62-6B664C3CB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t>Counterparty Exposure</a:t>
            </a:r>
            <a:br/>
            <a:r>
              <a:t>Trend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927D820-7E66-46CC-B77F-19A478A846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16</a:t>
            </a:fld>
          </a:p>
        </p:txBody>
      </p:sp>
      <p:pic>
        <p:nvPicPr>
          <p:cNvPr id="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808038f0c4f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2031298"/>
            <a:ext cx="9144000" cy="27954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1083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AACD1968-0205-480E-A8AD-400F0C54A8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17</a:t>
            </a:fld>
          </a:p>
        </p:txBody>
      </p:sp>
      <p:pic>
        <p:nvPicPr>
          <p:cNvPr id="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bbb35c096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1017913"/>
            <a:ext cx="9144000" cy="48221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8977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0399E23-3AFA-4B76-8790-923935D091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18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76200" y="76201"/>
          <a:ext xmlns:a="http://schemas.openxmlformats.org/drawingml/2006/main" cx="8915400" cy="640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3f0f65e1d74d89"/>
          </a:graphicData>
        </a:graphic>
      </p:graphicFrame>
    </p:spTree>
    <p:extLst>
      <p:ext uri="{BB962C8B-B14F-4D97-AF65-F5344CB8AC3E}">
        <p14:creationId xmlns:p14="http://schemas.microsoft.com/office/powerpoint/2010/main" val="185859067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214C1129-3AD8-414F-9F9D-81F5856D7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19</a:t>
            </a:fld>
          </a:p>
        </p:txBody>
      </p:sp>
      <p:graphicFrame>
        <p:nvGraphicFramePr>
          <p:cNvPr id="5" name="Chart 4"/>
          <p:cNvGraphicFramePr/>
          <p:nvPr/>
        </p:nvGraphicFramePr>
        <p:xfrm>
          <a:off xmlns:a="http://schemas.openxmlformats.org/drawingml/2006/main" x="76199" y="120252"/>
          <a:ext xmlns:a="http://schemas.openxmlformats.org/drawingml/2006/main" cx="8991601" cy="661749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e09ce7ab1d421a"/>
          </a:graphicData>
        </a:graphic>
      </p:graphicFrame>
    </p:spTree>
    <p:extLst>
      <p:ext uri="{BB962C8B-B14F-4D97-AF65-F5344CB8AC3E}">
        <p14:creationId xmlns:p14="http://schemas.microsoft.com/office/powerpoint/2010/main" val="40424525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7A338C2-FA82-49F1-90A9-710B38BA62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20</a:t>
            </a:fld>
          </a:p>
        </p:txBody>
      </p:sp>
      <p:graphicFrame>
        <p:nvGraphicFramePr>
          <p:cNvPr id="5" name="Chart 4"/>
          <p:cNvGraphicFramePr/>
          <p:nvPr/>
        </p:nvGraphicFramePr>
        <p:xfrm>
          <a:off xmlns:a="http://schemas.openxmlformats.org/drawingml/2006/main" x="76200" y="120253"/>
          <a:ext xmlns:a="http://schemas.openxmlformats.org/drawingml/2006/main" cx="8839200" cy="650914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7ef612c9d42cf"/>
          </a:graphicData>
        </a:graphic>
      </p:graphicFrame>
    </p:spTree>
    <p:extLst>
      <p:ext uri="{BB962C8B-B14F-4D97-AF65-F5344CB8AC3E}">
        <p14:creationId xmlns:p14="http://schemas.microsoft.com/office/powerpoint/2010/main" val="86495875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73D4ED2-8928-4007-AC2B-A7A2B3B2A9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21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76200" y="120253"/>
          <a:ext xmlns:a="http://schemas.openxmlformats.org/drawingml/2006/main" cx="8915400" cy="635674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f5a52f557549f3"/>
          </a:graphicData>
        </a:graphic>
      </p:graphicFrame>
    </p:spTree>
    <p:extLst>
      <p:ext uri="{BB962C8B-B14F-4D97-AF65-F5344CB8AC3E}">
        <p14:creationId xmlns:p14="http://schemas.microsoft.com/office/powerpoint/2010/main" val="22880746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49FDC551-9DC4-415A-AB92-93F940582E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22</a:t>
            </a:fld>
          </a:p>
        </p:txBody>
      </p:sp>
      <p:graphicFrame>
        <p:nvGraphicFramePr>
          <p:cNvPr id="5" name="Chart 3"/>
          <p:cNvGraphicFramePr/>
          <p:nvPr/>
        </p:nvGraphicFramePr>
        <p:xfrm>
          <a:off xmlns:a="http://schemas.openxmlformats.org/drawingml/2006/main" x="76200" y="120253"/>
          <a:ext xmlns:a="http://schemas.openxmlformats.org/drawingml/2006/main" cx="8915400" cy="650914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5b832fda20481a"/>
          </a:graphicData>
        </a:graphic>
      </p:graphicFrame>
    </p:spTree>
    <p:extLst>
      <p:ext uri="{BB962C8B-B14F-4D97-AF65-F5344CB8AC3E}">
        <p14:creationId xmlns:p14="http://schemas.microsoft.com/office/powerpoint/2010/main" val="356938187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11A468E6-4EA5-4770-B476-576369763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C7EAC7-63AF-4B4E-91D8-824EED01C05E}" type="slidenum">
              <a:t>23</a:t>
            </a:fld>
          </a:p>
        </p:txBody>
      </p:sp>
      <p:graphicFrame>
        <p:nvGraphicFramePr>
          <p:cNvPr id="5" name="Chart 4"/>
          <p:cNvGraphicFramePr/>
          <p:nvPr/>
        </p:nvGraphicFramePr>
        <p:xfrm>
          <a:off xmlns:a="http://schemas.openxmlformats.org/drawingml/2006/main" x="228600" y="120253"/>
          <a:ext xmlns:a="http://schemas.openxmlformats.org/drawingml/2006/main" cx="8686800" cy="650914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6a0aa2f8434c53"/>
          </a:graphicData>
        </a:graphic>
      </p:graphicFrame>
    </p:spTree>
    <p:extLst>
      <p:ext uri="{BB962C8B-B14F-4D97-AF65-F5344CB8AC3E}">
        <p14:creationId xmlns:p14="http://schemas.microsoft.com/office/powerpoint/2010/main" val="2199905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2026-07-31T17:04:52.3830000Z</dcterms:created>
  <dcterms:modified xsi:type="dcterms:W3CDTF">2026-07-31T17:04:52.3830000Z</dcterms:modified>
</coreProperties>
</file>