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theme/themeOverride2.xml" ContentType="application/vnd.openxmlformats-officedocument.themeOverride+xml"/>
  <Override PartName="/ppt/charts/chart3.xml" ContentType="application/vnd.openxmlformats-officedocument.drawingml.chart+xml"/>
  <Override PartName="/ppt/theme/themeOverride3.xml" ContentType="application/vnd.openxmlformats-officedocument.themeOverride+xml"/>
  <Override PartName="/ppt/charts/chart4.xml" ContentType="application/vnd.openxmlformats-officedocument.drawingml.chart+xml"/>
  <Override PartName="/ppt/theme/themeOverride4.xml" ContentType="application/vnd.openxmlformats-officedocument.themeOverride+xml"/>
  <Override PartName="/ppt/charts/chart5.xml" ContentType="application/vnd.openxmlformats-officedocument.drawingml.chart+xml"/>
  <Override PartName="/ppt/theme/themeOverride5.xml" ContentType="application/vnd.openxmlformats-officedocument.themeOverride+xml"/>
  <Override PartName="/ppt/charts/chart6.xml" ContentType="application/vnd.openxmlformats-officedocument.drawingml.chart+xml"/>
  <Override PartName="/ppt/theme/themeOverride6.xml" ContentType="application/vnd.openxmlformats-officedocument.themeOverride+xml"/>
  <Override PartName="/ppt/charts/chart7.xml" ContentType="application/vnd.openxmlformats-officedocument.drawingml.chart+xml"/>
  <Override PartName="/ppt/theme/themeOverride7.xml" ContentType="application/vnd.openxmlformats-officedocument.themeOverride+xml"/>
  <Override PartName="/ppt/charts/chart8.xml" ContentType="application/vnd.openxmlformats-officedocument.drawingml.chart+xml"/>
  <Override PartName="/ppt/theme/themeOverride8.xml" ContentType="application/vnd.openxmlformats-officedocument.themeOverride+xml"/>
  <Override PartName="/ppt/charts/chart9.xml" ContentType="application/vnd.openxmlformats-officedocument.drawingml.chart+xml"/>
  <Override PartName="/ppt/theme/themeOverride9.xml" ContentType="application/vnd.openxmlformats-officedocument.themeOverride+xml"/>
  <Override PartName="/ppt/charts/chart10.xml" ContentType="application/vnd.openxmlformats-officedocument.drawingml.chart+xml"/>
  <Override PartName="/ppt/theme/themeOverride10.xml" ContentType="application/vnd.openxmlformats-officedocument.themeOverride+xml"/>
  <Override PartName="/ppt/charts/chart11.xml" ContentType="application/vnd.openxmlformats-officedocument.drawingml.chart+xml"/>
  <Override PartName="/ppt/theme/themeOverride11.xml" ContentType="application/vnd.openxmlformats-officedocument.themeOverride+xml"/>
  <Override PartName="/ppt/charts/chart12.xml" ContentType="application/vnd.openxmlformats-officedocument.drawingml.chart+xml"/>
  <Override PartName="/ppt/theme/themeOverride12.xml" ContentType="application/vnd.openxmlformats-officedocument.themeOverride+xml"/>
  <Override PartName="/ppt/charts/chart13.xml" ContentType="application/vnd.openxmlformats-officedocument.drawingml.chart+xml"/>
  <Override PartName="/ppt/theme/themeOverride13.xml" ContentType="application/vnd.openxmlformats-officedocument.themeOverride+xml"/>
  <Override PartName="/ppt/charts/chart14.xml" ContentType="application/vnd.openxmlformats-officedocument.drawingml.chart+xml"/>
  <Override PartName="/ppt/theme/themeOverride14.xml" ContentType="application/vnd.openxmlformats-officedocument.themeOverride+xml"/>
  <Override PartName="/ppt/charts/chart15.xml" ContentType="application/vnd.openxmlformats-officedocument.drawingml.chart+xml"/>
  <Override PartName="/ppt/theme/themeOverride15.xml" ContentType="application/vnd.openxmlformats-officedocument.themeOverride+xml"/>
  <Override PartName="/ppt/charts/chart16.xml" ContentType="application/vnd.openxmlformats-officedocument.drawingml.chart+xml"/>
  <Override PartName="/ppt/theme/themeOverride16.xml" ContentType="application/vnd.openxmlformats-officedocument.themeOverride+xml"/>
  <Override PartName="/ppt/charts/chart17.xml" ContentType="application/vnd.openxmlformats-officedocument.drawingml.chart+xml"/>
  <Override PartName="/ppt/theme/themeOverride17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75" r:id="rId2"/>
    <p:sldId id="257" r:id="rId3"/>
    <p:sldId id="284" r:id="rId4"/>
    <p:sldId id="258" r:id="rId5"/>
    <p:sldId id="266" r:id="rId6"/>
    <p:sldId id="276" r:id="rId7"/>
    <p:sldId id="274" r:id="rId8"/>
    <p:sldId id="273" r:id="rId9"/>
    <p:sldId id="271" r:id="rId10"/>
    <p:sldId id="272" r:id="rId11"/>
    <p:sldId id="286" r:id="rId12"/>
    <p:sldId id="269" r:id="rId13"/>
    <p:sldId id="270" r:id="rId14"/>
    <p:sldId id="267" r:id="rId15"/>
    <p:sldId id="268" r:id="rId16"/>
    <p:sldId id="283" r:id="rId17"/>
    <p:sldId id="264" r:id="rId18"/>
    <p:sldId id="280" r:id="rId19"/>
    <p:sldId id="281" r:id="rId20"/>
    <p:sldId id="279" r:id="rId21"/>
    <p:sldId id="278" r:id="rId22"/>
    <p:sldId id="282" r:id="rId23"/>
    <p:sldId id="277" r:id="rId24"/>
  </p:sldIdLst>
  <p:sldSz cx="9144000" cy="6858000" type="screen4x3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755" autoAdjust="0"/>
  </p:normalViewPr>
  <p:slideViewPr>
    <p:cSldViewPr>
      <p:cViewPr varScale="1">
        <p:scale>
          <a:sx n="111" d="100"/>
          <a:sy n="111" d="100"/>
        </p:scale>
        <p:origin x="924" y="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2" Type="http://schemas.openxmlformats.org/officeDocument/2006/relationships/oleObject" Target="file:///E:\1%20Public%20Debt\Beta%20Balanced\Counterparty%20Exposure\Historical%20Counterparty%20Risk%20Graphs%20-%20All%20Programs%203%20Year.xlsx" TargetMode="External"/><Relationship Id="rId1" Type="http://schemas.openxmlformats.org/officeDocument/2006/relationships/themeOverride" Target="../theme/themeOverride1.xml"/></Relationships>
</file>

<file path=ppt/charts/_rels/chart2.xml.rels><?xml version="1.0" encoding="UTF-8" standalone="yes"?>
<Relationships xmlns="http://schemas.openxmlformats.org/package/2006/relationships"><Relationship Id="rId2" Type="http://schemas.openxmlformats.org/officeDocument/2006/relationships/oleObject" Target="file:///E:\1%20Public%20Debt\Beta%20Balanced\Counterparty%20Exposure\Historical%20Counterparty%20Risk%20Graphs%20-%20All%20Programs%203%20Year.xlsx" TargetMode="External"/><Relationship Id="rId1" Type="http://schemas.openxmlformats.org/officeDocument/2006/relationships/themeOverride" Target="../theme/themeOverride2.xml"/></Relationships>
</file>

<file path=ppt/charts/_rels/chart3.xml.rels><?xml version="1.0" encoding="UTF-8" standalone="yes"?>
<Relationships xmlns="http://schemas.openxmlformats.org/package/2006/relationships"><Relationship Id="rId2" Type="http://schemas.openxmlformats.org/officeDocument/2006/relationships/oleObject" Target="file:///E:\1%20Public%20Debt\Beta%20Balanced\Counterparty%20Exposure\Historical%20Counterparty%20Risk%20Graphs%20-%20All%20Programs%203%20Year.xlsx" TargetMode="External"/><Relationship Id="rId1" Type="http://schemas.openxmlformats.org/officeDocument/2006/relationships/themeOverride" Target="../theme/themeOverride3.xml"/></Relationships>
</file>

<file path=ppt/charts/_rels/chart4.xml.rels><?xml version="1.0" encoding="UTF-8" standalone="yes"?>
<Relationships xmlns="http://schemas.openxmlformats.org/package/2006/relationships"><Relationship Id="rId2" Type="http://schemas.openxmlformats.org/officeDocument/2006/relationships/oleObject" Target="file:///E:\1%20Public%20Debt\Beta%20Balanced\Counterparty%20Exposure\Historical%20Counterparty%20Risk%20Graphs%20-%20ex%20LLC%203%20Year.xlsx" TargetMode="External"/><Relationship Id="rId1" Type="http://schemas.openxmlformats.org/officeDocument/2006/relationships/themeOverride" Target="../theme/themeOverride4.xml"/></Relationships>
</file>

<file path=ppt/charts/_rels/chart5.xml.rels><?xml version="1.0" encoding="UTF-8" standalone="yes"?>
<Relationships xmlns="http://schemas.openxmlformats.org/package/2006/relationships"><Relationship Id="rId2" Type="http://schemas.openxmlformats.org/officeDocument/2006/relationships/oleObject" Target="file:///E:\1%20Public%20Debt\Beta%20Balanced\Counterparty%20Exposure\Historical%20Counterparty%20Risk%20Graphs%20-%20ex%20LLC%203%20Year.xlsx" TargetMode="External"/><Relationship Id="rId1" Type="http://schemas.openxmlformats.org/officeDocument/2006/relationships/themeOverride" Target="../theme/themeOverride5.xml"/></Relationships>
</file>

<file path=ppt/charts/_rels/chart6.xml.rels><?xml version="1.0" encoding="UTF-8" standalone="yes"?>
<Relationships xmlns="http://schemas.openxmlformats.org/package/2006/relationships"><Relationship Id="rId2" Type="http://schemas.openxmlformats.org/officeDocument/2006/relationships/oleObject" Target="file:///E:\1%20Public%20Debt\Beta%20Balanced\Counterparty%20Exposure\Historical%20Counterparty%20Risk%20Graphs%20-%20ex%20LLC%203%20Year.xlsx" TargetMode="External"/><Relationship Id="rId1" Type="http://schemas.openxmlformats.org/officeDocument/2006/relationships/themeOverride" Target="../theme/themeOverride6.xml"/></Relationships>
</file>

<file path=ppt/charts/_rels/chart7.xml.rels><?xml version="1.0" encoding="UTF-8" standalone="yes"?>
<Relationships xmlns="http://schemas.openxmlformats.org/package/2006/relationships"><Relationship Id="rId2" Type="http://schemas.openxmlformats.org/officeDocument/2006/relationships/oleObject" Target="file:///E:\1%20Public%20Debt\Beta%20Balanced\Counterparty%20Exposure\Historical%20Counterparty%20Risk%20Graphs%20-%20ex%20LLC%203%20Year.xlsx" TargetMode="External"/><Relationship Id="rId1" Type="http://schemas.openxmlformats.org/officeDocument/2006/relationships/themeOverride" Target="../theme/themeOverride7.xml"/></Relationships>
</file>

<file path=ppt/charts/_rels/chart8.xml.rels><?xml version="1.0" encoding="UTF-8" standalone="yes"?>
<Relationships xmlns="http://schemas.openxmlformats.org/package/2006/relationships"><Relationship Id="rId2" Type="http://schemas.openxmlformats.org/officeDocument/2006/relationships/oleObject" Target="file:///E:\1%20Public%20Debt\Beta%20Balanced\Counterparty%20Exposure\Historical%20Counterparty%20Risk%20Graphs%20-%20ex%20LLC%203%20Year.xlsx" TargetMode="External"/><Relationship Id="rId1" Type="http://schemas.openxmlformats.org/officeDocument/2006/relationships/themeOverride" Target="../theme/themeOverride8.xml"/></Relationships>
</file>

<file path=ppt/charts/_rels/chart9.xml.rels><?xml version="1.0" encoding="UTF-8" standalone="yes"?>
<Relationships xmlns="http://schemas.openxmlformats.org/package/2006/relationships"><Relationship Id="rId2" Type="http://schemas.openxmlformats.org/officeDocument/2006/relationships/oleObject" Target="file:///E:\1%20Public%20Debt\Beta%20Balanced\Counterparty%20Exposure\Historical%20Counterparty%20Risk%20Graphs%20-%20ex%20LLC%203%20Year.xlsx" TargetMode="External"/><Relationship Id="rId1" Type="http://schemas.openxmlformats.org/officeDocument/2006/relationships/themeOverride" Target="../theme/themeOverride9.xml"/></Relationships>
</file>

<file path=ppt/charts/_rels/chart10.xml.rels><?xml version="1.0" encoding="UTF-8" standalone="yes"?>
<Relationships xmlns="http://schemas.openxmlformats.org/package/2006/relationships"><Relationship Id="rId2" Type="http://schemas.openxmlformats.org/officeDocument/2006/relationships/oleObject" Target="file:///E:\1%20Public%20Debt\Beta%20Balanced\Counterparty%20Exposure\Historical%20Counterparty%20Risk%20Graphs%20-%20ex%20LLC%203%20Year.xlsx" TargetMode="External"/><Relationship Id="rId1" Type="http://schemas.openxmlformats.org/officeDocument/2006/relationships/themeOverride" Target="../theme/themeOverride10.xml"/></Relationships>
</file>

<file path=ppt/charts/_rels/chart11.xml.rels><?xml version="1.0" encoding="UTF-8" standalone="yes"?>
<Relationships xmlns="http://schemas.openxmlformats.org/package/2006/relationships"><Relationship Id="rId2" Type="http://schemas.openxmlformats.org/officeDocument/2006/relationships/oleObject" Target="file:///E:\1%20Public%20Debt\Beta%20Balanced\Counterparty%20Exposure\Historical%20Counterparty%20Risk%20Graphs%20-%20ex%20LLC%203%20Year.xlsx" TargetMode="External"/><Relationship Id="rId1" Type="http://schemas.openxmlformats.org/officeDocument/2006/relationships/themeOverride" Target="../theme/themeOverride11.xml"/></Relationships>
</file>

<file path=ppt/charts/_rels/chart12.xml.rels><?xml version="1.0" encoding="UTF-8" standalone="yes"?>
<Relationships xmlns="http://schemas.openxmlformats.org/package/2006/relationships"><Relationship Id="rId2" Type="http://schemas.openxmlformats.org/officeDocument/2006/relationships/oleObject" Target="file:///E:\1%20Public%20Debt\Beta%20Balanced\Counterparty%20Exposure\Historical%20Counterparty%20Risk%20Graphs%20-%20LLC%203%20Year.xlsx" TargetMode="External"/><Relationship Id="rId1" Type="http://schemas.openxmlformats.org/officeDocument/2006/relationships/themeOverride" Target="../theme/themeOverride12.xml"/></Relationships>
</file>

<file path=ppt/charts/_rels/chart13.xml.rels><?xml version="1.0" encoding="UTF-8" standalone="yes"?>
<Relationships xmlns="http://schemas.openxmlformats.org/package/2006/relationships"><Relationship Id="rId2" Type="http://schemas.openxmlformats.org/officeDocument/2006/relationships/oleObject" Target="file:///E:\1%20Public%20Debt\Beta%20Balanced\Counterparty%20Exposure\Historical%20Counterparty%20Risk%20Graphs%20-%20LLC%203%20Year.xlsx" TargetMode="External"/><Relationship Id="rId1" Type="http://schemas.openxmlformats.org/officeDocument/2006/relationships/themeOverride" Target="../theme/themeOverride13.xml"/></Relationships>
</file>

<file path=ppt/charts/_rels/chart14.xml.rels><?xml version="1.0" encoding="UTF-8" standalone="yes"?>
<Relationships xmlns="http://schemas.openxmlformats.org/package/2006/relationships"><Relationship Id="rId2" Type="http://schemas.openxmlformats.org/officeDocument/2006/relationships/oleObject" Target="file:///E:\1%20Public%20Debt\Beta%20Balanced\Counterparty%20Exposure\Historical%20Counterparty%20Risk%20Graphs%20-%20LLC%203%20Year.xlsx" TargetMode="External"/><Relationship Id="rId1" Type="http://schemas.openxmlformats.org/officeDocument/2006/relationships/themeOverride" Target="../theme/themeOverride14.xml"/></Relationships>
</file>

<file path=ppt/charts/_rels/chart15.xml.rels><?xml version="1.0" encoding="UTF-8" standalone="yes"?>
<Relationships xmlns="http://schemas.openxmlformats.org/package/2006/relationships"><Relationship Id="rId2" Type="http://schemas.openxmlformats.org/officeDocument/2006/relationships/oleObject" Target="file:///E:\1%20Public%20Debt\Beta%20Balanced\Counterparty%20Exposure\Historical%20Counterparty%20Risk%20Graphs%20-%20LLC%203%20Year.xlsx" TargetMode="External"/><Relationship Id="rId1" Type="http://schemas.openxmlformats.org/officeDocument/2006/relationships/themeOverride" Target="../theme/themeOverride15.xml"/></Relationships>
</file>

<file path=ppt/charts/_rels/chart16.xml.rels><?xml version="1.0" encoding="UTF-8" standalone="yes"?>
<Relationships xmlns="http://schemas.openxmlformats.org/package/2006/relationships"><Relationship Id="rId2" Type="http://schemas.openxmlformats.org/officeDocument/2006/relationships/oleObject" Target="file:///E:\1%20Public%20Debt\Beta%20Balanced\Counterparty%20Exposure\Historical%20Counterparty%20Risk%20Graphs%20-%20LLC%203%20Year.xlsx" TargetMode="External"/><Relationship Id="rId1" Type="http://schemas.openxmlformats.org/officeDocument/2006/relationships/themeOverride" Target="../theme/themeOverride16.xml"/></Relationships>
</file>

<file path=ppt/charts/_rels/chart17.xml.rels><?xml version="1.0" encoding="UTF-8" standalone="yes"?>
<Relationships xmlns="http://schemas.openxmlformats.org/package/2006/relationships"><Relationship Id="rId2" Type="http://schemas.openxmlformats.org/officeDocument/2006/relationships/oleObject" Target="file:///E:\1%20Public%20Debt\Beta%20Balanced\Counterparty%20Exposure\Historical%20Counterparty%20Risk%20Graphs%20-%20LLC%203%20Year.xlsx" TargetMode="External"/><Relationship Id="rId1" Type="http://schemas.openxmlformats.org/officeDocument/2006/relationships/themeOverride" Target="../theme/themeOverride17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/>
            </a:pPr>
            <a:r>
              <a:rPr lang="en-US"/>
              <a:t>Cash Counterparty Exposure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2"/>
          <c:order val="0"/>
          <c:tx>
            <c:strRef>
              <c:f>Cash!$F$1</c:f>
              <c:strCache>
                <c:ptCount val="1"/>
                <c:pt idx="0">
                  <c:v> Citigroup </c:v>
                </c:pt>
              </c:strCache>
            </c:strRef>
          </c:tx>
          <c:cat>
            <c:numRef>
              <c:f>Cash!$A$3:$A$959</c:f>
              <c:numCache>
                <c:formatCode>[$-409]mmm\-yy;@</c:formatCode>
                <c:ptCount val="957"/>
                <c:pt idx="0">
                  <c:v>44921</c:v>
                </c:pt>
                <c:pt idx="1">
                  <c:v>44953</c:v>
                </c:pt>
                <c:pt idx="2">
                  <c:v>44985</c:v>
                </c:pt>
                <c:pt idx="3">
                  <c:v>44986</c:v>
                </c:pt>
                <c:pt idx="4">
                  <c:v>45018</c:v>
                </c:pt>
                <c:pt idx="5">
                  <c:v>45050</c:v>
                </c:pt>
                <c:pt idx="6">
                  <c:v>45082</c:v>
                </c:pt>
                <c:pt idx="7">
                  <c:v>45114</c:v>
                </c:pt>
                <c:pt idx="8">
                  <c:v>45146</c:v>
                </c:pt>
                <c:pt idx="9">
                  <c:v>45178</c:v>
                </c:pt>
                <c:pt idx="10">
                  <c:v>45210</c:v>
                </c:pt>
                <c:pt idx="11">
                  <c:v>45242</c:v>
                </c:pt>
                <c:pt idx="12">
                  <c:v>45274</c:v>
                </c:pt>
                <c:pt idx="13">
                  <c:v>45306</c:v>
                </c:pt>
                <c:pt idx="14">
                  <c:v>45338</c:v>
                </c:pt>
                <c:pt idx="15">
                  <c:v>45370</c:v>
                </c:pt>
                <c:pt idx="16">
                  <c:v>45402</c:v>
                </c:pt>
                <c:pt idx="17">
                  <c:v>45434</c:v>
                </c:pt>
                <c:pt idx="18">
                  <c:v>45466</c:v>
                </c:pt>
                <c:pt idx="19">
                  <c:v>45498</c:v>
                </c:pt>
                <c:pt idx="20">
                  <c:v>45530</c:v>
                </c:pt>
                <c:pt idx="21">
                  <c:v>45562</c:v>
                </c:pt>
                <c:pt idx="22">
                  <c:v>45594</c:v>
                </c:pt>
                <c:pt idx="23">
                  <c:v>45626</c:v>
                </c:pt>
                <c:pt idx="24">
                  <c:v>45627</c:v>
                </c:pt>
                <c:pt idx="25">
                  <c:v>45659</c:v>
                </c:pt>
                <c:pt idx="26">
                  <c:v>45691</c:v>
                </c:pt>
                <c:pt idx="27">
                  <c:v>45723</c:v>
                </c:pt>
                <c:pt idx="28">
                  <c:v>45755</c:v>
                </c:pt>
                <c:pt idx="29">
                  <c:v>45787</c:v>
                </c:pt>
                <c:pt idx="30">
                  <c:v>45819</c:v>
                </c:pt>
                <c:pt idx="31">
                  <c:v>45851</c:v>
                </c:pt>
                <c:pt idx="32">
                  <c:v>45883</c:v>
                </c:pt>
                <c:pt idx="33">
                  <c:v>45915</c:v>
                </c:pt>
                <c:pt idx="34">
                  <c:v>45947</c:v>
                </c:pt>
                <c:pt idx="35">
                  <c:v>45979</c:v>
                </c:pt>
              </c:numCache>
            </c:numRef>
          </c:cat>
          <c:val>
            <c:numRef>
              <c:f>Cash!$F$3:$F$50000</c:f>
              <c:numCache>
                <c:formatCode>_(* #,##0_);_(* \(#,##0\);_(* "-"??_);_(@_)</c:formatCode>
                <c:ptCount val="4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2EC-4BB8-9537-BDA9B1028B0F}"/>
            </c:ext>
          </c:extLst>
        </c:ser>
        <c:ser>
          <c:idx val="3"/>
          <c:order val="1"/>
          <c:tx>
            <c:strRef>
              <c:f>Cash!$C$1</c:f>
              <c:strCache>
                <c:ptCount val="1"/>
                <c:pt idx="0">
                  <c:v> Barclays </c:v>
                </c:pt>
              </c:strCache>
            </c:strRef>
          </c:tx>
          <c:cat>
            <c:numRef>
              <c:f>Cash!$A$3:$A$959</c:f>
              <c:numCache>
                <c:formatCode>[$-409]mmm\-yy;@</c:formatCode>
                <c:ptCount val="957"/>
                <c:pt idx="0">
                  <c:v>44921</c:v>
                </c:pt>
                <c:pt idx="1">
                  <c:v>44953</c:v>
                </c:pt>
                <c:pt idx="2">
                  <c:v>44985</c:v>
                </c:pt>
                <c:pt idx="3">
                  <c:v>44986</c:v>
                </c:pt>
                <c:pt idx="4">
                  <c:v>45018</c:v>
                </c:pt>
                <c:pt idx="5">
                  <c:v>45050</c:v>
                </c:pt>
                <c:pt idx="6">
                  <c:v>45082</c:v>
                </c:pt>
                <c:pt idx="7">
                  <c:v>45114</c:v>
                </c:pt>
                <c:pt idx="8">
                  <c:v>45146</c:v>
                </c:pt>
                <c:pt idx="9">
                  <c:v>45178</c:v>
                </c:pt>
                <c:pt idx="10">
                  <c:v>45210</c:v>
                </c:pt>
                <c:pt idx="11">
                  <c:v>45242</c:v>
                </c:pt>
                <c:pt idx="12">
                  <c:v>45274</c:v>
                </c:pt>
                <c:pt idx="13">
                  <c:v>45306</c:v>
                </c:pt>
                <c:pt idx="14">
                  <c:v>45338</c:v>
                </c:pt>
                <c:pt idx="15">
                  <c:v>45370</c:v>
                </c:pt>
                <c:pt idx="16">
                  <c:v>45402</c:v>
                </c:pt>
                <c:pt idx="17">
                  <c:v>45434</c:v>
                </c:pt>
                <c:pt idx="18">
                  <c:v>45466</c:v>
                </c:pt>
                <c:pt idx="19">
                  <c:v>45498</c:v>
                </c:pt>
                <c:pt idx="20">
                  <c:v>45530</c:v>
                </c:pt>
                <c:pt idx="21">
                  <c:v>45562</c:v>
                </c:pt>
                <c:pt idx="22">
                  <c:v>45594</c:v>
                </c:pt>
                <c:pt idx="23">
                  <c:v>45626</c:v>
                </c:pt>
                <c:pt idx="24">
                  <c:v>45627</c:v>
                </c:pt>
                <c:pt idx="25">
                  <c:v>45659</c:v>
                </c:pt>
                <c:pt idx="26">
                  <c:v>45691</c:v>
                </c:pt>
                <c:pt idx="27">
                  <c:v>45723</c:v>
                </c:pt>
                <c:pt idx="28">
                  <c:v>45755</c:v>
                </c:pt>
                <c:pt idx="29">
                  <c:v>45787</c:v>
                </c:pt>
                <c:pt idx="30">
                  <c:v>45819</c:v>
                </c:pt>
                <c:pt idx="31">
                  <c:v>45851</c:v>
                </c:pt>
                <c:pt idx="32">
                  <c:v>45883</c:v>
                </c:pt>
                <c:pt idx="33">
                  <c:v>45915</c:v>
                </c:pt>
                <c:pt idx="34">
                  <c:v>45947</c:v>
                </c:pt>
                <c:pt idx="35">
                  <c:v>45979</c:v>
                </c:pt>
              </c:numCache>
            </c:numRef>
          </c:cat>
          <c:val>
            <c:numRef>
              <c:f>Cash!$C$3:$C$50000</c:f>
              <c:numCache>
                <c:formatCode>_(* #,##0_);_(* \(#,##0\);_(* "-"??_);_(@_)</c:formatCode>
                <c:ptCount val="4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2EC-4BB8-9537-BDA9B1028B0F}"/>
            </c:ext>
          </c:extLst>
        </c:ser>
        <c:ser>
          <c:idx val="4"/>
          <c:order val="2"/>
          <c:tx>
            <c:strRef>
              <c:f>Cash!$E$1</c:f>
              <c:strCache>
                <c:ptCount val="1"/>
                <c:pt idx="0">
                  <c:v> BNP Paribas </c:v>
                </c:pt>
              </c:strCache>
            </c:strRef>
          </c:tx>
          <c:cat>
            <c:numRef>
              <c:f>Cash!$A$3:$A$959</c:f>
              <c:numCache>
                <c:formatCode>[$-409]mmm\-yy;@</c:formatCode>
                <c:ptCount val="957"/>
                <c:pt idx="0">
                  <c:v>44921</c:v>
                </c:pt>
                <c:pt idx="1">
                  <c:v>44953</c:v>
                </c:pt>
                <c:pt idx="2">
                  <c:v>44985</c:v>
                </c:pt>
                <c:pt idx="3">
                  <c:v>44986</c:v>
                </c:pt>
                <c:pt idx="4">
                  <c:v>45018</c:v>
                </c:pt>
                <c:pt idx="5">
                  <c:v>45050</c:v>
                </c:pt>
                <c:pt idx="6">
                  <c:v>45082</c:v>
                </c:pt>
                <c:pt idx="7">
                  <c:v>45114</c:v>
                </c:pt>
                <c:pt idx="8">
                  <c:v>45146</c:v>
                </c:pt>
                <c:pt idx="9">
                  <c:v>45178</c:v>
                </c:pt>
                <c:pt idx="10">
                  <c:v>45210</c:v>
                </c:pt>
                <c:pt idx="11">
                  <c:v>45242</c:v>
                </c:pt>
                <c:pt idx="12">
                  <c:v>45274</c:v>
                </c:pt>
                <c:pt idx="13">
                  <c:v>45306</c:v>
                </c:pt>
                <c:pt idx="14">
                  <c:v>45338</c:v>
                </c:pt>
                <c:pt idx="15">
                  <c:v>45370</c:v>
                </c:pt>
                <c:pt idx="16">
                  <c:v>45402</c:v>
                </c:pt>
                <c:pt idx="17">
                  <c:v>45434</c:v>
                </c:pt>
                <c:pt idx="18">
                  <c:v>45466</c:v>
                </c:pt>
                <c:pt idx="19">
                  <c:v>45498</c:v>
                </c:pt>
                <c:pt idx="20">
                  <c:v>45530</c:v>
                </c:pt>
                <c:pt idx="21">
                  <c:v>45562</c:v>
                </c:pt>
                <c:pt idx="22">
                  <c:v>45594</c:v>
                </c:pt>
                <c:pt idx="23">
                  <c:v>45626</c:v>
                </c:pt>
                <c:pt idx="24">
                  <c:v>45627</c:v>
                </c:pt>
                <c:pt idx="25">
                  <c:v>45659</c:v>
                </c:pt>
                <c:pt idx="26">
                  <c:v>45691</c:v>
                </c:pt>
                <c:pt idx="27">
                  <c:v>45723</c:v>
                </c:pt>
                <c:pt idx="28">
                  <c:v>45755</c:v>
                </c:pt>
                <c:pt idx="29">
                  <c:v>45787</c:v>
                </c:pt>
                <c:pt idx="30">
                  <c:v>45819</c:v>
                </c:pt>
                <c:pt idx="31">
                  <c:v>45851</c:v>
                </c:pt>
                <c:pt idx="32">
                  <c:v>45883</c:v>
                </c:pt>
                <c:pt idx="33">
                  <c:v>45915</c:v>
                </c:pt>
                <c:pt idx="34">
                  <c:v>45947</c:v>
                </c:pt>
                <c:pt idx="35">
                  <c:v>45979</c:v>
                </c:pt>
              </c:numCache>
            </c:numRef>
          </c:cat>
          <c:val>
            <c:numRef>
              <c:f>Cash!$E$3:$E$50000</c:f>
              <c:numCache>
                <c:formatCode>_(* #,##0_);_(* \(#,##0\);_(* "-"??_);_(@_)</c:formatCode>
                <c:ptCount val="4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200000000</c:v>
                </c:pt>
                <c:pt idx="17">
                  <c:v>200000000</c:v>
                </c:pt>
                <c:pt idx="18">
                  <c:v>200000000</c:v>
                </c:pt>
                <c:pt idx="19">
                  <c:v>200000000</c:v>
                </c:pt>
                <c:pt idx="20">
                  <c:v>200000000</c:v>
                </c:pt>
                <c:pt idx="21">
                  <c:v>200000000</c:v>
                </c:pt>
                <c:pt idx="22">
                  <c:v>300000000</c:v>
                </c:pt>
                <c:pt idx="23">
                  <c:v>300000000</c:v>
                </c:pt>
                <c:pt idx="24">
                  <c:v>300000000</c:v>
                </c:pt>
                <c:pt idx="25">
                  <c:v>300000000</c:v>
                </c:pt>
                <c:pt idx="26">
                  <c:v>300000000</c:v>
                </c:pt>
                <c:pt idx="27">
                  <c:v>300000000</c:v>
                </c:pt>
                <c:pt idx="28">
                  <c:v>300000000</c:v>
                </c:pt>
                <c:pt idx="29">
                  <c:v>100000000</c:v>
                </c:pt>
                <c:pt idx="30">
                  <c:v>100000000</c:v>
                </c:pt>
                <c:pt idx="31">
                  <c:v>300000000</c:v>
                </c:pt>
                <c:pt idx="32">
                  <c:v>300000000</c:v>
                </c:pt>
                <c:pt idx="33">
                  <c:v>300000000</c:v>
                </c:pt>
                <c:pt idx="34">
                  <c:v>300000000</c:v>
                </c:pt>
                <c:pt idx="35">
                  <c:v>300000000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2EC-4BB8-9537-BDA9B1028B0F}"/>
            </c:ext>
          </c:extLst>
        </c:ser>
        <c:ser>
          <c:idx val="5"/>
          <c:order val="3"/>
          <c:tx>
            <c:strRef>
              <c:f>Cash!$H$1</c:f>
              <c:strCache>
                <c:ptCount val="1"/>
                <c:pt idx="0">
                  <c:v> Scotia </c:v>
                </c:pt>
              </c:strCache>
            </c:strRef>
          </c:tx>
          <c:cat>
            <c:numRef>
              <c:f>Cash!$A$3:$A$959</c:f>
              <c:numCache>
                <c:formatCode>[$-409]mmm\-yy;@</c:formatCode>
                <c:ptCount val="957"/>
                <c:pt idx="0">
                  <c:v>44921</c:v>
                </c:pt>
                <c:pt idx="1">
                  <c:v>44953</c:v>
                </c:pt>
                <c:pt idx="2">
                  <c:v>44985</c:v>
                </c:pt>
                <c:pt idx="3">
                  <c:v>44986</c:v>
                </c:pt>
                <c:pt idx="4">
                  <c:v>45018</c:v>
                </c:pt>
                <c:pt idx="5">
                  <c:v>45050</c:v>
                </c:pt>
                <c:pt idx="6">
                  <c:v>45082</c:v>
                </c:pt>
                <c:pt idx="7">
                  <c:v>45114</c:v>
                </c:pt>
                <c:pt idx="8">
                  <c:v>45146</c:v>
                </c:pt>
                <c:pt idx="9">
                  <c:v>45178</c:v>
                </c:pt>
                <c:pt idx="10">
                  <c:v>45210</c:v>
                </c:pt>
                <c:pt idx="11">
                  <c:v>45242</c:v>
                </c:pt>
                <c:pt idx="12">
                  <c:v>45274</c:v>
                </c:pt>
                <c:pt idx="13">
                  <c:v>45306</c:v>
                </c:pt>
                <c:pt idx="14">
                  <c:v>45338</c:v>
                </c:pt>
                <c:pt idx="15">
                  <c:v>45370</c:v>
                </c:pt>
                <c:pt idx="16">
                  <c:v>45402</c:v>
                </c:pt>
                <c:pt idx="17">
                  <c:v>45434</c:v>
                </c:pt>
                <c:pt idx="18">
                  <c:v>45466</c:v>
                </c:pt>
                <c:pt idx="19">
                  <c:v>45498</c:v>
                </c:pt>
                <c:pt idx="20">
                  <c:v>45530</c:v>
                </c:pt>
                <c:pt idx="21">
                  <c:v>45562</c:v>
                </c:pt>
                <c:pt idx="22">
                  <c:v>45594</c:v>
                </c:pt>
                <c:pt idx="23">
                  <c:v>45626</c:v>
                </c:pt>
                <c:pt idx="24">
                  <c:v>45627</c:v>
                </c:pt>
                <c:pt idx="25">
                  <c:v>45659</c:v>
                </c:pt>
                <c:pt idx="26">
                  <c:v>45691</c:v>
                </c:pt>
                <c:pt idx="27">
                  <c:v>45723</c:v>
                </c:pt>
                <c:pt idx="28">
                  <c:v>45755</c:v>
                </c:pt>
                <c:pt idx="29">
                  <c:v>45787</c:v>
                </c:pt>
                <c:pt idx="30">
                  <c:v>45819</c:v>
                </c:pt>
                <c:pt idx="31">
                  <c:v>45851</c:v>
                </c:pt>
                <c:pt idx="32">
                  <c:v>45883</c:v>
                </c:pt>
                <c:pt idx="33">
                  <c:v>45915</c:v>
                </c:pt>
                <c:pt idx="34">
                  <c:v>45947</c:v>
                </c:pt>
                <c:pt idx="35">
                  <c:v>45979</c:v>
                </c:pt>
              </c:numCache>
            </c:numRef>
          </c:cat>
          <c:val>
            <c:numRef>
              <c:f>Cash!$H$3:$H$50000</c:f>
              <c:numCache>
                <c:formatCode>_(* #,##0_);_(* \(#,##0\);_(* "-"??_);_(@_)</c:formatCode>
                <c:ptCount val="4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A2EC-4BB8-9537-BDA9B1028B0F}"/>
            </c:ext>
          </c:extLst>
        </c:ser>
        <c:ser>
          <c:idx val="0"/>
          <c:order val="4"/>
          <c:tx>
            <c:strRef>
              <c:f>Cash!$G$1</c:f>
              <c:strCache>
                <c:ptCount val="1"/>
                <c:pt idx="0">
                  <c:v> Deutsche Bank </c:v>
                </c:pt>
              </c:strCache>
            </c:strRef>
          </c:tx>
          <c:cat>
            <c:numRef>
              <c:f>Cash!$A$3:$A$959</c:f>
              <c:numCache>
                <c:formatCode>[$-409]mmm\-yy;@</c:formatCode>
                <c:ptCount val="957"/>
                <c:pt idx="0">
                  <c:v>44921</c:v>
                </c:pt>
                <c:pt idx="1">
                  <c:v>44953</c:v>
                </c:pt>
                <c:pt idx="2">
                  <c:v>44985</c:v>
                </c:pt>
                <c:pt idx="3">
                  <c:v>44986</c:v>
                </c:pt>
                <c:pt idx="4">
                  <c:v>45018</c:v>
                </c:pt>
                <c:pt idx="5">
                  <c:v>45050</c:v>
                </c:pt>
                <c:pt idx="6">
                  <c:v>45082</c:v>
                </c:pt>
                <c:pt idx="7">
                  <c:v>45114</c:v>
                </c:pt>
                <c:pt idx="8">
                  <c:v>45146</c:v>
                </c:pt>
                <c:pt idx="9">
                  <c:v>45178</c:v>
                </c:pt>
                <c:pt idx="10">
                  <c:v>45210</c:v>
                </c:pt>
                <c:pt idx="11">
                  <c:v>45242</c:v>
                </c:pt>
                <c:pt idx="12">
                  <c:v>45274</c:v>
                </c:pt>
                <c:pt idx="13">
                  <c:v>45306</c:v>
                </c:pt>
                <c:pt idx="14">
                  <c:v>45338</c:v>
                </c:pt>
                <c:pt idx="15">
                  <c:v>45370</c:v>
                </c:pt>
                <c:pt idx="16">
                  <c:v>45402</c:v>
                </c:pt>
                <c:pt idx="17">
                  <c:v>45434</c:v>
                </c:pt>
                <c:pt idx="18">
                  <c:v>45466</c:v>
                </c:pt>
                <c:pt idx="19">
                  <c:v>45498</c:v>
                </c:pt>
                <c:pt idx="20">
                  <c:v>45530</c:v>
                </c:pt>
                <c:pt idx="21">
                  <c:v>45562</c:v>
                </c:pt>
                <c:pt idx="22">
                  <c:v>45594</c:v>
                </c:pt>
                <c:pt idx="23">
                  <c:v>45626</c:v>
                </c:pt>
                <c:pt idx="24">
                  <c:v>45627</c:v>
                </c:pt>
                <c:pt idx="25">
                  <c:v>45659</c:v>
                </c:pt>
                <c:pt idx="26">
                  <c:v>45691</c:v>
                </c:pt>
                <c:pt idx="27">
                  <c:v>45723</c:v>
                </c:pt>
                <c:pt idx="28">
                  <c:v>45755</c:v>
                </c:pt>
                <c:pt idx="29">
                  <c:v>45787</c:v>
                </c:pt>
                <c:pt idx="30">
                  <c:v>45819</c:v>
                </c:pt>
                <c:pt idx="31">
                  <c:v>45851</c:v>
                </c:pt>
                <c:pt idx="32">
                  <c:v>45883</c:v>
                </c:pt>
                <c:pt idx="33">
                  <c:v>45915</c:v>
                </c:pt>
                <c:pt idx="34">
                  <c:v>45947</c:v>
                </c:pt>
                <c:pt idx="35">
                  <c:v>45979</c:v>
                </c:pt>
              </c:numCache>
            </c:numRef>
          </c:cat>
          <c:val>
            <c:numRef>
              <c:f>Cash!$G$3:$G$50000</c:f>
              <c:numCache>
                <c:formatCode>_(* #,##0_);_(* \(#,##0\);_(* "-"??_);_(@_)</c:formatCode>
                <c:ptCount val="4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A2EC-4BB8-9537-BDA9B1028B0F}"/>
            </c:ext>
          </c:extLst>
        </c:ser>
        <c:ser>
          <c:idx val="6"/>
          <c:order val="5"/>
          <c:tx>
            <c:strRef>
              <c:f>Cash!$L$1</c:f>
              <c:strCache>
                <c:ptCount val="1"/>
                <c:pt idx="0">
                  <c:v> Mizuho </c:v>
                </c:pt>
              </c:strCache>
            </c:strRef>
          </c:tx>
          <c:cat>
            <c:numRef>
              <c:f>Cash!$A$3:$A$959</c:f>
              <c:numCache>
                <c:formatCode>[$-409]mmm\-yy;@</c:formatCode>
                <c:ptCount val="957"/>
                <c:pt idx="0">
                  <c:v>44921</c:v>
                </c:pt>
                <c:pt idx="1">
                  <c:v>44953</c:v>
                </c:pt>
                <c:pt idx="2">
                  <c:v>44985</c:v>
                </c:pt>
                <c:pt idx="3">
                  <c:v>44986</c:v>
                </c:pt>
                <c:pt idx="4">
                  <c:v>45018</c:v>
                </c:pt>
                <c:pt idx="5">
                  <c:v>45050</c:v>
                </c:pt>
                <c:pt idx="6">
                  <c:v>45082</c:v>
                </c:pt>
                <c:pt idx="7">
                  <c:v>45114</c:v>
                </c:pt>
                <c:pt idx="8">
                  <c:v>45146</c:v>
                </c:pt>
                <c:pt idx="9">
                  <c:v>45178</c:v>
                </c:pt>
                <c:pt idx="10">
                  <c:v>45210</c:v>
                </c:pt>
                <c:pt idx="11">
                  <c:v>45242</c:v>
                </c:pt>
                <c:pt idx="12">
                  <c:v>45274</c:v>
                </c:pt>
                <c:pt idx="13">
                  <c:v>45306</c:v>
                </c:pt>
                <c:pt idx="14">
                  <c:v>45338</c:v>
                </c:pt>
                <c:pt idx="15">
                  <c:v>45370</c:v>
                </c:pt>
                <c:pt idx="16">
                  <c:v>45402</c:v>
                </c:pt>
                <c:pt idx="17">
                  <c:v>45434</c:v>
                </c:pt>
                <c:pt idx="18">
                  <c:v>45466</c:v>
                </c:pt>
                <c:pt idx="19">
                  <c:v>45498</c:v>
                </c:pt>
                <c:pt idx="20">
                  <c:v>45530</c:v>
                </c:pt>
                <c:pt idx="21">
                  <c:v>45562</c:v>
                </c:pt>
                <c:pt idx="22">
                  <c:v>45594</c:v>
                </c:pt>
                <c:pt idx="23">
                  <c:v>45626</c:v>
                </c:pt>
                <c:pt idx="24">
                  <c:v>45627</c:v>
                </c:pt>
                <c:pt idx="25">
                  <c:v>45659</c:v>
                </c:pt>
                <c:pt idx="26">
                  <c:v>45691</c:v>
                </c:pt>
                <c:pt idx="27">
                  <c:v>45723</c:v>
                </c:pt>
                <c:pt idx="28">
                  <c:v>45755</c:v>
                </c:pt>
                <c:pt idx="29">
                  <c:v>45787</c:v>
                </c:pt>
                <c:pt idx="30">
                  <c:v>45819</c:v>
                </c:pt>
                <c:pt idx="31">
                  <c:v>45851</c:v>
                </c:pt>
                <c:pt idx="32">
                  <c:v>45883</c:v>
                </c:pt>
                <c:pt idx="33">
                  <c:v>45915</c:v>
                </c:pt>
                <c:pt idx="34">
                  <c:v>45947</c:v>
                </c:pt>
                <c:pt idx="35">
                  <c:v>45979</c:v>
                </c:pt>
              </c:numCache>
            </c:numRef>
          </c:cat>
          <c:val>
            <c:numRef>
              <c:f>Cash!$L$3:$L$50000</c:f>
              <c:numCache>
                <c:formatCode>_(* #,##0_);_(* \(#,##0\);_(* "-"??_);_(@_)</c:formatCode>
                <c:ptCount val="49998"/>
                <c:pt idx="0">
                  <c:v>100000000</c:v>
                </c:pt>
                <c:pt idx="1">
                  <c:v>100000000</c:v>
                </c:pt>
                <c:pt idx="2">
                  <c:v>100000000</c:v>
                </c:pt>
                <c:pt idx="3">
                  <c:v>50000000</c:v>
                </c:pt>
                <c:pt idx="4">
                  <c:v>50000000</c:v>
                </c:pt>
                <c:pt idx="5">
                  <c:v>50000000</c:v>
                </c:pt>
                <c:pt idx="6">
                  <c:v>50000000</c:v>
                </c:pt>
                <c:pt idx="7">
                  <c:v>50000000</c:v>
                </c:pt>
                <c:pt idx="8">
                  <c:v>50000000</c:v>
                </c:pt>
                <c:pt idx="9">
                  <c:v>50000000</c:v>
                </c:pt>
                <c:pt idx="10">
                  <c:v>50000000</c:v>
                </c:pt>
                <c:pt idx="11">
                  <c:v>50000000</c:v>
                </c:pt>
                <c:pt idx="12">
                  <c:v>50000000</c:v>
                </c:pt>
                <c:pt idx="13">
                  <c:v>50000000</c:v>
                </c:pt>
                <c:pt idx="14">
                  <c:v>50000000</c:v>
                </c:pt>
                <c:pt idx="15">
                  <c:v>50000000</c:v>
                </c:pt>
                <c:pt idx="16">
                  <c:v>50000000</c:v>
                </c:pt>
                <c:pt idx="17">
                  <c:v>50000000</c:v>
                </c:pt>
                <c:pt idx="18">
                  <c:v>50000000</c:v>
                </c:pt>
                <c:pt idx="19">
                  <c:v>50000000</c:v>
                </c:pt>
                <c:pt idx="20">
                  <c:v>50000000</c:v>
                </c:pt>
                <c:pt idx="21">
                  <c:v>50000000</c:v>
                </c:pt>
                <c:pt idx="22">
                  <c:v>50000000</c:v>
                </c:pt>
                <c:pt idx="23">
                  <c:v>50000000</c:v>
                </c:pt>
                <c:pt idx="24">
                  <c:v>50000000</c:v>
                </c:pt>
                <c:pt idx="25">
                  <c:v>50000000</c:v>
                </c:pt>
                <c:pt idx="26">
                  <c:v>50000000</c:v>
                </c:pt>
                <c:pt idx="27">
                  <c:v>50000000</c:v>
                </c:pt>
                <c:pt idx="28">
                  <c:v>50000000</c:v>
                </c:pt>
                <c:pt idx="29">
                  <c:v>50000000</c:v>
                </c:pt>
                <c:pt idx="30">
                  <c:v>50000000</c:v>
                </c:pt>
                <c:pt idx="31">
                  <c:v>50000000</c:v>
                </c:pt>
                <c:pt idx="32">
                  <c:v>50000000</c:v>
                </c:pt>
                <c:pt idx="33">
                  <c:v>50000000</c:v>
                </c:pt>
                <c:pt idx="34">
                  <c:v>50000000</c:v>
                </c:pt>
                <c:pt idx="35">
                  <c:v>50000000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A2EC-4BB8-9537-BDA9B1028B0F}"/>
            </c:ext>
          </c:extLst>
        </c:ser>
        <c:ser>
          <c:idx val="7"/>
          <c:order val="6"/>
          <c:tx>
            <c:strRef>
              <c:f>Cash!$D$1</c:f>
              <c:strCache>
                <c:ptCount val="1"/>
                <c:pt idx="0">
                  <c:v> Daiwa </c:v>
                </c:pt>
              </c:strCache>
            </c:strRef>
          </c:tx>
          <c:cat>
            <c:numRef>
              <c:f>Cash!$A$3:$A$959</c:f>
              <c:numCache>
                <c:formatCode>[$-409]mmm\-yy;@</c:formatCode>
                <c:ptCount val="957"/>
                <c:pt idx="0">
                  <c:v>44921</c:v>
                </c:pt>
                <c:pt idx="1">
                  <c:v>44953</c:v>
                </c:pt>
                <c:pt idx="2">
                  <c:v>44985</c:v>
                </c:pt>
                <c:pt idx="3">
                  <c:v>44986</c:v>
                </c:pt>
                <c:pt idx="4">
                  <c:v>45018</c:v>
                </c:pt>
                <c:pt idx="5">
                  <c:v>45050</c:v>
                </c:pt>
                <c:pt idx="6">
                  <c:v>45082</c:v>
                </c:pt>
                <c:pt idx="7">
                  <c:v>45114</c:v>
                </c:pt>
                <c:pt idx="8">
                  <c:v>45146</c:v>
                </c:pt>
                <c:pt idx="9">
                  <c:v>45178</c:v>
                </c:pt>
                <c:pt idx="10">
                  <c:v>45210</c:v>
                </c:pt>
                <c:pt idx="11">
                  <c:v>45242</c:v>
                </c:pt>
                <c:pt idx="12">
                  <c:v>45274</c:v>
                </c:pt>
                <c:pt idx="13">
                  <c:v>45306</c:v>
                </c:pt>
                <c:pt idx="14">
                  <c:v>45338</c:v>
                </c:pt>
                <c:pt idx="15">
                  <c:v>45370</c:v>
                </c:pt>
                <c:pt idx="16">
                  <c:v>45402</c:v>
                </c:pt>
                <c:pt idx="17">
                  <c:v>45434</c:v>
                </c:pt>
                <c:pt idx="18">
                  <c:v>45466</c:v>
                </c:pt>
                <c:pt idx="19">
                  <c:v>45498</c:v>
                </c:pt>
                <c:pt idx="20">
                  <c:v>45530</c:v>
                </c:pt>
                <c:pt idx="21">
                  <c:v>45562</c:v>
                </c:pt>
                <c:pt idx="22">
                  <c:v>45594</c:v>
                </c:pt>
                <c:pt idx="23">
                  <c:v>45626</c:v>
                </c:pt>
                <c:pt idx="24">
                  <c:v>45627</c:v>
                </c:pt>
                <c:pt idx="25">
                  <c:v>45659</c:v>
                </c:pt>
                <c:pt idx="26">
                  <c:v>45691</c:v>
                </c:pt>
                <c:pt idx="27">
                  <c:v>45723</c:v>
                </c:pt>
                <c:pt idx="28">
                  <c:v>45755</c:v>
                </c:pt>
                <c:pt idx="29">
                  <c:v>45787</c:v>
                </c:pt>
                <c:pt idx="30">
                  <c:v>45819</c:v>
                </c:pt>
                <c:pt idx="31">
                  <c:v>45851</c:v>
                </c:pt>
                <c:pt idx="32">
                  <c:v>45883</c:v>
                </c:pt>
                <c:pt idx="33">
                  <c:v>45915</c:v>
                </c:pt>
                <c:pt idx="34">
                  <c:v>45947</c:v>
                </c:pt>
                <c:pt idx="35">
                  <c:v>45979</c:v>
                </c:pt>
              </c:numCache>
            </c:numRef>
          </c:cat>
          <c:val>
            <c:numRef>
              <c:f>Cash!$D$3:$D$500000</c:f>
              <c:numCache>
                <c:formatCode>_(* #,##0_);_(* \(#,##0\);_(* "-"??_);_(@_)</c:formatCode>
                <c:ptCount val="499998"/>
                <c:pt idx="0">
                  <c:v>400000000</c:v>
                </c:pt>
                <c:pt idx="1">
                  <c:v>400000000</c:v>
                </c:pt>
                <c:pt idx="2">
                  <c:v>400000000</c:v>
                </c:pt>
                <c:pt idx="3">
                  <c:v>400000000</c:v>
                </c:pt>
                <c:pt idx="4">
                  <c:v>400000000</c:v>
                </c:pt>
                <c:pt idx="5">
                  <c:v>400000000</c:v>
                </c:pt>
                <c:pt idx="6">
                  <c:v>400000000</c:v>
                </c:pt>
                <c:pt idx="7">
                  <c:v>400000000</c:v>
                </c:pt>
                <c:pt idx="8">
                  <c:v>400000000</c:v>
                </c:pt>
                <c:pt idx="9">
                  <c:v>400000000</c:v>
                </c:pt>
                <c:pt idx="10">
                  <c:v>400000000</c:v>
                </c:pt>
                <c:pt idx="11">
                  <c:v>400000000</c:v>
                </c:pt>
                <c:pt idx="12">
                  <c:v>400000000</c:v>
                </c:pt>
                <c:pt idx="13">
                  <c:v>400000000</c:v>
                </c:pt>
                <c:pt idx="14">
                  <c:v>400000000</c:v>
                </c:pt>
                <c:pt idx="15">
                  <c:v>400000000</c:v>
                </c:pt>
                <c:pt idx="16">
                  <c:v>400000000</c:v>
                </c:pt>
                <c:pt idx="17">
                  <c:v>365000000</c:v>
                </c:pt>
                <c:pt idx="18">
                  <c:v>390000000</c:v>
                </c:pt>
                <c:pt idx="19">
                  <c:v>400000000</c:v>
                </c:pt>
                <c:pt idx="20">
                  <c:v>400000000</c:v>
                </c:pt>
                <c:pt idx="21">
                  <c:v>400000000</c:v>
                </c:pt>
                <c:pt idx="22">
                  <c:v>400000000</c:v>
                </c:pt>
                <c:pt idx="23">
                  <c:v>400000000</c:v>
                </c:pt>
                <c:pt idx="24">
                  <c:v>400000000</c:v>
                </c:pt>
                <c:pt idx="25">
                  <c:v>400000000</c:v>
                </c:pt>
                <c:pt idx="26">
                  <c:v>400000000</c:v>
                </c:pt>
                <c:pt idx="27">
                  <c:v>315000000</c:v>
                </c:pt>
                <c:pt idx="28">
                  <c:v>350000000</c:v>
                </c:pt>
                <c:pt idx="29">
                  <c:v>320000000</c:v>
                </c:pt>
                <c:pt idx="30">
                  <c:v>305000000</c:v>
                </c:pt>
                <c:pt idx="31">
                  <c:v>400000000</c:v>
                </c:pt>
                <c:pt idx="32">
                  <c:v>400000000</c:v>
                </c:pt>
                <c:pt idx="33">
                  <c:v>355000000</c:v>
                </c:pt>
                <c:pt idx="34">
                  <c:v>400000000</c:v>
                </c:pt>
                <c:pt idx="35">
                  <c:v>350000000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A2EC-4BB8-9537-BDA9B1028B0F}"/>
            </c:ext>
          </c:extLst>
        </c:ser>
        <c:ser>
          <c:idx val="8"/>
          <c:order val="7"/>
          <c:tx>
            <c:strRef>
              <c:f>Cash!$I$1</c:f>
              <c:strCache>
                <c:ptCount val="1"/>
                <c:pt idx="0">
                  <c:v> South Street </c:v>
                </c:pt>
              </c:strCache>
            </c:strRef>
          </c:tx>
          <c:dPt>
            <c:idx val="22"/>
            <c:marker>
              <c:symbol val="circle"/>
              <c:size val="7"/>
            </c:marker>
            <c:bubble3D val="0"/>
            <c:spPr>
              <a:ln>
                <a:solidFill>
                  <a:schemeClr val="accent3">
                    <a:lumMod val="60000"/>
                    <a:lumOff val="40000"/>
                  </a:schemeClr>
                </a:solidFill>
              </a:ln>
            </c:spPr>
            <c:extLst>
              <c:ext xmlns:c16="http://schemas.microsoft.com/office/drawing/2014/chart" uri="{C3380CC4-5D6E-409C-BE32-E72D297353CC}">
                <c16:uniqueId val="{00000009-A2EC-4BB8-9537-BDA9B1028B0F}"/>
              </c:ext>
            </c:extLst>
          </c:dPt>
          <c:cat>
            <c:numRef>
              <c:f>Cash!$A$3:$A$959</c:f>
              <c:numCache>
                <c:formatCode>[$-409]mmm\-yy;@</c:formatCode>
                <c:ptCount val="957"/>
                <c:pt idx="0">
                  <c:v>44921</c:v>
                </c:pt>
                <c:pt idx="1">
                  <c:v>44953</c:v>
                </c:pt>
                <c:pt idx="2">
                  <c:v>44985</c:v>
                </c:pt>
                <c:pt idx="3">
                  <c:v>44986</c:v>
                </c:pt>
                <c:pt idx="4">
                  <c:v>45018</c:v>
                </c:pt>
                <c:pt idx="5">
                  <c:v>45050</c:v>
                </c:pt>
                <c:pt idx="6">
                  <c:v>45082</c:v>
                </c:pt>
                <c:pt idx="7">
                  <c:v>45114</c:v>
                </c:pt>
                <c:pt idx="8">
                  <c:v>45146</c:v>
                </c:pt>
                <c:pt idx="9">
                  <c:v>45178</c:v>
                </c:pt>
                <c:pt idx="10">
                  <c:v>45210</c:v>
                </c:pt>
                <c:pt idx="11">
                  <c:v>45242</c:v>
                </c:pt>
                <c:pt idx="12">
                  <c:v>45274</c:v>
                </c:pt>
                <c:pt idx="13">
                  <c:v>45306</c:v>
                </c:pt>
                <c:pt idx="14">
                  <c:v>45338</c:v>
                </c:pt>
                <c:pt idx="15">
                  <c:v>45370</c:v>
                </c:pt>
                <c:pt idx="16">
                  <c:v>45402</c:v>
                </c:pt>
                <c:pt idx="17">
                  <c:v>45434</c:v>
                </c:pt>
                <c:pt idx="18">
                  <c:v>45466</c:v>
                </c:pt>
                <c:pt idx="19">
                  <c:v>45498</c:v>
                </c:pt>
                <c:pt idx="20">
                  <c:v>45530</c:v>
                </c:pt>
                <c:pt idx="21">
                  <c:v>45562</c:v>
                </c:pt>
                <c:pt idx="22">
                  <c:v>45594</c:v>
                </c:pt>
                <c:pt idx="23">
                  <c:v>45626</c:v>
                </c:pt>
                <c:pt idx="24">
                  <c:v>45627</c:v>
                </c:pt>
                <c:pt idx="25">
                  <c:v>45659</c:v>
                </c:pt>
                <c:pt idx="26">
                  <c:v>45691</c:v>
                </c:pt>
                <c:pt idx="27">
                  <c:v>45723</c:v>
                </c:pt>
                <c:pt idx="28">
                  <c:v>45755</c:v>
                </c:pt>
                <c:pt idx="29">
                  <c:v>45787</c:v>
                </c:pt>
                <c:pt idx="30">
                  <c:v>45819</c:v>
                </c:pt>
                <c:pt idx="31">
                  <c:v>45851</c:v>
                </c:pt>
                <c:pt idx="32">
                  <c:v>45883</c:v>
                </c:pt>
                <c:pt idx="33">
                  <c:v>45915</c:v>
                </c:pt>
                <c:pt idx="34">
                  <c:v>45947</c:v>
                </c:pt>
                <c:pt idx="35">
                  <c:v>45979</c:v>
                </c:pt>
              </c:numCache>
            </c:numRef>
          </c:cat>
          <c:val>
            <c:numRef>
              <c:f>Cash!$I$3:$I$430</c:f>
              <c:numCache>
                <c:formatCode>_(* #,##0_);_(* \(#,##0\);_(* "-"??_);_(@_)</c:formatCode>
                <c:ptCount val="428"/>
                <c:pt idx="0">
                  <c:v>265000000</c:v>
                </c:pt>
                <c:pt idx="1">
                  <c:v>135000000</c:v>
                </c:pt>
                <c:pt idx="2">
                  <c:v>95000000</c:v>
                </c:pt>
                <c:pt idx="3">
                  <c:v>25000000</c:v>
                </c:pt>
                <c:pt idx="4">
                  <c:v>200000000</c:v>
                </c:pt>
                <c:pt idx="5">
                  <c:v>260000000</c:v>
                </c:pt>
                <c:pt idx="6">
                  <c:v>295000000</c:v>
                </c:pt>
                <c:pt idx="7">
                  <c:v>395000000</c:v>
                </c:pt>
                <c:pt idx="8">
                  <c:v>195000000</c:v>
                </c:pt>
                <c:pt idx="9">
                  <c:v>260000000</c:v>
                </c:pt>
                <c:pt idx="10">
                  <c:v>50000000</c:v>
                </c:pt>
                <c:pt idx="11">
                  <c:v>100000000</c:v>
                </c:pt>
                <c:pt idx="12">
                  <c:v>50000000</c:v>
                </c:pt>
                <c:pt idx="13">
                  <c:v>50000000</c:v>
                </c:pt>
                <c:pt idx="14">
                  <c:v>195000000</c:v>
                </c:pt>
                <c:pt idx="15">
                  <c:v>255000000</c:v>
                </c:pt>
                <c:pt idx="16">
                  <c:v>35000000</c:v>
                </c:pt>
                <c:pt idx="17">
                  <c:v>55000000</c:v>
                </c:pt>
                <c:pt idx="18">
                  <c:v>40000000</c:v>
                </c:pt>
                <c:pt idx="19">
                  <c:v>400000000</c:v>
                </c:pt>
                <c:pt idx="20">
                  <c:v>400000000</c:v>
                </c:pt>
                <c:pt idx="21">
                  <c:v>400000000</c:v>
                </c:pt>
                <c:pt idx="22">
                  <c:v>400000000</c:v>
                </c:pt>
                <c:pt idx="23">
                  <c:v>400000000</c:v>
                </c:pt>
                <c:pt idx="24">
                  <c:v>400000000</c:v>
                </c:pt>
                <c:pt idx="25">
                  <c:v>400000000</c:v>
                </c:pt>
                <c:pt idx="26">
                  <c:v>400000000</c:v>
                </c:pt>
                <c:pt idx="27">
                  <c:v>400000000</c:v>
                </c:pt>
                <c:pt idx="28">
                  <c:v>385000000</c:v>
                </c:pt>
                <c:pt idx="29">
                  <c:v>400000000</c:v>
                </c:pt>
                <c:pt idx="30">
                  <c:v>400000000</c:v>
                </c:pt>
                <c:pt idx="31">
                  <c:v>400000000</c:v>
                </c:pt>
                <c:pt idx="32">
                  <c:v>400000000</c:v>
                </c:pt>
                <c:pt idx="33">
                  <c:v>400000000</c:v>
                </c:pt>
                <c:pt idx="34">
                  <c:v>400000000</c:v>
                </c:pt>
                <c:pt idx="35">
                  <c:v>400000000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A-A2EC-4BB8-9537-BDA9B1028B0F}"/>
            </c:ext>
          </c:extLst>
        </c:ser>
        <c:ser>
          <c:idx val="9"/>
          <c:order val="8"/>
          <c:tx>
            <c:strRef>
              <c:f>Cash!$J$1</c:f>
              <c:strCache>
                <c:ptCount val="1"/>
                <c:pt idx="0">
                  <c:v> ASL </c:v>
                </c:pt>
              </c:strCache>
            </c:strRef>
          </c:tx>
          <c:cat>
            <c:numRef>
              <c:f>Cash!$A$3:$A$959</c:f>
              <c:numCache>
                <c:formatCode>[$-409]mmm\-yy;@</c:formatCode>
                <c:ptCount val="957"/>
                <c:pt idx="0">
                  <c:v>44921</c:v>
                </c:pt>
                <c:pt idx="1">
                  <c:v>44953</c:v>
                </c:pt>
                <c:pt idx="2">
                  <c:v>44985</c:v>
                </c:pt>
                <c:pt idx="3">
                  <c:v>44986</c:v>
                </c:pt>
                <c:pt idx="4">
                  <c:v>45018</c:v>
                </c:pt>
                <c:pt idx="5">
                  <c:v>45050</c:v>
                </c:pt>
                <c:pt idx="6">
                  <c:v>45082</c:v>
                </c:pt>
                <c:pt idx="7">
                  <c:v>45114</c:v>
                </c:pt>
                <c:pt idx="8">
                  <c:v>45146</c:v>
                </c:pt>
                <c:pt idx="9">
                  <c:v>45178</c:v>
                </c:pt>
                <c:pt idx="10">
                  <c:v>45210</c:v>
                </c:pt>
                <c:pt idx="11">
                  <c:v>45242</c:v>
                </c:pt>
                <c:pt idx="12">
                  <c:v>45274</c:v>
                </c:pt>
                <c:pt idx="13">
                  <c:v>45306</c:v>
                </c:pt>
                <c:pt idx="14">
                  <c:v>45338</c:v>
                </c:pt>
                <c:pt idx="15">
                  <c:v>45370</c:v>
                </c:pt>
                <c:pt idx="16">
                  <c:v>45402</c:v>
                </c:pt>
                <c:pt idx="17">
                  <c:v>45434</c:v>
                </c:pt>
                <c:pt idx="18">
                  <c:v>45466</c:v>
                </c:pt>
                <c:pt idx="19">
                  <c:v>45498</c:v>
                </c:pt>
                <c:pt idx="20">
                  <c:v>45530</c:v>
                </c:pt>
                <c:pt idx="21">
                  <c:v>45562</c:v>
                </c:pt>
                <c:pt idx="22">
                  <c:v>45594</c:v>
                </c:pt>
                <c:pt idx="23">
                  <c:v>45626</c:v>
                </c:pt>
                <c:pt idx="24">
                  <c:v>45627</c:v>
                </c:pt>
                <c:pt idx="25">
                  <c:v>45659</c:v>
                </c:pt>
                <c:pt idx="26">
                  <c:v>45691</c:v>
                </c:pt>
                <c:pt idx="27">
                  <c:v>45723</c:v>
                </c:pt>
                <c:pt idx="28">
                  <c:v>45755</c:v>
                </c:pt>
                <c:pt idx="29">
                  <c:v>45787</c:v>
                </c:pt>
                <c:pt idx="30">
                  <c:v>45819</c:v>
                </c:pt>
                <c:pt idx="31">
                  <c:v>45851</c:v>
                </c:pt>
                <c:pt idx="32">
                  <c:v>45883</c:v>
                </c:pt>
                <c:pt idx="33">
                  <c:v>45915</c:v>
                </c:pt>
                <c:pt idx="34">
                  <c:v>45947</c:v>
                </c:pt>
                <c:pt idx="35">
                  <c:v>45979</c:v>
                </c:pt>
              </c:numCache>
            </c:numRef>
          </c:cat>
          <c:val>
            <c:numRef>
              <c:f>Cash!$J$3:$J$491</c:f>
              <c:numCache>
                <c:formatCode>_(* #,##0_);_(* \(#,##0\);_(* "-"??_);_(@_)</c:formatCode>
                <c:ptCount val="489"/>
                <c:pt idx="0">
                  <c:v>250000000</c:v>
                </c:pt>
                <c:pt idx="1">
                  <c:v>250000000</c:v>
                </c:pt>
                <c:pt idx="2">
                  <c:v>210000000</c:v>
                </c:pt>
                <c:pt idx="3">
                  <c:v>200000000</c:v>
                </c:pt>
                <c:pt idx="4">
                  <c:v>250000000</c:v>
                </c:pt>
                <c:pt idx="5">
                  <c:v>250000000</c:v>
                </c:pt>
                <c:pt idx="6">
                  <c:v>250000000</c:v>
                </c:pt>
                <c:pt idx="7">
                  <c:v>250000000</c:v>
                </c:pt>
                <c:pt idx="8">
                  <c:v>250000000</c:v>
                </c:pt>
                <c:pt idx="9">
                  <c:v>250000000</c:v>
                </c:pt>
                <c:pt idx="10">
                  <c:v>250000000</c:v>
                </c:pt>
                <c:pt idx="11">
                  <c:v>115000000</c:v>
                </c:pt>
                <c:pt idx="12">
                  <c:v>50000000</c:v>
                </c:pt>
                <c:pt idx="13">
                  <c:v>50000000</c:v>
                </c:pt>
                <c:pt idx="14">
                  <c:v>75000000</c:v>
                </c:pt>
                <c:pt idx="15">
                  <c:v>60000000</c:v>
                </c:pt>
                <c:pt idx="16">
                  <c:v>30000000</c:v>
                </c:pt>
                <c:pt idx="17">
                  <c:v>40000000</c:v>
                </c:pt>
                <c:pt idx="18">
                  <c:v>40000000</c:v>
                </c:pt>
                <c:pt idx="19">
                  <c:v>125000000</c:v>
                </c:pt>
                <c:pt idx="20">
                  <c:v>200000000</c:v>
                </c:pt>
                <c:pt idx="21">
                  <c:v>100000000</c:v>
                </c:pt>
                <c:pt idx="22">
                  <c:v>195000000</c:v>
                </c:pt>
                <c:pt idx="23">
                  <c:v>215000000</c:v>
                </c:pt>
                <c:pt idx="24">
                  <c:v>250000000</c:v>
                </c:pt>
                <c:pt idx="25">
                  <c:v>200000000</c:v>
                </c:pt>
                <c:pt idx="26">
                  <c:v>140000000</c:v>
                </c:pt>
                <c:pt idx="27">
                  <c:v>140000000</c:v>
                </c:pt>
                <c:pt idx="28">
                  <c:v>140000000</c:v>
                </c:pt>
                <c:pt idx="29">
                  <c:v>230000000</c:v>
                </c:pt>
                <c:pt idx="30">
                  <c:v>250000000</c:v>
                </c:pt>
                <c:pt idx="31">
                  <c:v>250000000</c:v>
                </c:pt>
                <c:pt idx="32">
                  <c:v>215000000</c:v>
                </c:pt>
                <c:pt idx="33">
                  <c:v>225000000</c:v>
                </c:pt>
                <c:pt idx="34">
                  <c:v>250000000</c:v>
                </c:pt>
                <c:pt idx="35">
                  <c:v>200000000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B-A2EC-4BB8-9537-BDA9B1028B0F}"/>
            </c:ext>
          </c:extLst>
        </c:ser>
        <c:ser>
          <c:idx val="1"/>
          <c:order val="9"/>
          <c:tx>
            <c:strRef>
              <c:f>Cash!$B$1</c:f>
              <c:strCache>
                <c:ptCount val="1"/>
                <c:pt idx="0">
                  <c:v> Bank of America </c:v>
                </c:pt>
              </c:strCache>
            </c:strRef>
          </c:tx>
          <c:cat>
            <c:numRef>
              <c:f>Cash!$A$3:$A$959</c:f>
              <c:numCache>
                <c:formatCode>[$-409]mmm\-yy;@</c:formatCode>
                <c:ptCount val="957"/>
                <c:pt idx="0">
                  <c:v>44921</c:v>
                </c:pt>
                <c:pt idx="1">
                  <c:v>44953</c:v>
                </c:pt>
                <c:pt idx="2">
                  <c:v>44985</c:v>
                </c:pt>
                <c:pt idx="3">
                  <c:v>44986</c:v>
                </c:pt>
                <c:pt idx="4">
                  <c:v>45018</c:v>
                </c:pt>
                <c:pt idx="5">
                  <c:v>45050</c:v>
                </c:pt>
                <c:pt idx="6">
                  <c:v>45082</c:v>
                </c:pt>
                <c:pt idx="7">
                  <c:v>45114</c:v>
                </c:pt>
                <c:pt idx="8">
                  <c:v>45146</c:v>
                </c:pt>
                <c:pt idx="9">
                  <c:v>45178</c:v>
                </c:pt>
                <c:pt idx="10">
                  <c:v>45210</c:v>
                </c:pt>
                <c:pt idx="11">
                  <c:v>45242</c:v>
                </c:pt>
                <c:pt idx="12">
                  <c:v>45274</c:v>
                </c:pt>
                <c:pt idx="13">
                  <c:v>45306</c:v>
                </c:pt>
                <c:pt idx="14">
                  <c:v>45338</c:v>
                </c:pt>
                <c:pt idx="15">
                  <c:v>45370</c:v>
                </c:pt>
                <c:pt idx="16">
                  <c:v>45402</c:v>
                </c:pt>
                <c:pt idx="17">
                  <c:v>45434</c:v>
                </c:pt>
                <c:pt idx="18">
                  <c:v>45466</c:v>
                </c:pt>
                <c:pt idx="19">
                  <c:v>45498</c:v>
                </c:pt>
                <c:pt idx="20">
                  <c:v>45530</c:v>
                </c:pt>
                <c:pt idx="21">
                  <c:v>45562</c:v>
                </c:pt>
                <c:pt idx="22">
                  <c:v>45594</c:v>
                </c:pt>
                <c:pt idx="23">
                  <c:v>45626</c:v>
                </c:pt>
                <c:pt idx="24">
                  <c:v>45627</c:v>
                </c:pt>
                <c:pt idx="25">
                  <c:v>45659</c:v>
                </c:pt>
                <c:pt idx="26">
                  <c:v>45691</c:v>
                </c:pt>
                <c:pt idx="27">
                  <c:v>45723</c:v>
                </c:pt>
                <c:pt idx="28">
                  <c:v>45755</c:v>
                </c:pt>
                <c:pt idx="29">
                  <c:v>45787</c:v>
                </c:pt>
                <c:pt idx="30">
                  <c:v>45819</c:v>
                </c:pt>
                <c:pt idx="31">
                  <c:v>45851</c:v>
                </c:pt>
                <c:pt idx="32">
                  <c:v>45883</c:v>
                </c:pt>
                <c:pt idx="33">
                  <c:v>45915</c:v>
                </c:pt>
                <c:pt idx="34">
                  <c:v>45947</c:v>
                </c:pt>
                <c:pt idx="35">
                  <c:v>45979</c:v>
                </c:pt>
              </c:numCache>
            </c:numRef>
          </c:cat>
          <c:val>
            <c:numRef>
              <c:f>Cash!$B$3:$B$50000</c:f>
              <c:numCache>
                <c:formatCode>_(* #,##0_);_(* \(#,##0\);_(* "-"??_);_(@_)</c:formatCode>
                <c:ptCount val="4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2EC-4BB8-9537-BDA9B1028B0F}"/>
            </c:ext>
          </c:extLst>
        </c:ser>
        <c:ser>
          <c:idx val="10"/>
          <c:order val="10"/>
          <c:tx>
            <c:strRef>
              <c:f>Cash!$K$1</c:f>
              <c:strCache>
                <c:ptCount val="1"/>
                <c:pt idx="0">
                  <c:v> Cantor Fitzgerald </c:v>
                </c:pt>
              </c:strCache>
            </c:strRef>
          </c:tx>
          <c:cat>
            <c:numRef>
              <c:f>Cash!$A$3:$A$959</c:f>
              <c:numCache>
                <c:formatCode>[$-409]mmm\-yy;@</c:formatCode>
                <c:ptCount val="957"/>
                <c:pt idx="0">
                  <c:v>44921</c:v>
                </c:pt>
                <c:pt idx="1">
                  <c:v>44953</c:v>
                </c:pt>
                <c:pt idx="2">
                  <c:v>44985</c:v>
                </c:pt>
                <c:pt idx="3">
                  <c:v>44986</c:v>
                </c:pt>
                <c:pt idx="4">
                  <c:v>45018</c:v>
                </c:pt>
                <c:pt idx="5">
                  <c:v>45050</c:v>
                </c:pt>
                <c:pt idx="6">
                  <c:v>45082</c:v>
                </c:pt>
                <c:pt idx="7">
                  <c:v>45114</c:v>
                </c:pt>
                <c:pt idx="8">
                  <c:v>45146</c:v>
                </c:pt>
                <c:pt idx="9">
                  <c:v>45178</c:v>
                </c:pt>
                <c:pt idx="10">
                  <c:v>45210</c:v>
                </c:pt>
                <c:pt idx="11">
                  <c:v>45242</c:v>
                </c:pt>
                <c:pt idx="12">
                  <c:v>45274</c:v>
                </c:pt>
                <c:pt idx="13">
                  <c:v>45306</c:v>
                </c:pt>
                <c:pt idx="14">
                  <c:v>45338</c:v>
                </c:pt>
                <c:pt idx="15">
                  <c:v>45370</c:v>
                </c:pt>
                <c:pt idx="16">
                  <c:v>45402</c:v>
                </c:pt>
                <c:pt idx="17">
                  <c:v>45434</c:v>
                </c:pt>
                <c:pt idx="18">
                  <c:v>45466</c:v>
                </c:pt>
                <c:pt idx="19">
                  <c:v>45498</c:v>
                </c:pt>
                <c:pt idx="20">
                  <c:v>45530</c:v>
                </c:pt>
                <c:pt idx="21">
                  <c:v>45562</c:v>
                </c:pt>
                <c:pt idx="22">
                  <c:v>45594</c:v>
                </c:pt>
                <c:pt idx="23">
                  <c:v>45626</c:v>
                </c:pt>
                <c:pt idx="24">
                  <c:v>45627</c:v>
                </c:pt>
                <c:pt idx="25">
                  <c:v>45659</c:v>
                </c:pt>
                <c:pt idx="26">
                  <c:v>45691</c:v>
                </c:pt>
                <c:pt idx="27">
                  <c:v>45723</c:v>
                </c:pt>
                <c:pt idx="28">
                  <c:v>45755</c:v>
                </c:pt>
                <c:pt idx="29">
                  <c:v>45787</c:v>
                </c:pt>
                <c:pt idx="30">
                  <c:v>45819</c:v>
                </c:pt>
                <c:pt idx="31">
                  <c:v>45851</c:v>
                </c:pt>
                <c:pt idx="32">
                  <c:v>45883</c:v>
                </c:pt>
                <c:pt idx="33">
                  <c:v>45915</c:v>
                </c:pt>
                <c:pt idx="34">
                  <c:v>45947</c:v>
                </c:pt>
                <c:pt idx="35">
                  <c:v>45979</c:v>
                </c:pt>
              </c:numCache>
            </c:numRef>
          </c:cat>
          <c:val>
            <c:numRef>
              <c:f>Cash!$K$3:$K$728</c:f>
              <c:numCache>
                <c:formatCode>_(* #,##0_);_(* \(#,##0\);_(* "-"??_);_(@_)</c:formatCode>
                <c:ptCount val="72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C-A2EC-4BB8-9537-BDA9B1028B0F}"/>
            </c:ext>
          </c:extLst>
        </c:ser>
        <c:ser>
          <c:idx val="11"/>
          <c:order val="11"/>
          <c:tx>
            <c:strRef>
              <c:f>Cash!$N$1</c:f>
              <c:strCache>
                <c:ptCount val="1"/>
                <c:pt idx="0">
                  <c:v> Buckler </c:v>
                </c:pt>
              </c:strCache>
            </c:strRef>
          </c:tx>
          <c:val>
            <c:numRef>
              <c:f>Cash!$N$3:$N$500000</c:f>
              <c:numCache>
                <c:formatCode>General</c:formatCode>
                <c:ptCount val="499998"/>
                <c:pt idx="25" formatCode="_(* #,##0_);_(* \(#,##0\);_(* &quot;-&quot;??_);_(@_)">
                  <c:v>60000000</c:v>
                </c:pt>
                <c:pt idx="26" formatCode="_(* #,##0_);_(* \(#,##0\);_(* &quot;-&quot;??_);_(@_)">
                  <c:v>250000000</c:v>
                </c:pt>
                <c:pt idx="27" formatCode="_(* #,##0_);_(* \(#,##0\);_(* &quot;-&quot;??_);_(@_)">
                  <c:v>250000000</c:v>
                </c:pt>
                <c:pt idx="28" formatCode="_(* #,##0_);_(* \(#,##0\);_(* &quot;-&quot;??_);_(@_)">
                  <c:v>250000000</c:v>
                </c:pt>
                <c:pt idx="29" formatCode="_(* #,##0_);_(* \(#,##0\);_(* &quot;-&quot;??_);_(@_)">
                  <c:v>250000000</c:v>
                </c:pt>
                <c:pt idx="30" formatCode="_(* #,##0_);_(* \(#,##0\);_(* &quot;-&quot;??_);_(@_)">
                  <c:v>250000000</c:v>
                </c:pt>
                <c:pt idx="31" formatCode="_(* #,##0_);_(* \(#,##0\);_(* &quot;-&quot;??_);_(@_)">
                  <c:v>250000000</c:v>
                </c:pt>
                <c:pt idx="32" formatCode="_(* #,##0_);_(* \(#,##0\);_(* &quot;-&quot;??_);_(@_)">
                  <c:v>250000000</c:v>
                </c:pt>
                <c:pt idx="33" formatCode="_(* #,##0_);_(* \(#,##0\);_(* &quot;-&quot;??_);_(@_)">
                  <c:v>250000000</c:v>
                </c:pt>
                <c:pt idx="34" formatCode="_(* #,##0_);_(* \(#,##0\);_(* &quot;-&quot;??_);_(@_)">
                  <c:v>250000000</c:v>
                </c:pt>
                <c:pt idx="35" formatCode="_(* #,##0_);_(* \(#,##0\);_(* &quot;-&quot;??_);_(@_)">
                  <c:v>250000000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57FF-4802-82C2-F1792688390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395086464"/>
        <c:axId val="395092352"/>
      </c:lineChart>
      <c:dateAx>
        <c:axId val="395086464"/>
        <c:scaling>
          <c:orientation val="minMax"/>
        </c:scaling>
        <c:delete val="0"/>
        <c:axPos val="b"/>
        <c:numFmt formatCode="[$-409]mmm\-yy;@" sourceLinked="1"/>
        <c:majorTickMark val="none"/>
        <c:minorTickMark val="none"/>
        <c:tickLblPos val="nextTo"/>
        <c:crossAx val="395092352"/>
        <c:crosses val="autoZero"/>
        <c:auto val="1"/>
        <c:lblOffset val="100"/>
        <c:baseTimeUnit val="months"/>
        <c:majorUnit val="1"/>
        <c:majorTimeUnit val="months"/>
      </c:dateAx>
      <c:valAx>
        <c:axId val="395092352"/>
        <c:scaling>
          <c:orientation val="minMax"/>
        </c:scaling>
        <c:delete val="0"/>
        <c:axPos val="l"/>
        <c:majorGridlines/>
        <c:numFmt formatCode="_(* #,##0_);_(* \(#,##0\);_(* &quot;-&quot;??_);_(@_)" sourceLinked="1"/>
        <c:majorTickMark val="none"/>
        <c:minorTickMark val="none"/>
        <c:tickLblPos val="nextTo"/>
        <c:spPr>
          <a:ln w="9525">
            <a:noFill/>
          </a:ln>
        </c:spPr>
        <c:crossAx val="395086464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  <c:externalData r:id="rId2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/>
            </a:pPr>
            <a:r>
              <a:rPr lang="en-US"/>
              <a:t>Total Counterparty Exposure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2"/>
          <c:order val="0"/>
          <c:tx>
            <c:strRef>
              <c:f>Total!$B$1</c:f>
              <c:strCache>
                <c:ptCount val="1"/>
                <c:pt idx="0">
                  <c:v> Barclays </c:v>
                </c:pt>
              </c:strCache>
            </c:strRef>
          </c:tx>
          <c:cat>
            <c:numRef>
              <c:f>Total!$A$3:$A$100</c:f>
              <c:numCache>
                <c:formatCode>[$-409]mmm\-yy;@</c:formatCode>
                <c:ptCount val="98"/>
                <c:pt idx="0">
                  <c:v>44907</c:v>
                </c:pt>
                <c:pt idx="1">
                  <c:v>44938</c:v>
                </c:pt>
                <c:pt idx="2">
                  <c:v>44969</c:v>
                </c:pt>
                <c:pt idx="3">
                  <c:v>44986</c:v>
                </c:pt>
                <c:pt idx="4">
                  <c:v>45017</c:v>
                </c:pt>
                <c:pt idx="5">
                  <c:v>45048</c:v>
                </c:pt>
                <c:pt idx="6">
                  <c:v>45079</c:v>
                </c:pt>
                <c:pt idx="7">
                  <c:v>45110</c:v>
                </c:pt>
                <c:pt idx="8">
                  <c:v>45141</c:v>
                </c:pt>
                <c:pt idx="9">
                  <c:v>45172</c:v>
                </c:pt>
                <c:pt idx="10">
                  <c:v>45203</c:v>
                </c:pt>
                <c:pt idx="11">
                  <c:v>45234</c:v>
                </c:pt>
                <c:pt idx="12">
                  <c:v>45265</c:v>
                </c:pt>
                <c:pt idx="13">
                  <c:v>45296</c:v>
                </c:pt>
                <c:pt idx="14">
                  <c:v>45327</c:v>
                </c:pt>
                <c:pt idx="15">
                  <c:v>45358</c:v>
                </c:pt>
                <c:pt idx="16">
                  <c:v>45389</c:v>
                </c:pt>
                <c:pt idx="17">
                  <c:v>45420</c:v>
                </c:pt>
                <c:pt idx="18">
                  <c:v>45451</c:v>
                </c:pt>
                <c:pt idx="19">
                  <c:v>45482</c:v>
                </c:pt>
                <c:pt idx="20">
                  <c:v>45513</c:v>
                </c:pt>
                <c:pt idx="21">
                  <c:v>45544</c:v>
                </c:pt>
                <c:pt idx="22">
                  <c:v>45575</c:v>
                </c:pt>
                <c:pt idx="23">
                  <c:v>45606</c:v>
                </c:pt>
                <c:pt idx="24">
                  <c:v>45627</c:v>
                </c:pt>
                <c:pt idx="25">
                  <c:v>45658</c:v>
                </c:pt>
                <c:pt idx="26">
                  <c:v>45689</c:v>
                </c:pt>
                <c:pt idx="27">
                  <c:v>45720</c:v>
                </c:pt>
                <c:pt idx="28">
                  <c:v>45751</c:v>
                </c:pt>
                <c:pt idx="29">
                  <c:v>45782</c:v>
                </c:pt>
                <c:pt idx="30">
                  <c:v>45813</c:v>
                </c:pt>
                <c:pt idx="31">
                  <c:v>45844</c:v>
                </c:pt>
                <c:pt idx="32">
                  <c:v>45875</c:v>
                </c:pt>
                <c:pt idx="33">
                  <c:v>45906</c:v>
                </c:pt>
                <c:pt idx="34">
                  <c:v>45937</c:v>
                </c:pt>
                <c:pt idx="35">
                  <c:v>45968</c:v>
                </c:pt>
              </c:numCache>
            </c:numRef>
          </c:cat>
          <c:val>
            <c:numRef>
              <c:f>Total!$B$3:$B$49994</c:f>
              <c:numCache>
                <c:formatCode>_(* #,##0_);_(* \(#,##0\);_(* "-"??_);_(@_)</c:formatCode>
                <c:ptCount val="49992"/>
                <c:pt idx="0">
                  <c:v>911658475.59000003</c:v>
                </c:pt>
                <c:pt idx="1">
                  <c:v>874354398.66999996</c:v>
                </c:pt>
                <c:pt idx="2">
                  <c:v>853977507.76999998</c:v>
                </c:pt>
                <c:pt idx="3">
                  <c:v>585899583.46000004</c:v>
                </c:pt>
                <c:pt idx="4">
                  <c:v>585047166.26999998</c:v>
                </c:pt>
                <c:pt idx="5">
                  <c:v>294986850.49000001</c:v>
                </c:pt>
                <c:pt idx="6">
                  <c:v>592083131.27999997</c:v>
                </c:pt>
                <c:pt idx="7">
                  <c:v>605120138.58000004</c:v>
                </c:pt>
                <c:pt idx="8">
                  <c:v>551769524.23000002</c:v>
                </c:pt>
                <c:pt idx="9">
                  <c:v>559508678.36000001</c:v>
                </c:pt>
                <c:pt idx="10">
                  <c:v>262154247.11000001</c:v>
                </c:pt>
                <c:pt idx="11">
                  <c:v>276468841.67000002</c:v>
                </c:pt>
                <c:pt idx="12">
                  <c:v>286860634.36000001</c:v>
                </c:pt>
                <c:pt idx="13">
                  <c:v>177146337.47999999</c:v>
                </c:pt>
                <c:pt idx="14">
                  <c:v>175109048.09999999</c:v>
                </c:pt>
                <c:pt idx="15">
                  <c:v>169225189.28999999</c:v>
                </c:pt>
                <c:pt idx="16">
                  <c:v>156695397.88</c:v>
                </c:pt>
                <c:pt idx="17">
                  <c:v>158978087.94</c:v>
                </c:pt>
                <c:pt idx="18">
                  <c:v>160581448.30000001</c:v>
                </c:pt>
                <c:pt idx="19">
                  <c:v>164094756.56</c:v>
                </c:pt>
                <c:pt idx="20">
                  <c:v>166193920.90000001</c:v>
                </c:pt>
                <c:pt idx="21">
                  <c:v>324669460.94</c:v>
                </c:pt>
                <c:pt idx="22">
                  <c:v>319509033.48000002</c:v>
                </c:pt>
                <c:pt idx="23">
                  <c:v>165463374.72</c:v>
                </c:pt>
                <c:pt idx="24">
                  <c:v>162913932.16</c:v>
                </c:pt>
                <c:pt idx="25">
                  <c:v>163756870.06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B42-486C-B99B-91BBD5128D20}"/>
            </c:ext>
          </c:extLst>
        </c:ser>
        <c:ser>
          <c:idx val="3"/>
          <c:order val="1"/>
          <c:tx>
            <c:strRef>
              <c:f>Total!$D$1</c:f>
              <c:strCache>
                <c:ptCount val="1"/>
                <c:pt idx="0">
                  <c:v> Deutsche Bank </c:v>
                </c:pt>
              </c:strCache>
            </c:strRef>
          </c:tx>
          <c:cat>
            <c:numRef>
              <c:f>Total!$A$3:$A$100</c:f>
              <c:numCache>
                <c:formatCode>[$-409]mmm\-yy;@</c:formatCode>
                <c:ptCount val="98"/>
                <c:pt idx="0">
                  <c:v>44907</c:v>
                </c:pt>
                <c:pt idx="1">
                  <c:v>44938</c:v>
                </c:pt>
                <c:pt idx="2">
                  <c:v>44969</c:v>
                </c:pt>
                <c:pt idx="3">
                  <c:v>44986</c:v>
                </c:pt>
                <c:pt idx="4">
                  <c:v>45017</c:v>
                </c:pt>
                <c:pt idx="5">
                  <c:v>45048</c:v>
                </c:pt>
                <c:pt idx="6">
                  <c:v>45079</c:v>
                </c:pt>
                <c:pt idx="7">
                  <c:v>45110</c:v>
                </c:pt>
                <c:pt idx="8">
                  <c:v>45141</c:v>
                </c:pt>
                <c:pt idx="9">
                  <c:v>45172</c:v>
                </c:pt>
                <c:pt idx="10">
                  <c:v>45203</c:v>
                </c:pt>
                <c:pt idx="11">
                  <c:v>45234</c:v>
                </c:pt>
                <c:pt idx="12">
                  <c:v>45265</c:v>
                </c:pt>
                <c:pt idx="13">
                  <c:v>45296</c:v>
                </c:pt>
                <c:pt idx="14">
                  <c:v>45327</c:v>
                </c:pt>
                <c:pt idx="15">
                  <c:v>45358</c:v>
                </c:pt>
                <c:pt idx="16">
                  <c:v>45389</c:v>
                </c:pt>
                <c:pt idx="17">
                  <c:v>45420</c:v>
                </c:pt>
                <c:pt idx="18">
                  <c:v>45451</c:v>
                </c:pt>
                <c:pt idx="19">
                  <c:v>45482</c:v>
                </c:pt>
                <c:pt idx="20">
                  <c:v>45513</c:v>
                </c:pt>
                <c:pt idx="21">
                  <c:v>45544</c:v>
                </c:pt>
                <c:pt idx="22">
                  <c:v>45575</c:v>
                </c:pt>
                <c:pt idx="23">
                  <c:v>45606</c:v>
                </c:pt>
                <c:pt idx="24">
                  <c:v>45627</c:v>
                </c:pt>
                <c:pt idx="25">
                  <c:v>45658</c:v>
                </c:pt>
                <c:pt idx="26">
                  <c:v>45689</c:v>
                </c:pt>
                <c:pt idx="27">
                  <c:v>45720</c:v>
                </c:pt>
                <c:pt idx="28">
                  <c:v>45751</c:v>
                </c:pt>
                <c:pt idx="29">
                  <c:v>45782</c:v>
                </c:pt>
                <c:pt idx="30">
                  <c:v>45813</c:v>
                </c:pt>
                <c:pt idx="31">
                  <c:v>45844</c:v>
                </c:pt>
                <c:pt idx="32">
                  <c:v>45875</c:v>
                </c:pt>
                <c:pt idx="33">
                  <c:v>45906</c:v>
                </c:pt>
                <c:pt idx="34">
                  <c:v>45937</c:v>
                </c:pt>
                <c:pt idx="35">
                  <c:v>45968</c:v>
                </c:pt>
              </c:numCache>
            </c:numRef>
          </c:cat>
          <c:val>
            <c:numRef>
              <c:f>Total!$D$3:$D$49994</c:f>
              <c:numCache>
                <c:formatCode>_(* #,##0_);_(* \(#,##0\);_(* "-"??_);_(@_)</c:formatCode>
                <c:ptCount val="4999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B42-486C-B99B-91BBD5128D20}"/>
            </c:ext>
          </c:extLst>
        </c:ser>
        <c:ser>
          <c:idx val="4"/>
          <c:order val="2"/>
          <c:tx>
            <c:strRef>
              <c:f>Total!$E$1</c:f>
              <c:strCache>
                <c:ptCount val="1"/>
                <c:pt idx="0">
                  <c:v> Goldman Sachs </c:v>
                </c:pt>
              </c:strCache>
            </c:strRef>
          </c:tx>
          <c:cat>
            <c:numRef>
              <c:f>Total!$A$3:$A$100</c:f>
              <c:numCache>
                <c:formatCode>[$-409]mmm\-yy;@</c:formatCode>
                <c:ptCount val="98"/>
                <c:pt idx="0">
                  <c:v>44907</c:v>
                </c:pt>
                <c:pt idx="1">
                  <c:v>44938</c:v>
                </c:pt>
                <c:pt idx="2">
                  <c:v>44969</c:v>
                </c:pt>
                <c:pt idx="3">
                  <c:v>44986</c:v>
                </c:pt>
                <c:pt idx="4">
                  <c:v>45017</c:v>
                </c:pt>
                <c:pt idx="5">
                  <c:v>45048</c:v>
                </c:pt>
                <c:pt idx="6">
                  <c:v>45079</c:v>
                </c:pt>
                <c:pt idx="7">
                  <c:v>45110</c:v>
                </c:pt>
                <c:pt idx="8">
                  <c:v>45141</c:v>
                </c:pt>
                <c:pt idx="9">
                  <c:v>45172</c:v>
                </c:pt>
                <c:pt idx="10">
                  <c:v>45203</c:v>
                </c:pt>
                <c:pt idx="11">
                  <c:v>45234</c:v>
                </c:pt>
                <c:pt idx="12">
                  <c:v>45265</c:v>
                </c:pt>
                <c:pt idx="13">
                  <c:v>45296</c:v>
                </c:pt>
                <c:pt idx="14">
                  <c:v>45327</c:v>
                </c:pt>
                <c:pt idx="15">
                  <c:v>45358</c:v>
                </c:pt>
                <c:pt idx="16">
                  <c:v>45389</c:v>
                </c:pt>
                <c:pt idx="17">
                  <c:v>45420</c:v>
                </c:pt>
                <c:pt idx="18">
                  <c:v>45451</c:v>
                </c:pt>
                <c:pt idx="19">
                  <c:v>45482</c:v>
                </c:pt>
                <c:pt idx="20">
                  <c:v>45513</c:v>
                </c:pt>
                <c:pt idx="21">
                  <c:v>45544</c:v>
                </c:pt>
                <c:pt idx="22">
                  <c:v>45575</c:v>
                </c:pt>
                <c:pt idx="23">
                  <c:v>45606</c:v>
                </c:pt>
                <c:pt idx="24">
                  <c:v>45627</c:v>
                </c:pt>
                <c:pt idx="25">
                  <c:v>45658</c:v>
                </c:pt>
                <c:pt idx="26">
                  <c:v>45689</c:v>
                </c:pt>
                <c:pt idx="27">
                  <c:v>45720</c:v>
                </c:pt>
                <c:pt idx="28">
                  <c:v>45751</c:v>
                </c:pt>
                <c:pt idx="29">
                  <c:v>45782</c:v>
                </c:pt>
                <c:pt idx="30">
                  <c:v>45813</c:v>
                </c:pt>
                <c:pt idx="31">
                  <c:v>45844</c:v>
                </c:pt>
                <c:pt idx="32">
                  <c:v>45875</c:v>
                </c:pt>
                <c:pt idx="33">
                  <c:v>45906</c:v>
                </c:pt>
                <c:pt idx="34">
                  <c:v>45937</c:v>
                </c:pt>
                <c:pt idx="35">
                  <c:v>45968</c:v>
                </c:pt>
              </c:numCache>
            </c:numRef>
          </c:cat>
          <c:val>
            <c:numRef>
              <c:f>Total!$E$3:$E$49994</c:f>
              <c:numCache>
                <c:formatCode>_(* #,##0_);_(* \(#,##0\);_(* "-"??_);_(@_)</c:formatCode>
                <c:ptCount val="49992"/>
                <c:pt idx="0">
                  <c:v>72014749.420000002</c:v>
                </c:pt>
                <c:pt idx="1">
                  <c:v>67368015.530000001</c:v>
                </c:pt>
                <c:pt idx="2">
                  <c:v>204568395.87</c:v>
                </c:pt>
                <c:pt idx="3">
                  <c:v>204147129.37</c:v>
                </c:pt>
                <c:pt idx="4">
                  <c:v>202613042.08000001</c:v>
                </c:pt>
                <c:pt idx="5">
                  <c:v>191193140.80000001</c:v>
                </c:pt>
                <c:pt idx="6">
                  <c:v>193972469.06999999</c:v>
                </c:pt>
                <c:pt idx="7">
                  <c:v>236217374.69999999</c:v>
                </c:pt>
                <c:pt idx="8">
                  <c:v>239335254.93000001</c:v>
                </c:pt>
                <c:pt idx="9">
                  <c:v>237673506.94999999</c:v>
                </c:pt>
                <c:pt idx="10">
                  <c:v>530196965.73000002</c:v>
                </c:pt>
                <c:pt idx="11">
                  <c:v>686740410.21000004</c:v>
                </c:pt>
                <c:pt idx="12">
                  <c:v>700667775.15999997</c:v>
                </c:pt>
                <c:pt idx="13">
                  <c:v>744612410.19000006</c:v>
                </c:pt>
                <c:pt idx="14">
                  <c:v>767936089.63</c:v>
                </c:pt>
                <c:pt idx="15">
                  <c:v>810820378.19000006</c:v>
                </c:pt>
                <c:pt idx="16">
                  <c:v>572212877.32000005</c:v>
                </c:pt>
                <c:pt idx="17">
                  <c:v>254178550.96000001</c:v>
                </c:pt>
                <c:pt idx="18">
                  <c:v>250723623.16</c:v>
                </c:pt>
                <c:pt idx="19">
                  <c:v>738184670.01999998</c:v>
                </c:pt>
                <c:pt idx="20">
                  <c:v>385306892.31</c:v>
                </c:pt>
                <c:pt idx="21">
                  <c:v>341438714.13999999</c:v>
                </c:pt>
                <c:pt idx="22">
                  <c:v>153218006.09999999</c:v>
                </c:pt>
                <c:pt idx="23">
                  <c:v>308449970.13</c:v>
                </c:pt>
                <c:pt idx="24">
                  <c:v>306188017.9928</c:v>
                </c:pt>
                <c:pt idx="25">
                  <c:v>317846142.6548</c:v>
                </c:pt>
                <c:pt idx="26">
                  <c:v>398031986.6925</c:v>
                </c:pt>
                <c:pt idx="27">
                  <c:v>812652947.79060006</c:v>
                </c:pt>
                <c:pt idx="28">
                  <c:v>812436456.79410005</c:v>
                </c:pt>
                <c:pt idx="29">
                  <c:v>1192038818.5538001</c:v>
                </c:pt>
                <c:pt idx="30">
                  <c:v>1230942677.8652</c:v>
                </c:pt>
                <c:pt idx="31">
                  <c:v>1244649495.0432</c:v>
                </c:pt>
                <c:pt idx="32">
                  <c:v>923164360.39999998</c:v>
                </c:pt>
                <c:pt idx="33">
                  <c:v>606629322.95299995</c:v>
                </c:pt>
                <c:pt idx="34">
                  <c:v>621655709.29900002</c:v>
                </c:pt>
                <c:pt idx="35">
                  <c:v>623429882.55999994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B42-486C-B99B-91BBD5128D20}"/>
            </c:ext>
          </c:extLst>
        </c:ser>
        <c:ser>
          <c:idx val="5"/>
          <c:order val="3"/>
          <c:tx>
            <c:strRef>
              <c:f>Total!$F$1</c:f>
              <c:strCache>
                <c:ptCount val="1"/>
                <c:pt idx="0">
                  <c:v> BNP Paribas </c:v>
                </c:pt>
              </c:strCache>
            </c:strRef>
          </c:tx>
          <c:cat>
            <c:numRef>
              <c:f>Total!$A$3:$A$100</c:f>
              <c:numCache>
                <c:formatCode>[$-409]mmm\-yy;@</c:formatCode>
                <c:ptCount val="98"/>
                <c:pt idx="0">
                  <c:v>44907</c:v>
                </c:pt>
                <c:pt idx="1">
                  <c:v>44938</c:v>
                </c:pt>
                <c:pt idx="2">
                  <c:v>44969</c:v>
                </c:pt>
                <c:pt idx="3">
                  <c:v>44986</c:v>
                </c:pt>
                <c:pt idx="4">
                  <c:v>45017</c:v>
                </c:pt>
                <c:pt idx="5">
                  <c:v>45048</c:v>
                </c:pt>
                <c:pt idx="6">
                  <c:v>45079</c:v>
                </c:pt>
                <c:pt idx="7">
                  <c:v>45110</c:v>
                </c:pt>
                <c:pt idx="8">
                  <c:v>45141</c:v>
                </c:pt>
                <c:pt idx="9">
                  <c:v>45172</c:v>
                </c:pt>
                <c:pt idx="10">
                  <c:v>45203</c:v>
                </c:pt>
                <c:pt idx="11">
                  <c:v>45234</c:v>
                </c:pt>
                <c:pt idx="12">
                  <c:v>45265</c:v>
                </c:pt>
                <c:pt idx="13">
                  <c:v>45296</c:v>
                </c:pt>
                <c:pt idx="14">
                  <c:v>45327</c:v>
                </c:pt>
                <c:pt idx="15">
                  <c:v>45358</c:v>
                </c:pt>
                <c:pt idx="16">
                  <c:v>45389</c:v>
                </c:pt>
                <c:pt idx="17">
                  <c:v>45420</c:v>
                </c:pt>
                <c:pt idx="18">
                  <c:v>45451</c:v>
                </c:pt>
                <c:pt idx="19">
                  <c:v>45482</c:v>
                </c:pt>
                <c:pt idx="20">
                  <c:v>45513</c:v>
                </c:pt>
                <c:pt idx="21">
                  <c:v>45544</c:v>
                </c:pt>
                <c:pt idx="22">
                  <c:v>45575</c:v>
                </c:pt>
                <c:pt idx="23">
                  <c:v>45606</c:v>
                </c:pt>
                <c:pt idx="24">
                  <c:v>45627</c:v>
                </c:pt>
                <c:pt idx="25">
                  <c:v>45658</c:v>
                </c:pt>
                <c:pt idx="26">
                  <c:v>45689</c:v>
                </c:pt>
                <c:pt idx="27">
                  <c:v>45720</c:v>
                </c:pt>
                <c:pt idx="28">
                  <c:v>45751</c:v>
                </c:pt>
                <c:pt idx="29">
                  <c:v>45782</c:v>
                </c:pt>
                <c:pt idx="30">
                  <c:v>45813</c:v>
                </c:pt>
                <c:pt idx="31">
                  <c:v>45844</c:v>
                </c:pt>
                <c:pt idx="32">
                  <c:v>45875</c:v>
                </c:pt>
                <c:pt idx="33">
                  <c:v>45906</c:v>
                </c:pt>
                <c:pt idx="34">
                  <c:v>45937</c:v>
                </c:pt>
                <c:pt idx="35">
                  <c:v>45968</c:v>
                </c:pt>
              </c:numCache>
            </c:numRef>
          </c:cat>
          <c:val>
            <c:numRef>
              <c:f>Total!$F$3:$F$49994</c:f>
              <c:numCache>
                <c:formatCode>_(* #,##0_);_(* \(#,##0\);_(* "-"??_);_(@_)</c:formatCode>
                <c:ptCount val="49992"/>
                <c:pt idx="0">
                  <c:v>52264103.789999999</c:v>
                </c:pt>
                <c:pt idx="1">
                  <c:v>56561317.310000002</c:v>
                </c:pt>
                <c:pt idx="2">
                  <c:v>53333315.850000001</c:v>
                </c:pt>
                <c:pt idx="3">
                  <c:v>52951454.399999999</c:v>
                </c:pt>
                <c:pt idx="4">
                  <c:v>45531157.68</c:v>
                </c:pt>
                <c:pt idx="5">
                  <c:v>11137254.939999999</c:v>
                </c:pt>
                <c:pt idx="6">
                  <c:v>-6205495.3300000001</c:v>
                </c:pt>
                <c:pt idx="7">
                  <c:v>-2969943.58</c:v>
                </c:pt>
                <c:pt idx="8">
                  <c:v>39956162.189999998</c:v>
                </c:pt>
                <c:pt idx="9">
                  <c:v>17182195.600000001</c:v>
                </c:pt>
                <c:pt idx="10">
                  <c:v>28817862.989999998</c:v>
                </c:pt>
                <c:pt idx="11">
                  <c:v>23247843.300000001</c:v>
                </c:pt>
                <c:pt idx="12">
                  <c:v>23559297.66</c:v>
                </c:pt>
                <c:pt idx="13">
                  <c:v>69439803.25</c:v>
                </c:pt>
                <c:pt idx="14">
                  <c:v>75145770.569999993</c:v>
                </c:pt>
                <c:pt idx="15">
                  <c:v>79920393.510000005</c:v>
                </c:pt>
                <c:pt idx="16">
                  <c:v>92572555.549999997</c:v>
                </c:pt>
                <c:pt idx="17">
                  <c:v>38728686.140000001</c:v>
                </c:pt>
                <c:pt idx="18">
                  <c:v>165587018.69</c:v>
                </c:pt>
                <c:pt idx="19">
                  <c:v>0</c:v>
                </c:pt>
                <c:pt idx="20">
                  <c:v>29757510.440000001</c:v>
                </c:pt>
                <c:pt idx="21">
                  <c:v>29796938.460000001</c:v>
                </c:pt>
                <c:pt idx="22">
                  <c:v>29862113.699999999</c:v>
                </c:pt>
                <c:pt idx="23">
                  <c:v>30006254.379999999</c:v>
                </c:pt>
                <c:pt idx="24">
                  <c:v>254065303.36000001</c:v>
                </c:pt>
                <c:pt idx="25">
                  <c:v>253783742.31999999</c:v>
                </c:pt>
                <c:pt idx="26">
                  <c:v>260274599.74000001</c:v>
                </c:pt>
                <c:pt idx="27">
                  <c:v>472980001.89999998</c:v>
                </c:pt>
                <c:pt idx="28">
                  <c:v>1038881882.9419999</c:v>
                </c:pt>
                <c:pt idx="29">
                  <c:v>1066490805.418</c:v>
                </c:pt>
                <c:pt idx="30">
                  <c:v>1353314051.0475998</c:v>
                </c:pt>
                <c:pt idx="31">
                  <c:v>1372675176.6072001</c:v>
                </c:pt>
                <c:pt idx="32">
                  <c:v>1774070506.8499999</c:v>
                </c:pt>
                <c:pt idx="33">
                  <c:v>2312628406.3112001</c:v>
                </c:pt>
                <c:pt idx="34">
                  <c:v>2331954256.2256002</c:v>
                </c:pt>
                <c:pt idx="35">
                  <c:v>2340676037.8313999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B42-486C-B99B-91BBD5128D20}"/>
            </c:ext>
          </c:extLst>
        </c:ser>
        <c:ser>
          <c:idx val="0"/>
          <c:order val="4"/>
          <c:tx>
            <c:strRef>
              <c:f>Total!$H$1</c:f>
              <c:strCache>
                <c:ptCount val="1"/>
                <c:pt idx="0">
                  <c:v> Morgan Stanley </c:v>
                </c:pt>
              </c:strCache>
            </c:strRef>
          </c:tx>
          <c:cat>
            <c:numRef>
              <c:f>Total!$A$3:$A$100</c:f>
              <c:numCache>
                <c:formatCode>[$-409]mmm\-yy;@</c:formatCode>
                <c:ptCount val="98"/>
                <c:pt idx="0">
                  <c:v>44907</c:v>
                </c:pt>
                <c:pt idx="1">
                  <c:v>44938</c:v>
                </c:pt>
                <c:pt idx="2">
                  <c:v>44969</c:v>
                </c:pt>
                <c:pt idx="3">
                  <c:v>44986</c:v>
                </c:pt>
                <c:pt idx="4">
                  <c:v>45017</c:v>
                </c:pt>
                <c:pt idx="5">
                  <c:v>45048</c:v>
                </c:pt>
                <c:pt idx="6">
                  <c:v>45079</c:v>
                </c:pt>
                <c:pt idx="7">
                  <c:v>45110</c:v>
                </c:pt>
                <c:pt idx="8">
                  <c:v>45141</c:v>
                </c:pt>
                <c:pt idx="9">
                  <c:v>45172</c:v>
                </c:pt>
                <c:pt idx="10">
                  <c:v>45203</c:v>
                </c:pt>
                <c:pt idx="11">
                  <c:v>45234</c:v>
                </c:pt>
                <c:pt idx="12">
                  <c:v>45265</c:v>
                </c:pt>
                <c:pt idx="13">
                  <c:v>45296</c:v>
                </c:pt>
                <c:pt idx="14">
                  <c:v>45327</c:v>
                </c:pt>
                <c:pt idx="15">
                  <c:v>45358</c:v>
                </c:pt>
                <c:pt idx="16">
                  <c:v>45389</c:v>
                </c:pt>
                <c:pt idx="17">
                  <c:v>45420</c:v>
                </c:pt>
                <c:pt idx="18">
                  <c:v>45451</c:v>
                </c:pt>
                <c:pt idx="19">
                  <c:v>45482</c:v>
                </c:pt>
                <c:pt idx="20">
                  <c:v>45513</c:v>
                </c:pt>
                <c:pt idx="21">
                  <c:v>45544</c:v>
                </c:pt>
                <c:pt idx="22">
                  <c:v>45575</c:v>
                </c:pt>
                <c:pt idx="23">
                  <c:v>45606</c:v>
                </c:pt>
                <c:pt idx="24">
                  <c:v>45627</c:v>
                </c:pt>
                <c:pt idx="25">
                  <c:v>45658</c:v>
                </c:pt>
                <c:pt idx="26">
                  <c:v>45689</c:v>
                </c:pt>
                <c:pt idx="27">
                  <c:v>45720</c:v>
                </c:pt>
                <c:pt idx="28">
                  <c:v>45751</c:v>
                </c:pt>
                <c:pt idx="29">
                  <c:v>45782</c:v>
                </c:pt>
                <c:pt idx="30">
                  <c:v>45813</c:v>
                </c:pt>
                <c:pt idx="31">
                  <c:v>45844</c:v>
                </c:pt>
                <c:pt idx="32">
                  <c:v>45875</c:v>
                </c:pt>
                <c:pt idx="33">
                  <c:v>45906</c:v>
                </c:pt>
                <c:pt idx="34">
                  <c:v>45937</c:v>
                </c:pt>
                <c:pt idx="35">
                  <c:v>45968</c:v>
                </c:pt>
              </c:numCache>
            </c:numRef>
          </c:cat>
          <c:val>
            <c:numRef>
              <c:f>Total!$H$3:$H$49994</c:f>
              <c:numCache>
                <c:formatCode>_(* #,##0_);_(* \(#,##0\);_(* "-"??_);_(@_)</c:formatCode>
                <c:ptCount val="49992"/>
                <c:pt idx="0">
                  <c:v>914231104.59000003</c:v>
                </c:pt>
                <c:pt idx="1">
                  <c:v>767035995.09000003</c:v>
                </c:pt>
                <c:pt idx="2">
                  <c:v>556503921.98000002</c:v>
                </c:pt>
                <c:pt idx="3">
                  <c:v>558754301.40999997</c:v>
                </c:pt>
                <c:pt idx="4">
                  <c:v>54373553.719999999</c:v>
                </c:pt>
                <c:pt idx="5">
                  <c:v>54602494.170000002</c:v>
                </c:pt>
                <c:pt idx="6">
                  <c:v>157009577.30000001</c:v>
                </c:pt>
                <c:pt idx="7">
                  <c:v>107931580.23</c:v>
                </c:pt>
                <c:pt idx="8">
                  <c:v>105921473.16</c:v>
                </c:pt>
                <c:pt idx="9">
                  <c:v>439214089.82999998</c:v>
                </c:pt>
                <c:pt idx="10">
                  <c:v>431191850.45999998</c:v>
                </c:pt>
                <c:pt idx="11">
                  <c:v>382608144.38999999</c:v>
                </c:pt>
                <c:pt idx="12">
                  <c:v>387761809.74000001</c:v>
                </c:pt>
                <c:pt idx="13">
                  <c:v>396083476.02999997</c:v>
                </c:pt>
                <c:pt idx="14">
                  <c:v>392980987.86000001</c:v>
                </c:pt>
                <c:pt idx="15">
                  <c:v>396124150.62</c:v>
                </c:pt>
                <c:pt idx="16">
                  <c:v>336167097.33999997</c:v>
                </c:pt>
                <c:pt idx="17">
                  <c:v>345931544.18000001</c:v>
                </c:pt>
                <c:pt idx="18">
                  <c:v>404655152.97000003</c:v>
                </c:pt>
                <c:pt idx="19">
                  <c:v>392391554.38999999</c:v>
                </c:pt>
                <c:pt idx="20">
                  <c:v>382612940.73000002</c:v>
                </c:pt>
                <c:pt idx="21">
                  <c:v>521983361.02999997</c:v>
                </c:pt>
                <c:pt idx="22">
                  <c:v>523008887.24000001</c:v>
                </c:pt>
                <c:pt idx="23">
                  <c:v>341821792.17000002</c:v>
                </c:pt>
                <c:pt idx="24">
                  <c:v>334291984.6699999</c:v>
                </c:pt>
                <c:pt idx="25">
                  <c:v>354441489.84999996</c:v>
                </c:pt>
                <c:pt idx="26">
                  <c:v>345954356.12</c:v>
                </c:pt>
                <c:pt idx="27">
                  <c:v>221817587.11050001</c:v>
                </c:pt>
                <c:pt idx="28">
                  <c:v>218522771.7845</c:v>
                </c:pt>
                <c:pt idx="29">
                  <c:v>264747573.70249999</c:v>
                </c:pt>
                <c:pt idx="30">
                  <c:v>329622958.70319998</c:v>
                </c:pt>
                <c:pt idx="31">
                  <c:v>305367533.81239998</c:v>
                </c:pt>
                <c:pt idx="32">
                  <c:v>309043902.79000002</c:v>
                </c:pt>
                <c:pt idx="33">
                  <c:v>379302081.95620006</c:v>
                </c:pt>
                <c:pt idx="34">
                  <c:v>342006545.59560001</c:v>
                </c:pt>
                <c:pt idx="35">
                  <c:v>336420109.60139996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FB42-486C-B99B-91BBD5128D20}"/>
            </c:ext>
          </c:extLst>
        </c:ser>
        <c:ser>
          <c:idx val="6"/>
          <c:order val="5"/>
          <c:tx>
            <c:strRef>
              <c:f>Total!$L$1</c:f>
              <c:strCache>
                <c:ptCount val="1"/>
                <c:pt idx="0">
                  <c:v> JP Morgan </c:v>
                </c:pt>
              </c:strCache>
            </c:strRef>
          </c:tx>
          <c:cat>
            <c:numRef>
              <c:f>Total!$A$3:$A$100</c:f>
              <c:numCache>
                <c:formatCode>[$-409]mmm\-yy;@</c:formatCode>
                <c:ptCount val="98"/>
                <c:pt idx="0">
                  <c:v>44907</c:v>
                </c:pt>
                <c:pt idx="1">
                  <c:v>44938</c:v>
                </c:pt>
                <c:pt idx="2">
                  <c:v>44969</c:v>
                </c:pt>
                <c:pt idx="3">
                  <c:v>44986</c:v>
                </c:pt>
                <c:pt idx="4">
                  <c:v>45017</c:v>
                </c:pt>
                <c:pt idx="5">
                  <c:v>45048</c:v>
                </c:pt>
                <c:pt idx="6">
                  <c:v>45079</c:v>
                </c:pt>
                <c:pt idx="7">
                  <c:v>45110</c:v>
                </c:pt>
                <c:pt idx="8">
                  <c:v>45141</c:v>
                </c:pt>
                <c:pt idx="9">
                  <c:v>45172</c:v>
                </c:pt>
                <c:pt idx="10">
                  <c:v>45203</c:v>
                </c:pt>
                <c:pt idx="11">
                  <c:v>45234</c:v>
                </c:pt>
                <c:pt idx="12">
                  <c:v>45265</c:v>
                </c:pt>
                <c:pt idx="13">
                  <c:v>45296</c:v>
                </c:pt>
                <c:pt idx="14">
                  <c:v>45327</c:v>
                </c:pt>
                <c:pt idx="15">
                  <c:v>45358</c:v>
                </c:pt>
                <c:pt idx="16">
                  <c:v>45389</c:v>
                </c:pt>
                <c:pt idx="17">
                  <c:v>45420</c:v>
                </c:pt>
                <c:pt idx="18">
                  <c:v>45451</c:v>
                </c:pt>
                <c:pt idx="19">
                  <c:v>45482</c:v>
                </c:pt>
                <c:pt idx="20">
                  <c:v>45513</c:v>
                </c:pt>
                <c:pt idx="21">
                  <c:v>45544</c:v>
                </c:pt>
                <c:pt idx="22">
                  <c:v>45575</c:v>
                </c:pt>
                <c:pt idx="23">
                  <c:v>45606</c:v>
                </c:pt>
                <c:pt idx="24">
                  <c:v>45627</c:v>
                </c:pt>
                <c:pt idx="25">
                  <c:v>45658</c:v>
                </c:pt>
                <c:pt idx="26">
                  <c:v>45689</c:v>
                </c:pt>
                <c:pt idx="27">
                  <c:v>45720</c:v>
                </c:pt>
                <c:pt idx="28">
                  <c:v>45751</c:v>
                </c:pt>
                <c:pt idx="29">
                  <c:v>45782</c:v>
                </c:pt>
                <c:pt idx="30">
                  <c:v>45813</c:v>
                </c:pt>
                <c:pt idx="31">
                  <c:v>45844</c:v>
                </c:pt>
                <c:pt idx="32">
                  <c:v>45875</c:v>
                </c:pt>
                <c:pt idx="33">
                  <c:v>45906</c:v>
                </c:pt>
                <c:pt idx="34">
                  <c:v>45937</c:v>
                </c:pt>
                <c:pt idx="35">
                  <c:v>45968</c:v>
                </c:pt>
              </c:numCache>
            </c:numRef>
          </c:cat>
          <c:val>
            <c:numRef>
              <c:f>Total!$L$3:$L$49994</c:f>
              <c:numCache>
                <c:formatCode>_(* #,##0_);_(* \(#,##0\);_(* "-"??_);_(@_)</c:formatCode>
                <c:ptCount val="49992"/>
                <c:pt idx="0">
                  <c:v>1330206027.1600001</c:v>
                </c:pt>
                <c:pt idx="1">
                  <c:v>1449563026.3900001</c:v>
                </c:pt>
                <c:pt idx="2">
                  <c:v>3008250234.4400001</c:v>
                </c:pt>
                <c:pt idx="3">
                  <c:v>2958296148.48</c:v>
                </c:pt>
                <c:pt idx="4">
                  <c:v>2861349336.9299998</c:v>
                </c:pt>
                <c:pt idx="5">
                  <c:v>3285641265.7800002</c:v>
                </c:pt>
                <c:pt idx="6">
                  <c:v>3360961080.0300002</c:v>
                </c:pt>
                <c:pt idx="7">
                  <c:v>3442696630.6599998</c:v>
                </c:pt>
                <c:pt idx="8">
                  <c:v>3354047682.2600002</c:v>
                </c:pt>
                <c:pt idx="9">
                  <c:v>3320754299.3400002</c:v>
                </c:pt>
                <c:pt idx="10">
                  <c:v>3099597241.46</c:v>
                </c:pt>
                <c:pt idx="11">
                  <c:v>3239537306.02</c:v>
                </c:pt>
                <c:pt idx="12">
                  <c:v>3413652058.1900001</c:v>
                </c:pt>
                <c:pt idx="13">
                  <c:v>3725477074.9499998</c:v>
                </c:pt>
                <c:pt idx="14">
                  <c:v>3336050718.7800002</c:v>
                </c:pt>
                <c:pt idx="15">
                  <c:v>3632746398.8200002</c:v>
                </c:pt>
                <c:pt idx="16">
                  <c:v>3979750321.8200002</c:v>
                </c:pt>
                <c:pt idx="17">
                  <c:v>4366992066.5900002</c:v>
                </c:pt>
                <c:pt idx="18">
                  <c:v>4601804017.1400003</c:v>
                </c:pt>
                <c:pt idx="19">
                  <c:v>4419454918.8699999</c:v>
                </c:pt>
                <c:pt idx="20">
                  <c:v>4639107811.6499996</c:v>
                </c:pt>
                <c:pt idx="21">
                  <c:v>4220186797.2600002</c:v>
                </c:pt>
                <c:pt idx="22">
                  <c:v>3565114973.3699999</c:v>
                </c:pt>
                <c:pt idx="23">
                  <c:v>3541391864.3200002</c:v>
                </c:pt>
                <c:pt idx="24">
                  <c:v>3483027454.1106</c:v>
                </c:pt>
                <c:pt idx="25">
                  <c:v>2826959888.0553994</c:v>
                </c:pt>
                <c:pt idx="26">
                  <c:v>2843080882.8945003</c:v>
                </c:pt>
                <c:pt idx="27">
                  <c:v>2763999386.7597995</c:v>
                </c:pt>
                <c:pt idx="28">
                  <c:v>2395369361.9552994</c:v>
                </c:pt>
                <c:pt idx="29">
                  <c:v>2320072475.5433998</c:v>
                </c:pt>
                <c:pt idx="30">
                  <c:v>2386929476.5936999</c:v>
                </c:pt>
                <c:pt idx="31">
                  <c:v>2006398452.7551999</c:v>
                </c:pt>
                <c:pt idx="32">
                  <c:v>1785960730.6300001</c:v>
                </c:pt>
                <c:pt idx="33">
                  <c:v>2217345047.2083998</c:v>
                </c:pt>
                <c:pt idx="34">
                  <c:v>1876513717.4219</c:v>
                </c:pt>
                <c:pt idx="35">
                  <c:v>1648697237.1460001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FB42-486C-B99B-91BBD5128D20}"/>
            </c:ext>
          </c:extLst>
        </c:ser>
        <c:ser>
          <c:idx val="7"/>
          <c:order val="6"/>
          <c:tx>
            <c:strRef>
              <c:f>Total!$P$1</c:f>
              <c:strCache>
                <c:ptCount val="1"/>
                <c:pt idx="0">
                  <c:v> Mizuho </c:v>
                </c:pt>
              </c:strCache>
            </c:strRef>
          </c:tx>
          <c:cat>
            <c:numRef>
              <c:f>Total!$A$3:$A$100</c:f>
              <c:numCache>
                <c:formatCode>[$-409]mmm\-yy;@</c:formatCode>
                <c:ptCount val="98"/>
                <c:pt idx="0">
                  <c:v>44907</c:v>
                </c:pt>
                <c:pt idx="1">
                  <c:v>44938</c:v>
                </c:pt>
                <c:pt idx="2">
                  <c:v>44969</c:v>
                </c:pt>
                <c:pt idx="3">
                  <c:v>44986</c:v>
                </c:pt>
                <c:pt idx="4">
                  <c:v>45017</c:v>
                </c:pt>
                <c:pt idx="5">
                  <c:v>45048</c:v>
                </c:pt>
                <c:pt idx="6">
                  <c:v>45079</c:v>
                </c:pt>
                <c:pt idx="7">
                  <c:v>45110</c:v>
                </c:pt>
                <c:pt idx="8">
                  <c:v>45141</c:v>
                </c:pt>
                <c:pt idx="9">
                  <c:v>45172</c:v>
                </c:pt>
                <c:pt idx="10">
                  <c:v>45203</c:v>
                </c:pt>
                <c:pt idx="11">
                  <c:v>45234</c:v>
                </c:pt>
                <c:pt idx="12">
                  <c:v>45265</c:v>
                </c:pt>
                <c:pt idx="13">
                  <c:v>45296</c:v>
                </c:pt>
                <c:pt idx="14">
                  <c:v>45327</c:v>
                </c:pt>
                <c:pt idx="15">
                  <c:v>45358</c:v>
                </c:pt>
                <c:pt idx="16">
                  <c:v>45389</c:v>
                </c:pt>
                <c:pt idx="17">
                  <c:v>45420</c:v>
                </c:pt>
                <c:pt idx="18">
                  <c:v>45451</c:v>
                </c:pt>
                <c:pt idx="19">
                  <c:v>45482</c:v>
                </c:pt>
                <c:pt idx="20">
                  <c:v>45513</c:v>
                </c:pt>
                <c:pt idx="21">
                  <c:v>45544</c:v>
                </c:pt>
                <c:pt idx="22">
                  <c:v>45575</c:v>
                </c:pt>
                <c:pt idx="23">
                  <c:v>45606</c:v>
                </c:pt>
                <c:pt idx="24">
                  <c:v>45627</c:v>
                </c:pt>
                <c:pt idx="25">
                  <c:v>45658</c:v>
                </c:pt>
                <c:pt idx="26">
                  <c:v>45689</c:v>
                </c:pt>
                <c:pt idx="27">
                  <c:v>45720</c:v>
                </c:pt>
                <c:pt idx="28">
                  <c:v>45751</c:v>
                </c:pt>
                <c:pt idx="29">
                  <c:v>45782</c:v>
                </c:pt>
                <c:pt idx="30">
                  <c:v>45813</c:v>
                </c:pt>
                <c:pt idx="31">
                  <c:v>45844</c:v>
                </c:pt>
                <c:pt idx="32">
                  <c:v>45875</c:v>
                </c:pt>
                <c:pt idx="33">
                  <c:v>45906</c:v>
                </c:pt>
                <c:pt idx="34">
                  <c:v>45937</c:v>
                </c:pt>
                <c:pt idx="35">
                  <c:v>45968</c:v>
                </c:pt>
              </c:numCache>
            </c:numRef>
          </c:cat>
          <c:val>
            <c:numRef>
              <c:f>Total!$P$3:$P$49994</c:f>
              <c:numCache>
                <c:formatCode>_(* #,##0_);_(* \(#,##0\);_(* "-"??_);_(@_)</c:formatCode>
                <c:ptCount val="4999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FB42-486C-B99B-91BBD5128D20}"/>
            </c:ext>
          </c:extLst>
        </c:ser>
        <c:ser>
          <c:idx val="8"/>
          <c:order val="7"/>
          <c:tx>
            <c:strRef>
              <c:f>Total!$Q$1</c:f>
              <c:strCache>
                <c:ptCount val="1"/>
                <c:pt idx="0">
                  <c:v> TD </c:v>
                </c:pt>
              </c:strCache>
            </c:strRef>
          </c:tx>
          <c:cat>
            <c:numRef>
              <c:f>Total!$A$3:$A$100</c:f>
              <c:numCache>
                <c:formatCode>[$-409]mmm\-yy;@</c:formatCode>
                <c:ptCount val="98"/>
                <c:pt idx="0">
                  <c:v>44907</c:v>
                </c:pt>
                <c:pt idx="1">
                  <c:v>44938</c:v>
                </c:pt>
                <c:pt idx="2">
                  <c:v>44969</c:v>
                </c:pt>
                <c:pt idx="3">
                  <c:v>44986</c:v>
                </c:pt>
                <c:pt idx="4">
                  <c:v>45017</c:v>
                </c:pt>
                <c:pt idx="5">
                  <c:v>45048</c:v>
                </c:pt>
                <c:pt idx="6">
                  <c:v>45079</c:v>
                </c:pt>
                <c:pt idx="7">
                  <c:v>45110</c:v>
                </c:pt>
                <c:pt idx="8">
                  <c:v>45141</c:v>
                </c:pt>
                <c:pt idx="9">
                  <c:v>45172</c:v>
                </c:pt>
                <c:pt idx="10">
                  <c:v>45203</c:v>
                </c:pt>
                <c:pt idx="11">
                  <c:v>45234</c:v>
                </c:pt>
                <c:pt idx="12">
                  <c:v>45265</c:v>
                </c:pt>
                <c:pt idx="13">
                  <c:v>45296</c:v>
                </c:pt>
                <c:pt idx="14">
                  <c:v>45327</c:v>
                </c:pt>
                <c:pt idx="15">
                  <c:v>45358</c:v>
                </c:pt>
                <c:pt idx="16">
                  <c:v>45389</c:v>
                </c:pt>
                <c:pt idx="17">
                  <c:v>45420</c:v>
                </c:pt>
                <c:pt idx="18">
                  <c:v>45451</c:v>
                </c:pt>
                <c:pt idx="19">
                  <c:v>45482</c:v>
                </c:pt>
                <c:pt idx="20">
                  <c:v>45513</c:v>
                </c:pt>
                <c:pt idx="21">
                  <c:v>45544</c:v>
                </c:pt>
                <c:pt idx="22">
                  <c:v>45575</c:v>
                </c:pt>
                <c:pt idx="23">
                  <c:v>45606</c:v>
                </c:pt>
                <c:pt idx="24">
                  <c:v>45627</c:v>
                </c:pt>
                <c:pt idx="25">
                  <c:v>45658</c:v>
                </c:pt>
                <c:pt idx="26">
                  <c:v>45689</c:v>
                </c:pt>
                <c:pt idx="27">
                  <c:v>45720</c:v>
                </c:pt>
                <c:pt idx="28">
                  <c:v>45751</c:v>
                </c:pt>
                <c:pt idx="29">
                  <c:v>45782</c:v>
                </c:pt>
                <c:pt idx="30">
                  <c:v>45813</c:v>
                </c:pt>
                <c:pt idx="31">
                  <c:v>45844</c:v>
                </c:pt>
                <c:pt idx="32">
                  <c:v>45875</c:v>
                </c:pt>
                <c:pt idx="33">
                  <c:v>45906</c:v>
                </c:pt>
                <c:pt idx="34">
                  <c:v>45937</c:v>
                </c:pt>
                <c:pt idx="35">
                  <c:v>45968</c:v>
                </c:pt>
              </c:numCache>
            </c:numRef>
          </c:cat>
          <c:val>
            <c:numRef>
              <c:f>Total!$Q$3:$Q$49994</c:f>
              <c:numCache>
                <c:formatCode>_(* #,##0_);_(* \(#,##0\);_(* "-"??_);_(@_)</c:formatCode>
                <c:ptCount val="49992"/>
                <c:pt idx="0">
                  <c:v>301000774.85000002</c:v>
                </c:pt>
                <c:pt idx="1">
                  <c:v>301312322.16000003</c:v>
                </c:pt>
                <c:pt idx="2">
                  <c:v>279773854.63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FB42-486C-B99B-91BBD5128D20}"/>
            </c:ext>
          </c:extLst>
        </c:ser>
        <c:ser>
          <c:idx val="9"/>
          <c:order val="8"/>
          <c:tx>
            <c:strRef>
              <c:f>Total!$R$1</c:f>
              <c:strCache>
                <c:ptCount val="1"/>
                <c:pt idx="0">
                  <c:v> CME </c:v>
                </c:pt>
              </c:strCache>
            </c:strRef>
          </c:tx>
          <c:marker>
            <c:symbol val="none"/>
          </c:marker>
          <c:cat>
            <c:numRef>
              <c:f>Total!$A$3:$A$100</c:f>
              <c:numCache>
                <c:formatCode>[$-409]mmm\-yy;@</c:formatCode>
                <c:ptCount val="98"/>
                <c:pt idx="0">
                  <c:v>44907</c:v>
                </c:pt>
                <c:pt idx="1">
                  <c:v>44938</c:v>
                </c:pt>
                <c:pt idx="2">
                  <c:v>44969</c:v>
                </c:pt>
                <c:pt idx="3">
                  <c:v>44986</c:v>
                </c:pt>
                <c:pt idx="4">
                  <c:v>45017</c:v>
                </c:pt>
                <c:pt idx="5">
                  <c:v>45048</c:v>
                </c:pt>
                <c:pt idx="6">
                  <c:v>45079</c:v>
                </c:pt>
                <c:pt idx="7">
                  <c:v>45110</c:v>
                </c:pt>
                <c:pt idx="8">
                  <c:v>45141</c:v>
                </c:pt>
                <c:pt idx="9">
                  <c:v>45172</c:v>
                </c:pt>
                <c:pt idx="10">
                  <c:v>45203</c:v>
                </c:pt>
                <c:pt idx="11">
                  <c:v>45234</c:v>
                </c:pt>
                <c:pt idx="12">
                  <c:v>45265</c:v>
                </c:pt>
                <c:pt idx="13">
                  <c:v>45296</c:v>
                </c:pt>
                <c:pt idx="14">
                  <c:v>45327</c:v>
                </c:pt>
                <c:pt idx="15">
                  <c:v>45358</c:v>
                </c:pt>
                <c:pt idx="16">
                  <c:v>45389</c:v>
                </c:pt>
                <c:pt idx="17">
                  <c:v>45420</c:v>
                </c:pt>
                <c:pt idx="18">
                  <c:v>45451</c:v>
                </c:pt>
                <c:pt idx="19">
                  <c:v>45482</c:v>
                </c:pt>
                <c:pt idx="20">
                  <c:v>45513</c:v>
                </c:pt>
                <c:pt idx="21">
                  <c:v>45544</c:v>
                </c:pt>
                <c:pt idx="22">
                  <c:v>45575</c:v>
                </c:pt>
                <c:pt idx="23">
                  <c:v>45606</c:v>
                </c:pt>
                <c:pt idx="24">
                  <c:v>45627</c:v>
                </c:pt>
                <c:pt idx="25">
                  <c:v>45658</c:v>
                </c:pt>
                <c:pt idx="26">
                  <c:v>45689</c:v>
                </c:pt>
                <c:pt idx="27">
                  <c:v>45720</c:v>
                </c:pt>
                <c:pt idx="28">
                  <c:v>45751</c:v>
                </c:pt>
                <c:pt idx="29">
                  <c:v>45782</c:v>
                </c:pt>
                <c:pt idx="30">
                  <c:v>45813</c:v>
                </c:pt>
                <c:pt idx="31">
                  <c:v>45844</c:v>
                </c:pt>
                <c:pt idx="32">
                  <c:v>45875</c:v>
                </c:pt>
                <c:pt idx="33">
                  <c:v>45906</c:v>
                </c:pt>
                <c:pt idx="34">
                  <c:v>45937</c:v>
                </c:pt>
                <c:pt idx="35">
                  <c:v>45968</c:v>
                </c:pt>
              </c:numCache>
            </c:numRef>
          </c:cat>
          <c:val>
            <c:numRef>
              <c:f>Total!$R$3:$R$49994</c:f>
              <c:numCache>
                <c:formatCode>_(* #,##0_);_(* \(#,##0\);_(* "-"??_);_(@_)</c:formatCode>
                <c:ptCount val="49992"/>
                <c:pt idx="0">
                  <c:v>-116850009.64</c:v>
                </c:pt>
                <c:pt idx="1">
                  <c:v>-78981153.370000005</c:v>
                </c:pt>
                <c:pt idx="2">
                  <c:v>-76764686.140000001</c:v>
                </c:pt>
                <c:pt idx="3">
                  <c:v>11146464.23</c:v>
                </c:pt>
                <c:pt idx="4">
                  <c:v>800637.25</c:v>
                </c:pt>
                <c:pt idx="5">
                  <c:v>-8728933.0800000001</c:v>
                </c:pt>
                <c:pt idx="6">
                  <c:v>-41678957.130000003</c:v>
                </c:pt>
                <c:pt idx="7">
                  <c:v>-32675639.629999999</c:v>
                </c:pt>
                <c:pt idx="8">
                  <c:v>50804052.549999997</c:v>
                </c:pt>
                <c:pt idx="9">
                  <c:v>-43033981.780000001</c:v>
                </c:pt>
                <c:pt idx="10">
                  <c:v>-189311205.72999999</c:v>
                </c:pt>
                <c:pt idx="11">
                  <c:v>-269094020.68000001</c:v>
                </c:pt>
                <c:pt idx="12">
                  <c:v>-248840328.06</c:v>
                </c:pt>
                <c:pt idx="13">
                  <c:v>-55487164.079999998</c:v>
                </c:pt>
                <c:pt idx="14">
                  <c:v>-63833241.350000001</c:v>
                </c:pt>
                <c:pt idx="15">
                  <c:v>-72544462.579999998</c:v>
                </c:pt>
                <c:pt idx="16">
                  <c:v>-84670887.780000001</c:v>
                </c:pt>
                <c:pt idx="17">
                  <c:v>-130370534.08</c:v>
                </c:pt>
                <c:pt idx="18">
                  <c:v>-141792632.40000001</c:v>
                </c:pt>
                <c:pt idx="19">
                  <c:v>-103923154.73</c:v>
                </c:pt>
                <c:pt idx="20">
                  <c:v>-64637078.840000004</c:v>
                </c:pt>
                <c:pt idx="21">
                  <c:v>92733934.280000001</c:v>
                </c:pt>
                <c:pt idx="22">
                  <c:v>166401953.40000001</c:v>
                </c:pt>
                <c:pt idx="23">
                  <c:v>-90030406.159999996</c:v>
                </c:pt>
                <c:pt idx="24">
                  <c:v>-153555912.38</c:v>
                </c:pt>
                <c:pt idx="25">
                  <c:v>-187402618.18000001</c:v>
                </c:pt>
                <c:pt idx="26">
                  <c:v>-181182225.5</c:v>
                </c:pt>
                <c:pt idx="27">
                  <c:v>60999888.849999994</c:v>
                </c:pt>
                <c:pt idx="28">
                  <c:v>-39951723.719999999</c:v>
                </c:pt>
                <c:pt idx="29">
                  <c:v>77754059.599999994</c:v>
                </c:pt>
                <c:pt idx="30">
                  <c:v>142164437.90000001</c:v>
                </c:pt>
                <c:pt idx="31">
                  <c:v>225287588.72999999</c:v>
                </c:pt>
                <c:pt idx="32">
                  <c:v>271739792.80000001</c:v>
                </c:pt>
                <c:pt idx="33">
                  <c:v>352306130.88</c:v>
                </c:pt>
                <c:pt idx="34">
                  <c:v>242237697.55000001</c:v>
                </c:pt>
                <c:pt idx="35">
                  <c:v>276748382.98000002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8-FB42-486C-B99B-91BBD5128D20}"/>
            </c:ext>
          </c:extLst>
        </c:ser>
        <c:ser>
          <c:idx val="10"/>
          <c:order val="9"/>
          <c:tx>
            <c:strRef>
              <c:f>Total!$S$1</c:f>
              <c:strCache>
                <c:ptCount val="1"/>
                <c:pt idx="0">
                  <c:v> ICE </c:v>
                </c:pt>
              </c:strCache>
            </c:strRef>
          </c:tx>
          <c:marker>
            <c:symbol val="none"/>
          </c:marker>
          <c:cat>
            <c:numRef>
              <c:f>Total!$A$3:$A$100</c:f>
              <c:numCache>
                <c:formatCode>[$-409]mmm\-yy;@</c:formatCode>
                <c:ptCount val="98"/>
                <c:pt idx="0">
                  <c:v>44907</c:v>
                </c:pt>
                <c:pt idx="1">
                  <c:v>44938</c:v>
                </c:pt>
                <c:pt idx="2">
                  <c:v>44969</c:v>
                </c:pt>
                <c:pt idx="3">
                  <c:v>44986</c:v>
                </c:pt>
                <c:pt idx="4">
                  <c:v>45017</c:v>
                </c:pt>
                <c:pt idx="5">
                  <c:v>45048</c:v>
                </c:pt>
                <c:pt idx="6">
                  <c:v>45079</c:v>
                </c:pt>
                <c:pt idx="7">
                  <c:v>45110</c:v>
                </c:pt>
                <c:pt idx="8">
                  <c:v>45141</c:v>
                </c:pt>
                <c:pt idx="9">
                  <c:v>45172</c:v>
                </c:pt>
                <c:pt idx="10">
                  <c:v>45203</c:v>
                </c:pt>
                <c:pt idx="11">
                  <c:v>45234</c:v>
                </c:pt>
                <c:pt idx="12">
                  <c:v>45265</c:v>
                </c:pt>
                <c:pt idx="13">
                  <c:v>45296</c:v>
                </c:pt>
                <c:pt idx="14">
                  <c:v>45327</c:v>
                </c:pt>
                <c:pt idx="15">
                  <c:v>45358</c:v>
                </c:pt>
                <c:pt idx="16">
                  <c:v>45389</c:v>
                </c:pt>
                <c:pt idx="17">
                  <c:v>45420</c:v>
                </c:pt>
                <c:pt idx="18">
                  <c:v>45451</c:v>
                </c:pt>
                <c:pt idx="19">
                  <c:v>45482</c:v>
                </c:pt>
                <c:pt idx="20">
                  <c:v>45513</c:v>
                </c:pt>
                <c:pt idx="21">
                  <c:v>45544</c:v>
                </c:pt>
                <c:pt idx="22">
                  <c:v>45575</c:v>
                </c:pt>
                <c:pt idx="23">
                  <c:v>45606</c:v>
                </c:pt>
                <c:pt idx="24">
                  <c:v>45627</c:v>
                </c:pt>
                <c:pt idx="25">
                  <c:v>45658</c:v>
                </c:pt>
                <c:pt idx="26">
                  <c:v>45689</c:v>
                </c:pt>
                <c:pt idx="27">
                  <c:v>45720</c:v>
                </c:pt>
                <c:pt idx="28">
                  <c:v>45751</c:v>
                </c:pt>
                <c:pt idx="29">
                  <c:v>45782</c:v>
                </c:pt>
                <c:pt idx="30">
                  <c:v>45813</c:v>
                </c:pt>
                <c:pt idx="31">
                  <c:v>45844</c:v>
                </c:pt>
                <c:pt idx="32">
                  <c:v>45875</c:v>
                </c:pt>
                <c:pt idx="33">
                  <c:v>45906</c:v>
                </c:pt>
                <c:pt idx="34">
                  <c:v>45937</c:v>
                </c:pt>
                <c:pt idx="35">
                  <c:v>45968</c:v>
                </c:pt>
              </c:numCache>
            </c:numRef>
          </c:cat>
          <c:val>
            <c:numRef>
              <c:f>Total!$S$3:$S$49994</c:f>
              <c:numCache>
                <c:formatCode>_(* #,##0_);_(* \(#,##0\);_(* "-"??_);_(@_)</c:formatCode>
                <c:ptCount val="49992"/>
                <c:pt idx="0">
                  <c:v>125429255.62</c:v>
                </c:pt>
                <c:pt idx="1">
                  <c:v>128595392.23</c:v>
                </c:pt>
                <c:pt idx="2">
                  <c:v>122099046.34</c:v>
                </c:pt>
                <c:pt idx="3">
                  <c:v>109013652.98999999</c:v>
                </c:pt>
                <c:pt idx="4">
                  <c:v>116356100.31999999</c:v>
                </c:pt>
                <c:pt idx="5">
                  <c:v>100805506.64</c:v>
                </c:pt>
                <c:pt idx="6">
                  <c:v>101125030.27</c:v>
                </c:pt>
                <c:pt idx="7">
                  <c:v>100635034.09</c:v>
                </c:pt>
                <c:pt idx="8">
                  <c:v>91711932.5</c:v>
                </c:pt>
                <c:pt idx="9">
                  <c:v>90986842.739999995</c:v>
                </c:pt>
                <c:pt idx="10">
                  <c:v>70701012.700000003</c:v>
                </c:pt>
                <c:pt idx="11">
                  <c:v>73447037.560000002</c:v>
                </c:pt>
                <c:pt idx="12">
                  <c:v>75348976.540000007</c:v>
                </c:pt>
                <c:pt idx="13">
                  <c:v>68756966.040000007</c:v>
                </c:pt>
                <c:pt idx="14">
                  <c:v>71509117.640000001</c:v>
                </c:pt>
                <c:pt idx="15">
                  <c:v>28721689.079999998</c:v>
                </c:pt>
                <c:pt idx="16">
                  <c:v>27237034.870000001</c:v>
                </c:pt>
                <c:pt idx="17">
                  <c:v>20656796</c:v>
                </c:pt>
                <c:pt idx="18">
                  <c:v>24865272.609999999</c:v>
                </c:pt>
                <c:pt idx="19">
                  <c:v>19095741.02</c:v>
                </c:pt>
                <c:pt idx="20">
                  <c:v>19342068.370000001</c:v>
                </c:pt>
                <c:pt idx="21">
                  <c:v>16537017.560000001</c:v>
                </c:pt>
                <c:pt idx="22">
                  <c:v>24968662.02</c:v>
                </c:pt>
                <c:pt idx="23">
                  <c:v>25278789.84</c:v>
                </c:pt>
                <c:pt idx="24">
                  <c:v>24641933.489999998</c:v>
                </c:pt>
                <c:pt idx="25">
                  <c:v>18843597.59</c:v>
                </c:pt>
                <c:pt idx="26">
                  <c:v>18314244.370000001</c:v>
                </c:pt>
                <c:pt idx="27">
                  <c:v>15650899.16</c:v>
                </c:pt>
                <c:pt idx="28">
                  <c:v>16060753.620000001</c:v>
                </c:pt>
                <c:pt idx="29">
                  <c:v>15974776.879999999</c:v>
                </c:pt>
                <c:pt idx="30">
                  <c:v>14343347.280000001</c:v>
                </c:pt>
                <c:pt idx="31">
                  <c:v>4790622.620000001</c:v>
                </c:pt>
                <c:pt idx="32">
                  <c:v>3189592.3</c:v>
                </c:pt>
                <c:pt idx="33">
                  <c:v>51930539.333999999</c:v>
                </c:pt>
                <c:pt idx="34">
                  <c:v>50474060.554000005</c:v>
                </c:pt>
                <c:pt idx="35">
                  <c:v>52096306.523999996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9-FB42-486C-B99B-91BBD5128D20}"/>
            </c:ext>
          </c:extLst>
        </c:ser>
        <c:ser>
          <c:idx val="11"/>
          <c:order val="10"/>
          <c:tx>
            <c:strRef>
              <c:f>Total!$T$1</c:f>
              <c:strCache>
                <c:ptCount val="1"/>
                <c:pt idx="0">
                  <c:v> EUREX </c:v>
                </c:pt>
              </c:strCache>
            </c:strRef>
          </c:tx>
          <c:marker>
            <c:symbol val="none"/>
          </c:marker>
          <c:cat>
            <c:numRef>
              <c:f>Total!$A$3:$A$100</c:f>
              <c:numCache>
                <c:formatCode>[$-409]mmm\-yy;@</c:formatCode>
                <c:ptCount val="98"/>
                <c:pt idx="0">
                  <c:v>44907</c:v>
                </c:pt>
                <c:pt idx="1">
                  <c:v>44938</c:v>
                </c:pt>
                <c:pt idx="2">
                  <c:v>44969</c:v>
                </c:pt>
                <c:pt idx="3">
                  <c:v>44986</c:v>
                </c:pt>
                <c:pt idx="4">
                  <c:v>45017</c:v>
                </c:pt>
                <c:pt idx="5">
                  <c:v>45048</c:v>
                </c:pt>
                <c:pt idx="6">
                  <c:v>45079</c:v>
                </c:pt>
                <c:pt idx="7">
                  <c:v>45110</c:v>
                </c:pt>
                <c:pt idx="8">
                  <c:v>45141</c:v>
                </c:pt>
                <c:pt idx="9">
                  <c:v>45172</c:v>
                </c:pt>
                <c:pt idx="10">
                  <c:v>45203</c:v>
                </c:pt>
                <c:pt idx="11">
                  <c:v>45234</c:v>
                </c:pt>
                <c:pt idx="12">
                  <c:v>45265</c:v>
                </c:pt>
                <c:pt idx="13">
                  <c:v>45296</c:v>
                </c:pt>
                <c:pt idx="14">
                  <c:v>45327</c:v>
                </c:pt>
                <c:pt idx="15">
                  <c:v>45358</c:v>
                </c:pt>
                <c:pt idx="16">
                  <c:v>45389</c:v>
                </c:pt>
                <c:pt idx="17">
                  <c:v>45420</c:v>
                </c:pt>
                <c:pt idx="18">
                  <c:v>45451</c:v>
                </c:pt>
                <c:pt idx="19">
                  <c:v>45482</c:v>
                </c:pt>
                <c:pt idx="20">
                  <c:v>45513</c:v>
                </c:pt>
                <c:pt idx="21">
                  <c:v>45544</c:v>
                </c:pt>
                <c:pt idx="22">
                  <c:v>45575</c:v>
                </c:pt>
                <c:pt idx="23">
                  <c:v>45606</c:v>
                </c:pt>
                <c:pt idx="24">
                  <c:v>45627</c:v>
                </c:pt>
                <c:pt idx="25">
                  <c:v>45658</c:v>
                </c:pt>
                <c:pt idx="26">
                  <c:v>45689</c:v>
                </c:pt>
                <c:pt idx="27">
                  <c:v>45720</c:v>
                </c:pt>
                <c:pt idx="28">
                  <c:v>45751</c:v>
                </c:pt>
                <c:pt idx="29">
                  <c:v>45782</c:v>
                </c:pt>
                <c:pt idx="30">
                  <c:v>45813</c:v>
                </c:pt>
                <c:pt idx="31">
                  <c:v>45844</c:v>
                </c:pt>
                <c:pt idx="32">
                  <c:v>45875</c:v>
                </c:pt>
                <c:pt idx="33">
                  <c:v>45906</c:v>
                </c:pt>
                <c:pt idx="34">
                  <c:v>45937</c:v>
                </c:pt>
                <c:pt idx="35">
                  <c:v>45968</c:v>
                </c:pt>
              </c:numCache>
            </c:numRef>
          </c:cat>
          <c:val>
            <c:numRef>
              <c:f>Total!$T$3:$T$49994</c:f>
              <c:numCache>
                <c:formatCode>_(* #,##0_);_(* \(#,##0\);_(* "-"??_);_(@_)</c:formatCode>
                <c:ptCount val="49992"/>
                <c:pt idx="0">
                  <c:v>-17396217.68</c:v>
                </c:pt>
                <c:pt idx="1">
                  <c:v>-17534972.32</c:v>
                </c:pt>
                <c:pt idx="2">
                  <c:v>-17659255.109999999</c:v>
                </c:pt>
                <c:pt idx="3">
                  <c:v>-22628374.170000002</c:v>
                </c:pt>
                <c:pt idx="4">
                  <c:v>-15874283.52</c:v>
                </c:pt>
                <c:pt idx="5">
                  <c:v>-14611412.23</c:v>
                </c:pt>
                <c:pt idx="6">
                  <c:v>-15435566.189999999</c:v>
                </c:pt>
                <c:pt idx="7">
                  <c:v>-24290615.32</c:v>
                </c:pt>
                <c:pt idx="8">
                  <c:v>-34098690.579999998</c:v>
                </c:pt>
                <c:pt idx="9">
                  <c:v>-35062104.960000001</c:v>
                </c:pt>
                <c:pt idx="10">
                  <c:v>-35861393.920000002</c:v>
                </c:pt>
                <c:pt idx="11">
                  <c:v>-88438215.799999997</c:v>
                </c:pt>
                <c:pt idx="12">
                  <c:v>-100471717.48999999</c:v>
                </c:pt>
                <c:pt idx="13">
                  <c:v>102496773.98</c:v>
                </c:pt>
                <c:pt idx="14">
                  <c:v>-27446505.52</c:v>
                </c:pt>
                <c:pt idx="15">
                  <c:v>-29571480</c:v>
                </c:pt>
                <c:pt idx="16">
                  <c:v>-31013532.09</c:v>
                </c:pt>
                <c:pt idx="17">
                  <c:v>-39405255.359999999</c:v>
                </c:pt>
                <c:pt idx="18">
                  <c:v>-37417568.329999998</c:v>
                </c:pt>
                <c:pt idx="19">
                  <c:v>-40607036.100000001</c:v>
                </c:pt>
                <c:pt idx="20">
                  <c:v>-46907328.219999999</c:v>
                </c:pt>
                <c:pt idx="21">
                  <c:v>-59588130.439999998</c:v>
                </c:pt>
                <c:pt idx="22">
                  <c:v>107800995.53</c:v>
                </c:pt>
                <c:pt idx="23">
                  <c:v>98092304.170000002</c:v>
                </c:pt>
                <c:pt idx="24">
                  <c:v>-52205850.839999996</c:v>
                </c:pt>
                <c:pt idx="25">
                  <c:v>111060760.86999999</c:v>
                </c:pt>
                <c:pt idx="26">
                  <c:v>53438600.799999997</c:v>
                </c:pt>
                <c:pt idx="27">
                  <c:v>-77564830.400000006</c:v>
                </c:pt>
                <c:pt idx="28">
                  <c:v>-57656033.900000006</c:v>
                </c:pt>
                <c:pt idx="29">
                  <c:v>-70221547.199999988</c:v>
                </c:pt>
                <c:pt idx="30">
                  <c:v>-119534847.59</c:v>
                </c:pt>
                <c:pt idx="31">
                  <c:v>-118770108.02000001</c:v>
                </c:pt>
                <c:pt idx="32">
                  <c:v>-95361384.120000005</c:v>
                </c:pt>
                <c:pt idx="33">
                  <c:v>-104081376.62</c:v>
                </c:pt>
                <c:pt idx="34">
                  <c:v>-100209617.68000001</c:v>
                </c:pt>
                <c:pt idx="35">
                  <c:v>78432638.269999996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A-FB42-486C-B99B-91BBD5128D20}"/>
            </c:ext>
          </c:extLst>
        </c:ser>
        <c:ser>
          <c:idx val="12"/>
          <c:order val="11"/>
          <c:tx>
            <c:strRef>
              <c:f>Total!$U$1</c:f>
              <c:strCache>
                <c:ptCount val="1"/>
                <c:pt idx="0">
                  <c:v> ICE Euro </c:v>
                </c:pt>
              </c:strCache>
            </c:strRef>
          </c:tx>
          <c:cat>
            <c:numRef>
              <c:f>Total!$A$3:$A$100</c:f>
              <c:numCache>
                <c:formatCode>[$-409]mmm\-yy;@</c:formatCode>
                <c:ptCount val="98"/>
                <c:pt idx="0">
                  <c:v>44907</c:v>
                </c:pt>
                <c:pt idx="1">
                  <c:v>44938</c:v>
                </c:pt>
                <c:pt idx="2">
                  <c:v>44969</c:v>
                </c:pt>
                <c:pt idx="3">
                  <c:v>44986</c:v>
                </c:pt>
                <c:pt idx="4">
                  <c:v>45017</c:v>
                </c:pt>
                <c:pt idx="5">
                  <c:v>45048</c:v>
                </c:pt>
                <c:pt idx="6">
                  <c:v>45079</c:v>
                </c:pt>
                <c:pt idx="7">
                  <c:v>45110</c:v>
                </c:pt>
                <c:pt idx="8">
                  <c:v>45141</c:v>
                </c:pt>
                <c:pt idx="9">
                  <c:v>45172</c:v>
                </c:pt>
                <c:pt idx="10">
                  <c:v>45203</c:v>
                </c:pt>
                <c:pt idx="11">
                  <c:v>45234</c:v>
                </c:pt>
                <c:pt idx="12">
                  <c:v>45265</c:v>
                </c:pt>
                <c:pt idx="13">
                  <c:v>45296</c:v>
                </c:pt>
                <c:pt idx="14">
                  <c:v>45327</c:v>
                </c:pt>
                <c:pt idx="15">
                  <c:v>45358</c:v>
                </c:pt>
                <c:pt idx="16">
                  <c:v>45389</c:v>
                </c:pt>
                <c:pt idx="17">
                  <c:v>45420</c:v>
                </c:pt>
                <c:pt idx="18">
                  <c:v>45451</c:v>
                </c:pt>
                <c:pt idx="19">
                  <c:v>45482</c:v>
                </c:pt>
                <c:pt idx="20">
                  <c:v>45513</c:v>
                </c:pt>
                <c:pt idx="21">
                  <c:v>45544</c:v>
                </c:pt>
                <c:pt idx="22">
                  <c:v>45575</c:v>
                </c:pt>
                <c:pt idx="23">
                  <c:v>45606</c:v>
                </c:pt>
                <c:pt idx="24">
                  <c:v>45627</c:v>
                </c:pt>
                <c:pt idx="25">
                  <c:v>45658</c:v>
                </c:pt>
                <c:pt idx="26">
                  <c:v>45689</c:v>
                </c:pt>
                <c:pt idx="27">
                  <c:v>45720</c:v>
                </c:pt>
                <c:pt idx="28">
                  <c:v>45751</c:v>
                </c:pt>
                <c:pt idx="29">
                  <c:v>45782</c:v>
                </c:pt>
                <c:pt idx="30">
                  <c:v>45813</c:v>
                </c:pt>
                <c:pt idx="31">
                  <c:v>45844</c:v>
                </c:pt>
                <c:pt idx="32">
                  <c:v>45875</c:v>
                </c:pt>
                <c:pt idx="33">
                  <c:v>45906</c:v>
                </c:pt>
                <c:pt idx="34">
                  <c:v>45937</c:v>
                </c:pt>
                <c:pt idx="35">
                  <c:v>45968</c:v>
                </c:pt>
              </c:numCache>
            </c:numRef>
          </c:cat>
          <c:val>
            <c:numRef>
              <c:f>Total!$U$3:$U$49994</c:f>
              <c:numCache>
                <c:formatCode>_(* #,##0_);_(* \(#,##0\);_(* "-"??_);_(@_)</c:formatCode>
                <c:ptCount val="49992"/>
                <c:pt idx="0">
                  <c:v>6507420</c:v>
                </c:pt>
                <c:pt idx="1">
                  <c:v>7332150</c:v>
                </c:pt>
                <c:pt idx="2">
                  <c:v>6976550</c:v>
                </c:pt>
                <c:pt idx="3">
                  <c:v>-1880435</c:v>
                </c:pt>
                <c:pt idx="4">
                  <c:v>-2222590</c:v>
                </c:pt>
                <c:pt idx="5">
                  <c:v>-795925</c:v>
                </c:pt>
                <c:pt idx="6">
                  <c:v>-11119770</c:v>
                </c:pt>
                <c:pt idx="7">
                  <c:v>-13117530</c:v>
                </c:pt>
                <c:pt idx="8">
                  <c:v>299240</c:v>
                </c:pt>
                <c:pt idx="9">
                  <c:v>-1244375</c:v>
                </c:pt>
                <c:pt idx="10">
                  <c:v>14797055</c:v>
                </c:pt>
                <c:pt idx="11">
                  <c:v>-1253590</c:v>
                </c:pt>
                <c:pt idx="12">
                  <c:v>9609550</c:v>
                </c:pt>
                <c:pt idx="13">
                  <c:v>10685700</c:v>
                </c:pt>
                <c:pt idx="14">
                  <c:v>-553765</c:v>
                </c:pt>
                <c:pt idx="15">
                  <c:v>13604200</c:v>
                </c:pt>
                <c:pt idx="16">
                  <c:v>13418915</c:v>
                </c:pt>
                <c:pt idx="17">
                  <c:v>15003130</c:v>
                </c:pt>
                <c:pt idx="18">
                  <c:v>16288000</c:v>
                </c:pt>
                <c:pt idx="19">
                  <c:v>16451380</c:v>
                </c:pt>
                <c:pt idx="20">
                  <c:v>167555</c:v>
                </c:pt>
                <c:pt idx="21">
                  <c:v>13534700</c:v>
                </c:pt>
                <c:pt idx="22">
                  <c:v>-12240000</c:v>
                </c:pt>
                <c:pt idx="23">
                  <c:v>-665215</c:v>
                </c:pt>
                <c:pt idx="24">
                  <c:v>-544050</c:v>
                </c:pt>
                <c:pt idx="25">
                  <c:v>-354130</c:v>
                </c:pt>
                <c:pt idx="26">
                  <c:v>885230</c:v>
                </c:pt>
                <c:pt idx="27">
                  <c:v>1441620</c:v>
                </c:pt>
                <c:pt idx="28">
                  <c:v>44860</c:v>
                </c:pt>
                <c:pt idx="29">
                  <c:v>-15615760</c:v>
                </c:pt>
                <c:pt idx="30">
                  <c:v>-19983140</c:v>
                </c:pt>
                <c:pt idx="31">
                  <c:v>-234200</c:v>
                </c:pt>
                <c:pt idx="32">
                  <c:v>-89790</c:v>
                </c:pt>
                <c:pt idx="33">
                  <c:v>65820</c:v>
                </c:pt>
                <c:pt idx="34">
                  <c:v>232110</c:v>
                </c:pt>
                <c:pt idx="35">
                  <c:v>15592220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B-FB42-486C-B99B-91BBD5128D20}"/>
            </c:ext>
          </c:extLst>
        </c:ser>
        <c:ser>
          <c:idx val="1"/>
          <c:order val="12"/>
          <c:tx>
            <c:strRef>
              <c:f>Total!$K$1</c:f>
              <c:strCache>
                <c:ptCount val="1"/>
                <c:pt idx="0">
                  <c:v> Bank of America </c:v>
                </c:pt>
              </c:strCache>
            </c:strRef>
          </c:tx>
          <c:cat>
            <c:numRef>
              <c:f>Total!$A$3:$A$100</c:f>
              <c:numCache>
                <c:formatCode>[$-409]mmm\-yy;@</c:formatCode>
                <c:ptCount val="98"/>
                <c:pt idx="0">
                  <c:v>44907</c:v>
                </c:pt>
                <c:pt idx="1">
                  <c:v>44938</c:v>
                </c:pt>
                <c:pt idx="2">
                  <c:v>44969</c:v>
                </c:pt>
                <c:pt idx="3">
                  <c:v>44986</c:v>
                </c:pt>
                <c:pt idx="4">
                  <c:v>45017</c:v>
                </c:pt>
                <c:pt idx="5">
                  <c:v>45048</c:v>
                </c:pt>
                <c:pt idx="6">
                  <c:v>45079</c:v>
                </c:pt>
                <c:pt idx="7">
                  <c:v>45110</c:v>
                </c:pt>
                <c:pt idx="8">
                  <c:v>45141</c:v>
                </c:pt>
                <c:pt idx="9">
                  <c:v>45172</c:v>
                </c:pt>
                <c:pt idx="10">
                  <c:v>45203</c:v>
                </c:pt>
                <c:pt idx="11">
                  <c:v>45234</c:v>
                </c:pt>
                <c:pt idx="12">
                  <c:v>45265</c:v>
                </c:pt>
                <c:pt idx="13">
                  <c:v>45296</c:v>
                </c:pt>
                <c:pt idx="14">
                  <c:v>45327</c:v>
                </c:pt>
                <c:pt idx="15">
                  <c:v>45358</c:v>
                </c:pt>
                <c:pt idx="16">
                  <c:v>45389</c:v>
                </c:pt>
                <c:pt idx="17">
                  <c:v>45420</c:v>
                </c:pt>
                <c:pt idx="18">
                  <c:v>45451</c:v>
                </c:pt>
                <c:pt idx="19">
                  <c:v>45482</c:v>
                </c:pt>
                <c:pt idx="20">
                  <c:v>45513</c:v>
                </c:pt>
                <c:pt idx="21">
                  <c:v>45544</c:v>
                </c:pt>
                <c:pt idx="22">
                  <c:v>45575</c:v>
                </c:pt>
                <c:pt idx="23">
                  <c:v>45606</c:v>
                </c:pt>
                <c:pt idx="24">
                  <c:v>45627</c:v>
                </c:pt>
                <c:pt idx="25">
                  <c:v>45658</c:v>
                </c:pt>
                <c:pt idx="26">
                  <c:v>45689</c:v>
                </c:pt>
                <c:pt idx="27">
                  <c:v>45720</c:v>
                </c:pt>
                <c:pt idx="28">
                  <c:v>45751</c:v>
                </c:pt>
                <c:pt idx="29">
                  <c:v>45782</c:v>
                </c:pt>
                <c:pt idx="30">
                  <c:v>45813</c:v>
                </c:pt>
                <c:pt idx="31">
                  <c:v>45844</c:v>
                </c:pt>
                <c:pt idx="32">
                  <c:v>45875</c:v>
                </c:pt>
                <c:pt idx="33">
                  <c:v>45906</c:v>
                </c:pt>
                <c:pt idx="34">
                  <c:v>45937</c:v>
                </c:pt>
                <c:pt idx="35">
                  <c:v>45968</c:v>
                </c:pt>
              </c:numCache>
            </c:numRef>
          </c:cat>
          <c:val>
            <c:numRef>
              <c:f>Total!$K$3:$K$49994</c:f>
              <c:numCache>
                <c:formatCode>_(* #,##0_);_(* \(#,##0\);_(* "-"??_);_(@_)</c:formatCode>
                <c:ptCount val="49992"/>
                <c:pt idx="0">
                  <c:v>708356703.79999995</c:v>
                </c:pt>
                <c:pt idx="1">
                  <c:v>754963304.08000004</c:v>
                </c:pt>
                <c:pt idx="2">
                  <c:v>736940585.72000003</c:v>
                </c:pt>
                <c:pt idx="3">
                  <c:v>1059407996.4</c:v>
                </c:pt>
                <c:pt idx="4">
                  <c:v>1066849395.9400001</c:v>
                </c:pt>
                <c:pt idx="5">
                  <c:v>868053671.46000004</c:v>
                </c:pt>
                <c:pt idx="6">
                  <c:v>635277273.29999995</c:v>
                </c:pt>
                <c:pt idx="7">
                  <c:v>631782388.74000001</c:v>
                </c:pt>
                <c:pt idx="8">
                  <c:v>621349069.52999997</c:v>
                </c:pt>
                <c:pt idx="9">
                  <c:v>446321874.30000001</c:v>
                </c:pt>
                <c:pt idx="10">
                  <c:v>436051450.10000002</c:v>
                </c:pt>
                <c:pt idx="11">
                  <c:v>288861580.91000003</c:v>
                </c:pt>
                <c:pt idx="12">
                  <c:v>302471204.62</c:v>
                </c:pt>
                <c:pt idx="13">
                  <c:v>307182808.44</c:v>
                </c:pt>
                <c:pt idx="14">
                  <c:v>323665808.35000002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136997964.28999999</c:v>
                </c:pt>
                <c:pt idx="19">
                  <c:v>139312867.31999999</c:v>
                </c:pt>
                <c:pt idx="20">
                  <c:v>903661503.01999998</c:v>
                </c:pt>
                <c:pt idx="21">
                  <c:v>1541796079.71</c:v>
                </c:pt>
                <c:pt idx="22">
                  <c:v>1976281860.6300001</c:v>
                </c:pt>
                <c:pt idx="23">
                  <c:v>2422700138.3600001</c:v>
                </c:pt>
                <c:pt idx="24">
                  <c:v>2443010317.0380001</c:v>
                </c:pt>
                <c:pt idx="25">
                  <c:v>2492380509.9860001</c:v>
                </c:pt>
                <c:pt idx="26">
                  <c:v>2701004562.756</c:v>
                </c:pt>
                <c:pt idx="27">
                  <c:v>2447285257.0839996</c:v>
                </c:pt>
                <c:pt idx="28">
                  <c:v>1889470630.921</c:v>
                </c:pt>
                <c:pt idx="29">
                  <c:v>1513222850.118</c:v>
                </c:pt>
                <c:pt idx="30">
                  <c:v>1581524510.1389999</c:v>
                </c:pt>
                <c:pt idx="31">
                  <c:v>1543311033.4980001</c:v>
                </c:pt>
                <c:pt idx="32">
                  <c:v>1580223118.8099999</c:v>
                </c:pt>
                <c:pt idx="33">
                  <c:v>1634330536.8790002</c:v>
                </c:pt>
                <c:pt idx="34">
                  <c:v>1674313677.02</c:v>
                </c:pt>
                <c:pt idx="35">
                  <c:v>1999535796.3000002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C-FB42-486C-B99B-91BBD5128D20}"/>
            </c:ext>
          </c:extLst>
        </c:ser>
        <c:ser>
          <c:idx val="13"/>
          <c:order val="13"/>
          <c:tx>
            <c:strRef>
              <c:f>Total!$I$1</c:f>
              <c:strCache>
                <c:ptCount val="1"/>
                <c:pt idx="0">
                  <c:v> Scotia </c:v>
                </c:pt>
              </c:strCache>
            </c:strRef>
          </c:tx>
          <c:cat>
            <c:numRef>
              <c:f>Total!$A$3:$A$100</c:f>
              <c:numCache>
                <c:formatCode>[$-409]mmm\-yy;@</c:formatCode>
                <c:ptCount val="98"/>
                <c:pt idx="0">
                  <c:v>44907</c:v>
                </c:pt>
                <c:pt idx="1">
                  <c:v>44938</c:v>
                </c:pt>
                <c:pt idx="2">
                  <c:v>44969</c:v>
                </c:pt>
                <c:pt idx="3">
                  <c:v>44986</c:v>
                </c:pt>
                <c:pt idx="4">
                  <c:v>45017</c:v>
                </c:pt>
                <c:pt idx="5">
                  <c:v>45048</c:v>
                </c:pt>
                <c:pt idx="6">
                  <c:v>45079</c:v>
                </c:pt>
                <c:pt idx="7">
                  <c:v>45110</c:v>
                </c:pt>
                <c:pt idx="8">
                  <c:v>45141</c:v>
                </c:pt>
                <c:pt idx="9">
                  <c:v>45172</c:v>
                </c:pt>
                <c:pt idx="10">
                  <c:v>45203</c:v>
                </c:pt>
                <c:pt idx="11">
                  <c:v>45234</c:v>
                </c:pt>
                <c:pt idx="12">
                  <c:v>45265</c:v>
                </c:pt>
                <c:pt idx="13">
                  <c:v>45296</c:v>
                </c:pt>
                <c:pt idx="14">
                  <c:v>45327</c:v>
                </c:pt>
                <c:pt idx="15">
                  <c:v>45358</c:v>
                </c:pt>
                <c:pt idx="16">
                  <c:v>45389</c:v>
                </c:pt>
                <c:pt idx="17">
                  <c:v>45420</c:v>
                </c:pt>
                <c:pt idx="18">
                  <c:v>45451</c:v>
                </c:pt>
                <c:pt idx="19">
                  <c:v>45482</c:v>
                </c:pt>
                <c:pt idx="20">
                  <c:v>45513</c:v>
                </c:pt>
                <c:pt idx="21">
                  <c:v>45544</c:v>
                </c:pt>
                <c:pt idx="22">
                  <c:v>45575</c:v>
                </c:pt>
                <c:pt idx="23">
                  <c:v>45606</c:v>
                </c:pt>
                <c:pt idx="24">
                  <c:v>45627</c:v>
                </c:pt>
                <c:pt idx="25">
                  <c:v>45658</c:v>
                </c:pt>
                <c:pt idx="26">
                  <c:v>45689</c:v>
                </c:pt>
                <c:pt idx="27">
                  <c:v>45720</c:v>
                </c:pt>
                <c:pt idx="28">
                  <c:v>45751</c:v>
                </c:pt>
                <c:pt idx="29">
                  <c:v>45782</c:v>
                </c:pt>
                <c:pt idx="30">
                  <c:v>45813</c:v>
                </c:pt>
                <c:pt idx="31">
                  <c:v>45844</c:v>
                </c:pt>
                <c:pt idx="32">
                  <c:v>45875</c:v>
                </c:pt>
                <c:pt idx="33">
                  <c:v>45906</c:v>
                </c:pt>
                <c:pt idx="34">
                  <c:v>45937</c:v>
                </c:pt>
                <c:pt idx="35">
                  <c:v>45968</c:v>
                </c:pt>
              </c:numCache>
            </c:numRef>
          </c:cat>
          <c:val>
            <c:numRef>
              <c:f>Total!$I$3:$I$49994</c:f>
              <c:numCache>
                <c:formatCode>_(* #,##0_);_(* \(#,##0\);_(* "-"??_);_(@_)</c:formatCode>
                <c:ptCount val="4999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495824379.17000002</c:v>
                </c:pt>
                <c:pt idx="5">
                  <c:v>497970847.87</c:v>
                </c:pt>
                <c:pt idx="6">
                  <c:v>468153602.11000001</c:v>
                </c:pt>
                <c:pt idx="7">
                  <c:v>469811364.86000001</c:v>
                </c:pt>
                <c:pt idx="8">
                  <c:v>474396435.69</c:v>
                </c:pt>
                <c:pt idx="9">
                  <c:v>225729495.46000001</c:v>
                </c:pt>
                <c:pt idx="10">
                  <c:v>221775081.28</c:v>
                </c:pt>
                <c:pt idx="11">
                  <c:v>224493761.38</c:v>
                </c:pt>
                <c:pt idx="12">
                  <c:v>225563075.78</c:v>
                </c:pt>
                <c:pt idx="13">
                  <c:v>226632390.19999999</c:v>
                </c:pt>
                <c:pt idx="14">
                  <c:v>227632716.56</c:v>
                </c:pt>
                <c:pt idx="15">
                  <c:v>229281975.90000001</c:v>
                </c:pt>
                <c:pt idx="16">
                  <c:v>230321567</c:v>
                </c:pt>
                <c:pt idx="17">
                  <c:v>231395811.15000001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D-FB42-486C-B99B-91BBD5128D20}"/>
            </c:ext>
          </c:extLst>
        </c:ser>
        <c:ser>
          <c:idx val="14"/>
          <c:order val="14"/>
          <c:tx>
            <c:strRef>
              <c:f>Total!$O$1</c:f>
              <c:strCache>
                <c:ptCount val="1"/>
                <c:pt idx="0">
                  <c:v> Mitsubishi </c:v>
                </c:pt>
              </c:strCache>
            </c:strRef>
          </c:tx>
          <c:cat>
            <c:numRef>
              <c:f>Total!$A$3:$A$100</c:f>
              <c:numCache>
                <c:formatCode>[$-409]mmm\-yy;@</c:formatCode>
                <c:ptCount val="98"/>
                <c:pt idx="0">
                  <c:v>44907</c:v>
                </c:pt>
                <c:pt idx="1">
                  <c:v>44938</c:v>
                </c:pt>
                <c:pt idx="2">
                  <c:v>44969</c:v>
                </c:pt>
                <c:pt idx="3">
                  <c:v>44986</c:v>
                </c:pt>
                <c:pt idx="4">
                  <c:v>45017</c:v>
                </c:pt>
                <c:pt idx="5">
                  <c:v>45048</c:v>
                </c:pt>
                <c:pt idx="6">
                  <c:v>45079</c:v>
                </c:pt>
                <c:pt idx="7">
                  <c:v>45110</c:v>
                </c:pt>
                <c:pt idx="8">
                  <c:v>45141</c:v>
                </c:pt>
                <c:pt idx="9">
                  <c:v>45172</c:v>
                </c:pt>
                <c:pt idx="10">
                  <c:v>45203</c:v>
                </c:pt>
                <c:pt idx="11">
                  <c:v>45234</c:v>
                </c:pt>
                <c:pt idx="12">
                  <c:v>45265</c:v>
                </c:pt>
                <c:pt idx="13">
                  <c:v>45296</c:v>
                </c:pt>
                <c:pt idx="14">
                  <c:v>45327</c:v>
                </c:pt>
                <c:pt idx="15">
                  <c:v>45358</c:v>
                </c:pt>
                <c:pt idx="16">
                  <c:v>45389</c:v>
                </c:pt>
                <c:pt idx="17">
                  <c:v>45420</c:v>
                </c:pt>
                <c:pt idx="18">
                  <c:v>45451</c:v>
                </c:pt>
                <c:pt idx="19">
                  <c:v>45482</c:v>
                </c:pt>
                <c:pt idx="20">
                  <c:v>45513</c:v>
                </c:pt>
                <c:pt idx="21">
                  <c:v>45544</c:v>
                </c:pt>
                <c:pt idx="22">
                  <c:v>45575</c:v>
                </c:pt>
                <c:pt idx="23">
                  <c:v>45606</c:v>
                </c:pt>
                <c:pt idx="24">
                  <c:v>45627</c:v>
                </c:pt>
                <c:pt idx="25">
                  <c:v>45658</c:v>
                </c:pt>
                <c:pt idx="26">
                  <c:v>45689</c:v>
                </c:pt>
                <c:pt idx="27">
                  <c:v>45720</c:v>
                </c:pt>
                <c:pt idx="28">
                  <c:v>45751</c:v>
                </c:pt>
                <c:pt idx="29">
                  <c:v>45782</c:v>
                </c:pt>
                <c:pt idx="30">
                  <c:v>45813</c:v>
                </c:pt>
                <c:pt idx="31">
                  <c:v>45844</c:v>
                </c:pt>
                <c:pt idx="32">
                  <c:v>45875</c:v>
                </c:pt>
                <c:pt idx="33">
                  <c:v>45906</c:v>
                </c:pt>
                <c:pt idx="34">
                  <c:v>45937</c:v>
                </c:pt>
                <c:pt idx="35">
                  <c:v>45968</c:v>
                </c:pt>
              </c:numCache>
            </c:numRef>
          </c:cat>
          <c:val>
            <c:numRef>
              <c:f>Total!$O$3:$O$49994</c:f>
              <c:numCache>
                <c:formatCode>_(* #,##0_);_(* \(#,##0\);_(* "-"??_);_(@_)</c:formatCode>
                <c:ptCount val="49992"/>
                <c:pt idx="0">
                  <c:v>1853109273.3800001</c:v>
                </c:pt>
                <c:pt idx="1">
                  <c:v>1846000044.0699999</c:v>
                </c:pt>
                <c:pt idx="2">
                  <c:v>516407208.54000002</c:v>
                </c:pt>
                <c:pt idx="3">
                  <c:v>210153251.34</c:v>
                </c:pt>
                <c:pt idx="4">
                  <c:v>206738875.25999999</c:v>
                </c:pt>
                <c:pt idx="5">
                  <c:v>152544493.90000001</c:v>
                </c:pt>
                <c:pt idx="6">
                  <c:v>153099537.62</c:v>
                </c:pt>
                <c:pt idx="7">
                  <c:v>139194502.22999999</c:v>
                </c:pt>
                <c:pt idx="8">
                  <c:v>131975378.11</c:v>
                </c:pt>
                <c:pt idx="9">
                  <c:v>178389180.97999999</c:v>
                </c:pt>
                <c:pt idx="10">
                  <c:v>172010895.90000001</c:v>
                </c:pt>
                <c:pt idx="11">
                  <c:v>172804074.74000001</c:v>
                </c:pt>
                <c:pt idx="12">
                  <c:v>173624018.63</c:v>
                </c:pt>
                <c:pt idx="13">
                  <c:v>157915263.34</c:v>
                </c:pt>
                <c:pt idx="14">
                  <c:v>158648585.06</c:v>
                </c:pt>
                <c:pt idx="15">
                  <c:v>159367149.44</c:v>
                </c:pt>
                <c:pt idx="16">
                  <c:v>147237689.84999999</c:v>
                </c:pt>
                <c:pt idx="17">
                  <c:v>145083158.47</c:v>
                </c:pt>
                <c:pt idx="18">
                  <c:v>145726226.88999999</c:v>
                </c:pt>
                <c:pt idx="19">
                  <c:v>148405275.5</c:v>
                </c:pt>
                <c:pt idx="20">
                  <c:v>137376962.81</c:v>
                </c:pt>
                <c:pt idx="21">
                  <c:v>127606264.70999999</c:v>
                </c:pt>
                <c:pt idx="22">
                  <c:v>127671789.14</c:v>
                </c:pt>
                <c:pt idx="23">
                  <c:v>79788263.400000006</c:v>
                </c:pt>
                <c:pt idx="24">
                  <c:v>78939436.179999992</c:v>
                </c:pt>
                <c:pt idx="25">
                  <c:v>78986275.549999997</c:v>
                </c:pt>
                <c:pt idx="26">
                  <c:v>4428243.0999999996</c:v>
                </c:pt>
                <c:pt idx="27">
                  <c:v>4445061.1100000003</c:v>
                </c:pt>
                <c:pt idx="28">
                  <c:v>4511988.29</c:v>
                </c:pt>
                <c:pt idx="29">
                  <c:v>4517043.88</c:v>
                </c:pt>
                <c:pt idx="30">
                  <c:v>4533830.26</c:v>
                </c:pt>
                <c:pt idx="31">
                  <c:v>4543214.24</c:v>
                </c:pt>
                <c:pt idx="32">
                  <c:v>4560654.1900000004</c:v>
                </c:pt>
                <c:pt idx="33">
                  <c:v>4577531.5599999996</c:v>
                </c:pt>
                <c:pt idx="34">
                  <c:v>4598664.54</c:v>
                </c:pt>
                <c:pt idx="35">
                  <c:v>4614050.99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E-FB42-486C-B99B-91BBD5128D20}"/>
            </c:ext>
          </c:extLst>
        </c:ser>
        <c:ser>
          <c:idx val="15"/>
          <c:order val="15"/>
          <c:tx>
            <c:strRef>
              <c:f>Total!$N$1</c:f>
              <c:strCache>
                <c:ptCount val="1"/>
                <c:pt idx="0">
                  <c:v> Merrill Lynch International </c:v>
                </c:pt>
              </c:strCache>
            </c:strRef>
          </c:tx>
          <c:cat>
            <c:numRef>
              <c:f>Total!$A$3:$A$100</c:f>
              <c:numCache>
                <c:formatCode>[$-409]mmm\-yy;@</c:formatCode>
                <c:ptCount val="98"/>
                <c:pt idx="0">
                  <c:v>44907</c:v>
                </c:pt>
                <c:pt idx="1">
                  <c:v>44938</c:v>
                </c:pt>
                <c:pt idx="2">
                  <c:v>44969</c:v>
                </c:pt>
                <c:pt idx="3">
                  <c:v>44986</c:v>
                </c:pt>
                <c:pt idx="4">
                  <c:v>45017</c:v>
                </c:pt>
                <c:pt idx="5">
                  <c:v>45048</c:v>
                </c:pt>
                <c:pt idx="6">
                  <c:v>45079</c:v>
                </c:pt>
                <c:pt idx="7">
                  <c:v>45110</c:v>
                </c:pt>
                <c:pt idx="8">
                  <c:v>45141</c:v>
                </c:pt>
                <c:pt idx="9">
                  <c:v>45172</c:v>
                </c:pt>
                <c:pt idx="10">
                  <c:v>45203</c:v>
                </c:pt>
                <c:pt idx="11">
                  <c:v>45234</c:v>
                </c:pt>
                <c:pt idx="12">
                  <c:v>45265</c:v>
                </c:pt>
                <c:pt idx="13">
                  <c:v>45296</c:v>
                </c:pt>
                <c:pt idx="14">
                  <c:v>45327</c:v>
                </c:pt>
                <c:pt idx="15">
                  <c:v>45358</c:v>
                </c:pt>
                <c:pt idx="16">
                  <c:v>45389</c:v>
                </c:pt>
                <c:pt idx="17">
                  <c:v>45420</c:v>
                </c:pt>
                <c:pt idx="18">
                  <c:v>45451</c:v>
                </c:pt>
                <c:pt idx="19">
                  <c:v>45482</c:v>
                </c:pt>
                <c:pt idx="20">
                  <c:v>45513</c:v>
                </c:pt>
                <c:pt idx="21">
                  <c:v>45544</c:v>
                </c:pt>
                <c:pt idx="22">
                  <c:v>45575</c:v>
                </c:pt>
                <c:pt idx="23">
                  <c:v>45606</c:v>
                </c:pt>
                <c:pt idx="24">
                  <c:v>45627</c:v>
                </c:pt>
                <c:pt idx="25">
                  <c:v>45658</c:v>
                </c:pt>
                <c:pt idx="26">
                  <c:v>45689</c:v>
                </c:pt>
                <c:pt idx="27">
                  <c:v>45720</c:v>
                </c:pt>
                <c:pt idx="28">
                  <c:v>45751</c:v>
                </c:pt>
                <c:pt idx="29">
                  <c:v>45782</c:v>
                </c:pt>
                <c:pt idx="30">
                  <c:v>45813</c:v>
                </c:pt>
                <c:pt idx="31">
                  <c:v>45844</c:v>
                </c:pt>
                <c:pt idx="32">
                  <c:v>45875</c:v>
                </c:pt>
                <c:pt idx="33">
                  <c:v>45906</c:v>
                </c:pt>
                <c:pt idx="34">
                  <c:v>45937</c:v>
                </c:pt>
                <c:pt idx="35">
                  <c:v>45968</c:v>
                </c:pt>
              </c:numCache>
            </c:numRef>
          </c:cat>
          <c:val>
            <c:numRef>
              <c:f>Total!$N$3:$N$49994</c:f>
              <c:numCache>
                <c:formatCode>_(* #,##0_);_(* \(#,##0\);_(* "-"??_);_(@_)</c:formatCode>
                <c:ptCount val="4999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FB42-486C-B99B-91BBD5128D20}"/>
            </c:ext>
          </c:extLst>
        </c:ser>
        <c:ser>
          <c:idx val="16"/>
          <c:order val="16"/>
          <c:tx>
            <c:strRef>
              <c:f>Total!$V$1</c:f>
              <c:strCache>
                <c:ptCount val="1"/>
                <c:pt idx="0">
                  <c:v> Korea Exchange </c:v>
                </c:pt>
              </c:strCache>
            </c:strRef>
          </c:tx>
          <c:cat>
            <c:numRef>
              <c:f>Total!$A$3:$A$100</c:f>
              <c:numCache>
                <c:formatCode>[$-409]mmm\-yy;@</c:formatCode>
                <c:ptCount val="98"/>
                <c:pt idx="0">
                  <c:v>44907</c:v>
                </c:pt>
                <c:pt idx="1">
                  <c:v>44938</c:v>
                </c:pt>
                <c:pt idx="2">
                  <c:v>44969</c:v>
                </c:pt>
                <c:pt idx="3">
                  <c:v>44986</c:v>
                </c:pt>
                <c:pt idx="4">
                  <c:v>45017</c:v>
                </c:pt>
                <c:pt idx="5">
                  <c:v>45048</c:v>
                </c:pt>
                <c:pt idx="6">
                  <c:v>45079</c:v>
                </c:pt>
                <c:pt idx="7">
                  <c:v>45110</c:v>
                </c:pt>
                <c:pt idx="8">
                  <c:v>45141</c:v>
                </c:pt>
                <c:pt idx="9">
                  <c:v>45172</c:v>
                </c:pt>
                <c:pt idx="10">
                  <c:v>45203</c:v>
                </c:pt>
                <c:pt idx="11">
                  <c:v>45234</c:v>
                </c:pt>
                <c:pt idx="12">
                  <c:v>45265</c:v>
                </c:pt>
                <c:pt idx="13">
                  <c:v>45296</c:v>
                </c:pt>
                <c:pt idx="14">
                  <c:v>45327</c:v>
                </c:pt>
                <c:pt idx="15">
                  <c:v>45358</c:v>
                </c:pt>
                <c:pt idx="16">
                  <c:v>45389</c:v>
                </c:pt>
                <c:pt idx="17">
                  <c:v>45420</c:v>
                </c:pt>
                <c:pt idx="18">
                  <c:v>45451</c:v>
                </c:pt>
                <c:pt idx="19">
                  <c:v>45482</c:v>
                </c:pt>
                <c:pt idx="20">
                  <c:v>45513</c:v>
                </c:pt>
                <c:pt idx="21">
                  <c:v>45544</c:v>
                </c:pt>
                <c:pt idx="22">
                  <c:v>45575</c:v>
                </c:pt>
                <c:pt idx="23">
                  <c:v>45606</c:v>
                </c:pt>
                <c:pt idx="24">
                  <c:v>45627</c:v>
                </c:pt>
                <c:pt idx="25">
                  <c:v>45658</c:v>
                </c:pt>
                <c:pt idx="26">
                  <c:v>45689</c:v>
                </c:pt>
                <c:pt idx="27">
                  <c:v>45720</c:v>
                </c:pt>
                <c:pt idx="28">
                  <c:v>45751</c:v>
                </c:pt>
                <c:pt idx="29">
                  <c:v>45782</c:v>
                </c:pt>
                <c:pt idx="30">
                  <c:v>45813</c:v>
                </c:pt>
                <c:pt idx="31">
                  <c:v>45844</c:v>
                </c:pt>
                <c:pt idx="32">
                  <c:v>45875</c:v>
                </c:pt>
                <c:pt idx="33">
                  <c:v>45906</c:v>
                </c:pt>
                <c:pt idx="34">
                  <c:v>45937</c:v>
                </c:pt>
                <c:pt idx="35">
                  <c:v>45968</c:v>
                </c:pt>
              </c:numCache>
            </c:numRef>
          </c:cat>
          <c:val>
            <c:numRef>
              <c:f>Total!$V$3:$V$49994</c:f>
              <c:numCache>
                <c:formatCode>_(* #,##0_);_(* \(#,##0\);_(* "-"??_);_(@_)</c:formatCode>
                <c:ptCount val="49992"/>
                <c:pt idx="0">
                  <c:v>-6368821.6699999999</c:v>
                </c:pt>
                <c:pt idx="1">
                  <c:v>7437236.1600000001</c:v>
                </c:pt>
                <c:pt idx="2">
                  <c:v>-6839353.8600000003</c:v>
                </c:pt>
                <c:pt idx="3">
                  <c:v>-9448553.9800000004</c:v>
                </c:pt>
                <c:pt idx="4">
                  <c:v>11401075.91</c:v>
                </c:pt>
                <c:pt idx="5">
                  <c:v>13027330.949999999</c:v>
                </c:pt>
                <c:pt idx="6">
                  <c:v>15375668.800000001</c:v>
                </c:pt>
                <c:pt idx="7">
                  <c:v>15868915</c:v>
                </c:pt>
                <c:pt idx="8">
                  <c:v>14133762.060000001</c:v>
                </c:pt>
                <c:pt idx="9">
                  <c:v>12495368.310000001</c:v>
                </c:pt>
                <c:pt idx="10">
                  <c:v>11312594.869999999</c:v>
                </c:pt>
                <c:pt idx="11">
                  <c:v>-11692826.42</c:v>
                </c:pt>
                <c:pt idx="12">
                  <c:v>10279175.4</c:v>
                </c:pt>
                <c:pt idx="13">
                  <c:v>9026898.4399999995</c:v>
                </c:pt>
                <c:pt idx="14">
                  <c:v>9842961.4700000007</c:v>
                </c:pt>
                <c:pt idx="15">
                  <c:v>10814020.43</c:v>
                </c:pt>
                <c:pt idx="16">
                  <c:v>8773496.8499999996</c:v>
                </c:pt>
                <c:pt idx="17">
                  <c:v>9680582.1400000006</c:v>
                </c:pt>
                <c:pt idx="18">
                  <c:v>9683309.1199999992</c:v>
                </c:pt>
                <c:pt idx="19">
                  <c:v>10613037.949999999</c:v>
                </c:pt>
                <c:pt idx="20">
                  <c:v>9618314.1799999997</c:v>
                </c:pt>
                <c:pt idx="21">
                  <c:v>6384950.6799999997</c:v>
                </c:pt>
                <c:pt idx="22">
                  <c:v>5250905.8</c:v>
                </c:pt>
                <c:pt idx="23">
                  <c:v>7718648.0800000001</c:v>
                </c:pt>
                <c:pt idx="24">
                  <c:v>7690079.1399999997</c:v>
                </c:pt>
                <c:pt idx="25">
                  <c:v>-8638592.5700000003</c:v>
                </c:pt>
                <c:pt idx="26">
                  <c:v>-8942528.5399999991</c:v>
                </c:pt>
                <c:pt idx="27">
                  <c:v>-9634295.4199999999</c:v>
                </c:pt>
                <c:pt idx="28">
                  <c:v>-11501591.630000001</c:v>
                </c:pt>
                <c:pt idx="29">
                  <c:v>-11114010.289999999</c:v>
                </c:pt>
                <c:pt idx="30">
                  <c:v>-15263355.810000001</c:v>
                </c:pt>
                <c:pt idx="31">
                  <c:v>14761915.92</c:v>
                </c:pt>
                <c:pt idx="32">
                  <c:v>15056716.42</c:v>
                </c:pt>
                <c:pt idx="33">
                  <c:v>15007563.880000001</c:v>
                </c:pt>
                <c:pt idx="34">
                  <c:v>16825715.039999999</c:v>
                </c:pt>
                <c:pt idx="35">
                  <c:v>11910090.779999999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0-FB42-486C-B99B-91BBD5128D20}"/>
            </c:ext>
          </c:extLst>
        </c:ser>
        <c:ser>
          <c:idx val="17"/>
          <c:order val="17"/>
          <c:tx>
            <c:strRef>
              <c:f>Total!$W$1</c:f>
              <c:strCache>
                <c:ptCount val="1"/>
                <c:pt idx="0">
                  <c:v> Japan SCC </c:v>
                </c:pt>
              </c:strCache>
            </c:strRef>
          </c:tx>
          <c:cat>
            <c:numRef>
              <c:f>Total!$A$3:$A$100</c:f>
              <c:numCache>
                <c:formatCode>[$-409]mmm\-yy;@</c:formatCode>
                <c:ptCount val="98"/>
                <c:pt idx="0">
                  <c:v>44907</c:v>
                </c:pt>
                <c:pt idx="1">
                  <c:v>44938</c:v>
                </c:pt>
                <c:pt idx="2">
                  <c:v>44969</c:v>
                </c:pt>
                <c:pt idx="3">
                  <c:v>44986</c:v>
                </c:pt>
                <c:pt idx="4">
                  <c:v>45017</c:v>
                </c:pt>
                <c:pt idx="5">
                  <c:v>45048</c:v>
                </c:pt>
                <c:pt idx="6">
                  <c:v>45079</c:v>
                </c:pt>
                <c:pt idx="7">
                  <c:v>45110</c:v>
                </c:pt>
                <c:pt idx="8">
                  <c:v>45141</c:v>
                </c:pt>
                <c:pt idx="9">
                  <c:v>45172</c:v>
                </c:pt>
                <c:pt idx="10">
                  <c:v>45203</c:v>
                </c:pt>
                <c:pt idx="11">
                  <c:v>45234</c:v>
                </c:pt>
                <c:pt idx="12">
                  <c:v>45265</c:v>
                </c:pt>
                <c:pt idx="13">
                  <c:v>45296</c:v>
                </c:pt>
                <c:pt idx="14">
                  <c:v>45327</c:v>
                </c:pt>
                <c:pt idx="15">
                  <c:v>45358</c:v>
                </c:pt>
                <c:pt idx="16">
                  <c:v>45389</c:v>
                </c:pt>
                <c:pt idx="17">
                  <c:v>45420</c:v>
                </c:pt>
                <c:pt idx="18">
                  <c:v>45451</c:v>
                </c:pt>
                <c:pt idx="19">
                  <c:v>45482</c:v>
                </c:pt>
                <c:pt idx="20">
                  <c:v>45513</c:v>
                </c:pt>
                <c:pt idx="21">
                  <c:v>45544</c:v>
                </c:pt>
                <c:pt idx="22">
                  <c:v>45575</c:v>
                </c:pt>
                <c:pt idx="23">
                  <c:v>45606</c:v>
                </c:pt>
                <c:pt idx="24">
                  <c:v>45627</c:v>
                </c:pt>
                <c:pt idx="25">
                  <c:v>45658</c:v>
                </c:pt>
                <c:pt idx="26">
                  <c:v>45689</c:v>
                </c:pt>
                <c:pt idx="27">
                  <c:v>45720</c:v>
                </c:pt>
                <c:pt idx="28">
                  <c:v>45751</c:v>
                </c:pt>
                <c:pt idx="29">
                  <c:v>45782</c:v>
                </c:pt>
                <c:pt idx="30">
                  <c:v>45813</c:v>
                </c:pt>
                <c:pt idx="31">
                  <c:v>45844</c:v>
                </c:pt>
                <c:pt idx="32">
                  <c:v>45875</c:v>
                </c:pt>
                <c:pt idx="33">
                  <c:v>45906</c:v>
                </c:pt>
                <c:pt idx="34">
                  <c:v>45937</c:v>
                </c:pt>
                <c:pt idx="35">
                  <c:v>45968</c:v>
                </c:pt>
              </c:numCache>
            </c:numRef>
          </c:cat>
          <c:val>
            <c:numRef>
              <c:f>Total!$W$3:$W$49994</c:f>
              <c:numCache>
                <c:formatCode>_(* #,##0_);_(* \(#,##0\);_(* "-"??_);_(@_)</c:formatCode>
                <c:ptCount val="49992"/>
                <c:pt idx="0">
                  <c:v>-43398385.689999998</c:v>
                </c:pt>
                <c:pt idx="1">
                  <c:v>-31257641.59</c:v>
                </c:pt>
                <c:pt idx="2">
                  <c:v>-21282017.390000001</c:v>
                </c:pt>
                <c:pt idx="3">
                  <c:v>-29228942.82</c:v>
                </c:pt>
                <c:pt idx="4">
                  <c:v>-29235412.920000002</c:v>
                </c:pt>
                <c:pt idx="5">
                  <c:v>-36804208.57</c:v>
                </c:pt>
                <c:pt idx="6">
                  <c:v>-37609367.969999999</c:v>
                </c:pt>
                <c:pt idx="7">
                  <c:v>13109234.23</c:v>
                </c:pt>
                <c:pt idx="8">
                  <c:v>73894357.25</c:v>
                </c:pt>
                <c:pt idx="9">
                  <c:v>66921360.359999999</c:v>
                </c:pt>
                <c:pt idx="10">
                  <c:v>-43714879.990000002</c:v>
                </c:pt>
                <c:pt idx="11">
                  <c:v>-54356681.43</c:v>
                </c:pt>
                <c:pt idx="12">
                  <c:v>-50958221.030000001</c:v>
                </c:pt>
                <c:pt idx="13">
                  <c:v>-35822336.240000002</c:v>
                </c:pt>
                <c:pt idx="14">
                  <c:v>59934121.740000002</c:v>
                </c:pt>
                <c:pt idx="15">
                  <c:v>62250487.299999997</c:v>
                </c:pt>
                <c:pt idx="16">
                  <c:v>69405013.819999993</c:v>
                </c:pt>
                <c:pt idx="17">
                  <c:v>77172420.370000005</c:v>
                </c:pt>
                <c:pt idx="18">
                  <c:v>-58241825.189999998</c:v>
                </c:pt>
                <c:pt idx="19">
                  <c:v>-54760401.439999998</c:v>
                </c:pt>
                <c:pt idx="20">
                  <c:v>-50684866.590000004</c:v>
                </c:pt>
                <c:pt idx="21">
                  <c:v>-35674636.460000001</c:v>
                </c:pt>
                <c:pt idx="22">
                  <c:v>-31177613.66</c:v>
                </c:pt>
                <c:pt idx="23">
                  <c:v>64894097.280000001</c:v>
                </c:pt>
                <c:pt idx="24">
                  <c:v>-51833799.950000003</c:v>
                </c:pt>
                <c:pt idx="25">
                  <c:v>-62693122.380000003</c:v>
                </c:pt>
                <c:pt idx="26">
                  <c:v>-62474202.859999999</c:v>
                </c:pt>
                <c:pt idx="27">
                  <c:v>-61220008.029999994</c:v>
                </c:pt>
                <c:pt idx="28">
                  <c:v>-57656688.160000004</c:v>
                </c:pt>
                <c:pt idx="29">
                  <c:v>-38200492.039999999</c:v>
                </c:pt>
                <c:pt idx="30">
                  <c:v>-42156045.560000002</c:v>
                </c:pt>
                <c:pt idx="31">
                  <c:v>-40315292.869999997</c:v>
                </c:pt>
                <c:pt idx="32">
                  <c:v>-47968261.530000001</c:v>
                </c:pt>
                <c:pt idx="33">
                  <c:v>-59859091.990000002</c:v>
                </c:pt>
                <c:pt idx="34">
                  <c:v>-64010126.25999999</c:v>
                </c:pt>
                <c:pt idx="35">
                  <c:v>-86244152.520000011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FB42-486C-B99B-91BBD5128D20}"/>
            </c:ext>
          </c:extLst>
        </c:ser>
        <c:ser>
          <c:idx val="18"/>
          <c:order val="18"/>
          <c:tx>
            <c:strRef>
              <c:f>Total!$X$1</c:f>
              <c:strCache>
                <c:ptCount val="1"/>
                <c:pt idx="0">
                  <c:v>ASX</c:v>
                </c:pt>
              </c:strCache>
            </c:strRef>
          </c:tx>
          <c:cat>
            <c:numRef>
              <c:f>Total!$A$3:$A$100</c:f>
              <c:numCache>
                <c:formatCode>[$-409]mmm\-yy;@</c:formatCode>
                <c:ptCount val="98"/>
                <c:pt idx="0">
                  <c:v>44907</c:v>
                </c:pt>
                <c:pt idx="1">
                  <c:v>44938</c:v>
                </c:pt>
                <c:pt idx="2">
                  <c:v>44969</c:v>
                </c:pt>
                <c:pt idx="3">
                  <c:v>44986</c:v>
                </c:pt>
                <c:pt idx="4">
                  <c:v>45017</c:v>
                </c:pt>
                <c:pt idx="5">
                  <c:v>45048</c:v>
                </c:pt>
                <c:pt idx="6">
                  <c:v>45079</c:v>
                </c:pt>
                <c:pt idx="7">
                  <c:v>45110</c:v>
                </c:pt>
                <c:pt idx="8">
                  <c:v>45141</c:v>
                </c:pt>
                <c:pt idx="9">
                  <c:v>45172</c:v>
                </c:pt>
                <c:pt idx="10">
                  <c:v>45203</c:v>
                </c:pt>
                <c:pt idx="11">
                  <c:v>45234</c:v>
                </c:pt>
                <c:pt idx="12">
                  <c:v>45265</c:v>
                </c:pt>
                <c:pt idx="13">
                  <c:v>45296</c:v>
                </c:pt>
                <c:pt idx="14">
                  <c:v>45327</c:v>
                </c:pt>
                <c:pt idx="15">
                  <c:v>45358</c:v>
                </c:pt>
                <c:pt idx="16">
                  <c:v>45389</c:v>
                </c:pt>
                <c:pt idx="17">
                  <c:v>45420</c:v>
                </c:pt>
                <c:pt idx="18">
                  <c:v>45451</c:v>
                </c:pt>
                <c:pt idx="19">
                  <c:v>45482</c:v>
                </c:pt>
                <c:pt idx="20">
                  <c:v>45513</c:v>
                </c:pt>
                <c:pt idx="21">
                  <c:v>45544</c:v>
                </c:pt>
                <c:pt idx="22">
                  <c:v>45575</c:v>
                </c:pt>
                <c:pt idx="23">
                  <c:v>45606</c:v>
                </c:pt>
                <c:pt idx="24">
                  <c:v>45627</c:v>
                </c:pt>
                <c:pt idx="25">
                  <c:v>45658</c:v>
                </c:pt>
                <c:pt idx="26">
                  <c:v>45689</c:v>
                </c:pt>
                <c:pt idx="27">
                  <c:v>45720</c:v>
                </c:pt>
                <c:pt idx="28">
                  <c:v>45751</c:v>
                </c:pt>
                <c:pt idx="29">
                  <c:v>45782</c:v>
                </c:pt>
                <c:pt idx="30">
                  <c:v>45813</c:v>
                </c:pt>
                <c:pt idx="31">
                  <c:v>45844</c:v>
                </c:pt>
                <c:pt idx="32">
                  <c:v>45875</c:v>
                </c:pt>
                <c:pt idx="33">
                  <c:v>45906</c:v>
                </c:pt>
                <c:pt idx="34">
                  <c:v>45937</c:v>
                </c:pt>
                <c:pt idx="35">
                  <c:v>45968</c:v>
                </c:pt>
              </c:numCache>
            </c:numRef>
          </c:cat>
          <c:val>
            <c:numRef>
              <c:f>Total!$X$3:$X$49994</c:f>
              <c:numCache>
                <c:formatCode>_(* #,##0_);_(* \(#,##0\);_(* "-"??_);_(@_)</c:formatCode>
                <c:ptCount val="4999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2-FB42-486C-B99B-91BBD5128D20}"/>
            </c:ext>
          </c:extLst>
        </c:ser>
        <c:ser>
          <c:idx val="19"/>
          <c:order val="19"/>
          <c:tx>
            <c:strRef>
              <c:f>Total!$Y$1</c:f>
              <c:strCache>
                <c:ptCount val="1"/>
                <c:pt idx="0">
                  <c:v>Canadian</c:v>
                </c:pt>
              </c:strCache>
            </c:strRef>
          </c:tx>
          <c:cat>
            <c:numRef>
              <c:f>Total!$A$3:$A$100</c:f>
              <c:numCache>
                <c:formatCode>[$-409]mmm\-yy;@</c:formatCode>
                <c:ptCount val="98"/>
                <c:pt idx="0">
                  <c:v>44907</c:v>
                </c:pt>
                <c:pt idx="1">
                  <c:v>44938</c:v>
                </c:pt>
                <c:pt idx="2">
                  <c:v>44969</c:v>
                </c:pt>
                <c:pt idx="3">
                  <c:v>44986</c:v>
                </c:pt>
                <c:pt idx="4">
                  <c:v>45017</c:v>
                </c:pt>
                <c:pt idx="5">
                  <c:v>45048</c:v>
                </c:pt>
                <c:pt idx="6">
                  <c:v>45079</c:v>
                </c:pt>
                <c:pt idx="7">
                  <c:v>45110</c:v>
                </c:pt>
                <c:pt idx="8">
                  <c:v>45141</c:v>
                </c:pt>
                <c:pt idx="9">
                  <c:v>45172</c:v>
                </c:pt>
                <c:pt idx="10">
                  <c:v>45203</c:v>
                </c:pt>
                <c:pt idx="11">
                  <c:v>45234</c:v>
                </c:pt>
                <c:pt idx="12">
                  <c:v>45265</c:v>
                </c:pt>
                <c:pt idx="13">
                  <c:v>45296</c:v>
                </c:pt>
                <c:pt idx="14">
                  <c:v>45327</c:v>
                </c:pt>
                <c:pt idx="15">
                  <c:v>45358</c:v>
                </c:pt>
                <c:pt idx="16">
                  <c:v>45389</c:v>
                </c:pt>
                <c:pt idx="17">
                  <c:v>45420</c:v>
                </c:pt>
                <c:pt idx="18">
                  <c:v>45451</c:v>
                </c:pt>
                <c:pt idx="19">
                  <c:v>45482</c:v>
                </c:pt>
                <c:pt idx="20">
                  <c:v>45513</c:v>
                </c:pt>
                <c:pt idx="21">
                  <c:v>45544</c:v>
                </c:pt>
                <c:pt idx="22">
                  <c:v>45575</c:v>
                </c:pt>
                <c:pt idx="23">
                  <c:v>45606</c:v>
                </c:pt>
                <c:pt idx="24">
                  <c:v>45627</c:v>
                </c:pt>
                <c:pt idx="25">
                  <c:v>45658</c:v>
                </c:pt>
                <c:pt idx="26">
                  <c:v>45689</c:v>
                </c:pt>
                <c:pt idx="27">
                  <c:v>45720</c:v>
                </c:pt>
                <c:pt idx="28">
                  <c:v>45751</c:v>
                </c:pt>
                <c:pt idx="29">
                  <c:v>45782</c:v>
                </c:pt>
                <c:pt idx="30">
                  <c:v>45813</c:v>
                </c:pt>
                <c:pt idx="31">
                  <c:v>45844</c:v>
                </c:pt>
                <c:pt idx="32">
                  <c:v>45875</c:v>
                </c:pt>
                <c:pt idx="33">
                  <c:v>45906</c:v>
                </c:pt>
                <c:pt idx="34">
                  <c:v>45937</c:v>
                </c:pt>
                <c:pt idx="35">
                  <c:v>45968</c:v>
                </c:pt>
              </c:numCache>
            </c:numRef>
          </c:cat>
          <c:val>
            <c:numRef>
              <c:f>Total!$Y$3:$Y$49994</c:f>
              <c:numCache>
                <c:formatCode>_(* #,##0_);_(* \(#,##0\);_(* "-"??_);_(@_)</c:formatCode>
                <c:ptCount val="4999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3-FB42-486C-B99B-91BBD5128D20}"/>
            </c:ext>
          </c:extLst>
        </c:ser>
        <c:ser>
          <c:idx val="20"/>
          <c:order val="20"/>
          <c:tx>
            <c:strRef>
              <c:f>Total!$Z$1</c:f>
              <c:strCache>
                <c:ptCount val="1"/>
                <c:pt idx="0">
                  <c:v>HKFE</c:v>
                </c:pt>
              </c:strCache>
            </c:strRef>
          </c:tx>
          <c:cat>
            <c:numRef>
              <c:f>Total!$A$3:$A$100</c:f>
              <c:numCache>
                <c:formatCode>[$-409]mmm\-yy;@</c:formatCode>
                <c:ptCount val="98"/>
                <c:pt idx="0">
                  <c:v>44907</c:v>
                </c:pt>
                <c:pt idx="1">
                  <c:v>44938</c:v>
                </c:pt>
                <c:pt idx="2">
                  <c:v>44969</c:v>
                </c:pt>
                <c:pt idx="3">
                  <c:v>44986</c:v>
                </c:pt>
                <c:pt idx="4">
                  <c:v>45017</c:v>
                </c:pt>
                <c:pt idx="5">
                  <c:v>45048</c:v>
                </c:pt>
                <c:pt idx="6">
                  <c:v>45079</c:v>
                </c:pt>
                <c:pt idx="7">
                  <c:v>45110</c:v>
                </c:pt>
                <c:pt idx="8">
                  <c:v>45141</c:v>
                </c:pt>
                <c:pt idx="9">
                  <c:v>45172</c:v>
                </c:pt>
                <c:pt idx="10">
                  <c:v>45203</c:v>
                </c:pt>
                <c:pt idx="11">
                  <c:v>45234</c:v>
                </c:pt>
                <c:pt idx="12">
                  <c:v>45265</c:v>
                </c:pt>
                <c:pt idx="13">
                  <c:v>45296</c:v>
                </c:pt>
                <c:pt idx="14">
                  <c:v>45327</c:v>
                </c:pt>
                <c:pt idx="15">
                  <c:v>45358</c:v>
                </c:pt>
                <c:pt idx="16">
                  <c:v>45389</c:v>
                </c:pt>
                <c:pt idx="17">
                  <c:v>45420</c:v>
                </c:pt>
                <c:pt idx="18">
                  <c:v>45451</c:v>
                </c:pt>
                <c:pt idx="19">
                  <c:v>45482</c:v>
                </c:pt>
                <c:pt idx="20">
                  <c:v>45513</c:v>
                </c:pt>
                <c:pt idx="21">
                  <c:v>45544</c:v>
                </c:pt>
                <c:pt idx="22">
                  <c:v>45575</c:v>
                </c:pt>
                <c:pt idx="23">
                  <c:v>45606</c:v>
                </c:pt>
                <c:pt idx="24">
                  <c:v>45627</c:v>
                </c:pt>
                <c:pt idx="25">
                  <c:v>45658</c:v>
                </c:pt>
                <c:pt idx="26">
                  <c:v>45689</c:v>
                </c:pt>
                <c:pt idx="27">
                  <c:v>45720</c:v>
                </c:pt>
                <c:pt idx="28">
                  <c:v>45751</c:v>
                </c:pt>
                <c:pt idx="29">
                  <c:v>45782</c:v>
                </c:pt>
                <c:pt idx="30">
                  <c:v>45813</c:v>
                </c:pt>
                <c:pt idx="31">
                  <c:v>45844</c:v>
                </c:pt>
                <c:pt idx="32">
                  <c:v>45875</c:v>
                </c:pt>
                <c:pt idx="33">
                  <c:v>45906</c:v>
                </c:pt>
                <c:pt idx="34">
                  <c:v>45937</c:v>
                </c:pt>
                <c:pt idx="35">
                  <c:v>45968</c:v>
                </c:pt>
              </c:numCache>
            </c:numRef>
          </c:cat>
          <c:val>
            <c:numRef>
              <c:f>Total!$Z$3:$Z$49994</c:f>
              <c:numCache>
                <c:formatCode>_(* #,##0_);_(* \(#,##0\);_(* "-"??_);_(@_)</c:formatCode>
                <c:ptCount val="4999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4-FB42-486C-B99B-91BBD5128D20}"/>
            </c:ext>
          </c:extLst>
        </c:ser>
        <c:ser>
          <c:idx val="21"/>
          <c:order val="21"/>
          <c:tx>
            <c:strRef>
              <c:f>Total!$AA$1</c:f>
              <c:strCache>
                <c:ptCount val="1"/>
                <c:pt idx="0">
                  <c:v>JSE</c:v>
                </c:pt>
              </c:strCache>
            </c:strRef>
          </c:tx>
          <c:cat>
            <c:numRef>
              <c:f>Total!$A$3:$A$100</c:f>
              <c:numCache>
                <c:formatCode>[$-409]mmm\-yy;@</c:formatCode>
                <c:ptCount val="98"/>
                <c:pt idx="0">
                  <c:v>44907</c:v>
                </c:pt>
                <c:pt idx="1">
                  <c:v>44938</c:v>
                </c:pt>
                <c:pt idx="2">
                  <c:v>44969</c:v>
                </c:pt>
                <c:pt idx="3">
                  <c:v>44986</c:v>
                </c:pt>
                <c:pt idx="4">
                  <c:v>45017</c:v>
                </c:pt>
                <c:pt idx="5">
                  <c:v>45048</c:v>
                </c:pt>
                <c:pt idx="6">
                  <c:v>45079</c:v>
                </c:pt>
                <c:pt idx="7">
                  <c:v>45110</c:v>
                </c:pt>
                <c:pt idx="8">
                  <c:v>45141</c:v>
                </c:pt>
                <c:pt idx="9">
                  <c:v>45172</c:v>
                </c:pt>
                <c:pt idx="10">
                  <c:v>45203</c:v>
                </c:pt>
                <c:pt idx="11">
                  <c:v>45234</c:v>
                </c:pt>
                <c:pt idx="12">
                  <c:v>45265</c:v>
                </c:pt>
                <c:pt idx="13">
                  <c:v>45296</c:v>
                </c:pt>
                <c:pt idx="14">
                  <c:v>45327</c:v>
                </c:pt>
                <c:pt idx="15">
                  <c:v>45358</c:v>
                </c:pt>
                <c:pt idx="16">
                  <c:v>45389</c:v>
                </c:pt>
                <c:pt idx="17">
                  <c:v>45420</c:v>
                </c:pt>
                <c:pt idx="18">
                  <c:v>45451</c:v>
                </c:pt>
                <c:pt idx="19">
                  <c:v>45482</c:v>
                </c:pt>
                <c:pt idx="20">
                  <c:v>45513</c:v>
                </c:pt>
                <c:pt idx="21">
                  <c:v>45544</c:v>
                </c:pt>
                <c:pt idx="22">
                  <c:v>45575</c:v>
                </c:pt>
                <c:pt idx="23">
                  <c:v>45606</c:v>
                </c:pt>
                <c:pt idx="24">
                  <c:v>45627</c:v>
                </c:pt>
                <c:pt idx="25">
                  <c:v>45658</c:v>
                </c:pt>
                <c:pt idx="26">
                  <c:v>45689</c:v>
                </c:pt>
                <c:pt idx="27">
                  <c:v>45720</c:v>
                </c:pt>
                <c:pt idx="28">
                  <c:v>45751</c:v>
                </c:pt>
                <c:pt idx="29">
                  <c:v>45782</c:v>
                </c:pt>
                <c:pt idx="30">
                  <c:v>45813</c:v>
                </c:pt>
                <c:pt idx="31">
                  <c:v>45844</c:v>
                </c:pt>
                <c:pt idx="32">
                  <c:v>45875</c:v>
                </c:pt>
                <c:pt idx="33">
                  <c:v>45906</c:v>
                </c:pt>
                <c:pt idx="34">
                  <c:v>45937</c:v>
                </c:pt>
                <c:pt idx="35">
                  <c:v>45968</c:v>
                </c:pt>
              </c:numCache>
            </c:numRef>
          </c:cat>
          <c:val>
            <c:numRef>
              <c:f>Total!$AA$3:$AA$49994</c:f>
              <c:numCache>
                <c:formatCode>_(* #,##0_);_(* \(#,##0\);_(* "-"??_);_(@_)</c:formatCode>
                <c:ptCount val="4999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5-FB42-486C-B99B-91BBD5128D20}"/>
            </c:ext>
          </c:extLst>
        </c:ser>
        <c:ser>
          <c:idx val="22"/>
          <c:order val="22"/>
          <c:tx>
            <c:strRef>
              <c:f>Total!$J$1</c:f>
              <c:strCache>
                <c:ptCount val="1"/>
                <c:pt idx="0">
                  <c:v> Soc Gen </c:v>
                </c:pt>
              </c:strCache>
            </c:strRef>
          </c:tx>
          <c:cat>
            <c:numRef>
              <c:f>Total!$A$3:$A$100</c:f>
              <c:numCache>
                <c:formatCode>[$-409]mmm\-yy;@</c:formatCode>
                <c:ptCount val="98"/>
                <c:pt idx="0">
                  <c:v>44907</c:v>
                </c:pt>
                <c:pt idx="1">
                  <c:v>44938</c:v>
                </c:pt>
                <c:pt idx="2">
                  <c:v>44969</c:v>
                </c:pt>
                <c:pt idx="3">
                  <c:v>44986</c:v>
                </c:pt>
                <c:pt idx="4">
                  <c:v>45017</c:v>
                </c:pt>
                <c:pt idx="5">
                  <c:v>45048</c:v>
                </c:pt>
                <c:pt idx="6">
                  <c:v>45079</c:v>
                </c:pt>
                <c:pt idx="7">
                  <c:v>45110</c:v>
                </c:pt>
                <c:pt idx="8">
                  <c:v>45141</c:v>
                </c:pt>
                <c:pt idx="9">
                  <c:v>45172</c:v>
                </c:pt>
                <c:pt idx="10">
                  <c:v>45203</c:v>
                </c:pt>
                <c:pt idx="11">
                  <c:v>45234</c:v>
                </c:pt>
                <c:pt idx="12">
                  <c:v>45265</c:v>
                </c:pt>
                <c:pt idx="13">
                  <c:v>45296</c:v>
                </c:pt>
                <c:pt idx="14">
                  <c:v>45327</c:v>
                </c:pt>
                <c:pt idx="15">
                  <c:v>45358</c:v>
                </c:pt>
                <c:pt idx="16">
                  <c:v>45389</c:v>
                </c:pt>
                <c:pt idx="17">
                  <c:v>45420</c:v>
                </c:pt>
                <c:pt idx="18">
                  <c:v>45451</c:v>
                </c:pt>
                <c:pt idx="19">
                  <c:v>45482</c:v>
                </c:pt>
                <c:pt idx="20">
                  <c:v>45513</c:v>
                </c:pt>
                <c:pt idx="21">
                  <c:v>45544</c:v>
                </c:pt>
                <c:pt idx="22">
                  <c:v>45575</c:v>
                </c:pt>
                <c:pt idx="23">
                  <c:v>45606</c:v>
                </c:pt>
                <c:pt idx="24">
                  <c:v>45627</c:v>
                </c:pt>
                <c:pt idx="25">
                  <c:v>45658</c:v>
                </c:pt>
                <c:pt idx="26">
                  <c:v>45689</c:v>
                </c:pt>
                <c:pt idx="27">
                  <c:v>45720</c:v>
                </c:pt>
                <c:pt idx="28">
                  <c:v>45751</c:v>
                </c:pt>
                <c:pt idx="29">
                  <c:v>45782</c:v>
                </c:pt>
                <c:pt idx="30">
                  <c:v>45813</c:v>
                </c:pt>
                <c:pt idx="31">
                  <c:v>45844</c:v>
                </c:pt>
                <c:pt idx="32">
                  <c:v>45875</c:v>
                </c:pt>
                <c:pt idx="33">
                  <c:v>45906</c:v>
                </c:pt>
                <c:pt idx="34">
                  <c:v>45937</c:v>
                </c:pt>
                <c:pt idx="35">
                  <c:v>45968</c:v>
                </c:pt>
              </c:numCache>
            </c:numRef>
          </c:cat>
          <c:val>
            <c:numRef>
              <c:f>Total!$J$3:$J$9994</c:f>
              <c:numCache>
                <c:formatCode>_(* #,##0_);_(* \(#,##0\);_(* "-"??_);_(@_)</c:formatCode>
                <c:ptCount val="9992"/>
                <c:pt idx="0">
                  <c:v>447689399.51999998</c:v>
                </c:pt>
                <c:pt idx="1">
                  <c:v>443018510.58999997</c:v>
                </c:pt>
                <c:pt idx="2">
                  <c:v>232574992.63</c:v>
                </c:pt>
                <c:pt idx="3">
                  <c:v>253190072.16999999</c:v>
                </c:pt>
                <c:pt idx="4">
                  <c:v>252929501.41</c:v>
                </c:pt>
                <c:pt idx="5">
                  <c:v>242359783.52000001</c:v>
                </c:pt>
                <c:pt idx="6">
                  <c:v>247035032.47999999</c:v>
                </c:pt>
                <c:pt idx="7">
                  <c:v>222047118.43000001</c:v>
                </c:pt>
                <c:pt idx="8">
                  <c:v>207851855.99000001</c:v>
                </c:pt>
                <c:pt idx="9">
                  <c:v>152192506.86000001</c:v>
                </c:pt>
                <c:pt idx="10">
                  <c:v>146816045.19999999</c:v>
                </c:pt>
                <c:pt idx="11">
                  <c:v>155564881.63</c:v>
                </c:pt>
                <c:pt idx="12">
                  <c:v>164413192.68000001</c:v>
                </c:pt>
                <c:pt idx="13">
                  <c:v>161810670.66999999</c:v>
                </c:pt>
                <c:pt idx="14">
                  <c:v>158436037.38</c:v>
                </c:pt>
                <c:pt idx="15">
                  <c:v>146276168.78</c:v>
                </c:pt>
                <c:pt idx="16">
                  <c:v>139567464.96000001</c:v>
                </c:pt>
                <c:pt idx="17">
                  <c:v>143270782.53999999</c:v>
                </c:pt>
                <c:pt idx="18">
                  <c:v>144800202.59999999</c:v>
                </c:pt>
                <c:pt idx="19">
                  <c:v>148012168.56</c:v>
                </c:pt>
                <c:pt idx="20">
                  <c:v>125763046.76000001</c:v>
                </c:pt>
                <c:pt idx="21">
                  <c:v>242999898.72</c:v>
                </c:pt>
                <c:pt idx="22">
                  <c:v>234893905.06</c:v>
                </c:pt>
                <c:pt idx="23">
                  <c:v>237172778.74000001</c:v>
                </c:pt>
                <c:pt idx="24">
                  <c:v>231870399.41</c:v>
                </c:pt>
                <c:pt idx="25">
                  <c:v>233419633.71000001</c:v>
                </c:pt>
                <c:pt idx="26">
                  <c:v>239981390.59999999</c:v>
                </c:pt>
                <c:pt idx="27">
                  <c:v>240880946</c:v>
                </c:pt>
                <c:pt idx="28">
                  <c:v>243344728.28999999</c:v>
                </c:pt>
                <c:pt idx="29">
                  <c:v>240476146.06999999</c:v>
                </c:pt>
                <c:pt idx="30">
                  <c:v>244264273.81</c:v>
                </c:pt>
                <c:pt idx="31">
                  <c:v>242829982.69999999</c:v>
                </c:pt>
                <c:pt idx="32">
                  <c:v>261893207.47999999</c:v>
                </c:pt>
                <c:pt idx="33">
                  <c:v>263658493.75999999</c:v>
                </c:pt>
                <c:pt idx="34">
                  <c:v>265471490.47999999</c:v>
                </c:pt>
                <c:pt idx="35">
                  <c:v>268169780.91999999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6-FB42-486C-B99B-91BBD5128D20}"/>
            </c:ext>
          </c:extLst>
        </c:ser>
        <c:ser>
          <c:idx val="23"/>
          <c:order val="23"/>
          <c:tx>
            <c:strRef>
              <c:f>Total!$C$1</c:f>
              <c:strCache>
                <c:ptCount val="1"/>
                <c:pt idx="0">
                  <c:v> Citibank </c:v>
                </c:pt>
              </c:strCache>
            </c:strRef>
          </c:tx>
          <c:cat>
            <c:numRef>
              <c:f>Total!$A$3:$A$100</c:f>
              <c:numCache>
                <c:formatCode>[$-409]mmm\-yy;@</c:formatCode>
                <c:ptCount val="98"/>
                <c:pt idx="0">
                  <c:v>44907</c:v>
                </c:pt>
                <c:pt idx="1">
                  <c:v>44938</c:v>
                </c:pt>
                <c:pt idx="2">
                  <c:v>44969</c:v>
                </c:pt>
                <c:pt idx="3">
                  <c:v>44986</c:v>
                </c:pt>
                <c:pt idx="4">
                  <c:v>45017</c:v>
                </c:pt>
                <c:pt idx="5">
                  <c:v>45048</c:v>
                </c:pt>
                <c:pt idx="6">
                  <c:v>45079</c:v>
                </c:pt>
                <c:pt idx="7">
                  <c:v>45110</c:v>
                </c:pt>
                <c:pt idx="8">
                  <c:v>45141</c:v>
                </c:pt>
                <c:pt idx="9">
                  <c:v>45172</c:v>
                </c:pt>
                <c:pt idx="10">
                  <c:v>45203</c:v>
                </c:pt>
                <c:pt idx="11">
                  <c:v>45234</c:v>
                </c:pt>
                <c:pt idx="12">
                  <c:v>45265</c:v>
                </c:pt>
                <c:pt idx="13">
                  <c:v>45296</c:v>
                </c:pt>
                <c:pt idx="14">
                  <c:v>45327</c:v>
                </c:pt>
                <c:pt idx="15">
                  <c:v>45358</c:v>
                </c:pt>
                <c:pt idx="16">
                  <c:v>45389</c:v>
                </c:pt>
                <c:pt idx="17">
                  <c:v>45420</c:v>
                </c:pt>
                <c:pt idx="18">
                  <c:v>45451</c:v>
                </c:pt>
                <c:pt idx="19">
                  <c:v>45482</c:v>
                </c:pt>
                <c:pt idx="20">
                  <c:v>45513</c:v>
                </c:pt>
                <c:pt idx="21">
                  <c:v>45544</c:v>
                </c:pt>
                <c:pt idx="22">
                  <c:v>45575</c:v>
                </c:pt>
                <c:pt idx="23">
                  <c:v>45606</c:v>
                </c:pt>
                <c:pt idx="24">
                  <c:v>45627</c:v>
                </c:pt>
                <c:pt idx="25">
                  <c:v>45658</c:v>
                </c:pt>
                <c:pt idx="26">
                  <c:v>45689</c:v>
                </c:pt>
                <c:pt idx="27">
                  <c:v>45720</c:v>
                </c:pt>
                <c:pt idx="28">
                  <c:v>45751</c:v>
                </c:pt>
                <c:pt idx="29">
                  <c:v>45782</c:v>
                </c:pt>
                <c:pt idx="30">
                  <c:v>45813</c:v>
                </c:pt>
                <c:pt idx="31">
                  <c:v>45844</c:v>
                </c:pt>
                <c:pt idx="32">
                  <c:v>45875</c:v>
                </c:pt>
                <c:pt idx="33">
                  <c:v>45906</c:v>
                </c:pt>
                <c:pt idx="34">
                  <c:v>45937</c:v>
                </c:pt>
                <c:pt idx="35">
                  <c:v>45968</c:v>
                </c:pt>
              </c:numCache>
            </c:numRef>
          </c:cat>
          <c:val>
            <c:numRef>
              <c:f>Total!$C$3:$C$100</c:f>
              <c:numCache>
                <c:formatCode>_(* #,##0_);_(* \(#,##0\);_(* "-"??_);_(@_)</c:formatCode>
                <c:ptCount val="98"/>
                <c:pt idx="0">
                  <c:v>471581429.38</c:v>
                </c:pt>
                <c:pt idx="1">
                  <c:v>514747224.13</c:v>
                </c:pt>
                <c:pt idx="2">
                  <c:v>360992908.45999998</c:v>
                </c:pt>
                <c:pt idx="3">
                  <c:v>368096640.93000001</c:v>
                </c:pt>
                <c:pt idx="4">
                  <c:v>361658998.38999999</c:v>
                </c:pt>
                <c:pt idx="5">
                  <c:v>352122086.26999998</c:v>
                </c:pt>
                <c:pt idx="6">
                  <c:v>355399640.23000002</c:v>
                </c:pt>
                <c:pt idx="7">
                  <c:v>349778506.54000002</c:v>
                </c:pt>
                <c:pt idx="8">
                  <c:v>339323047.25</c:v>
                </c:pt>
                <c:pt idx="9">
                  <c:v>480130701.08999997</c:v>
                </c:pt>
                <c:pt idx="10">
                  <c:v>460565430.80000001</c:v>
                </c:pt>
                <c:pt idx="11">
                  <c:v>505292010.25999999</c:v>
                </c:pt>
                <c:pt idx="12">
                  <c:v>540809240.32000005</c:v>
                </c:pt>
                <c:pt idx="13">
                  <c:v>529717473.98000002</c:v>
                </c:pt>
                <c:pt idx="14">
                  <c:v>937151029.21000004</c:v>
                </c:pt>
                <c:pt idx="15">
                  <c:v>961038824.38</c:v>
                </c:pt>
                <c:pt idx="16">
                  <c:v>705863723.50999999</c:v>
                </c:pt>
                <c:pt idx="17">
                  <c:v>734570160.89999998</c:v>
                </c:pt>
                <c:pt idx="18">
                  <c:v>722636966.88</c:v>
                </c:pt>
                <c:pt idx="19">
                  <c:v>738385112.66999996</c:v>
                </c:pt>
                <c:pt idx="20">
                  <c:v>339504005.87</c:v>
                </c:pt>
                <c:pt idx="21">
                  <c:v>345966178.77999997</c:v>
                </c:pt>
                <c:pt idx="22">
                  <c:v>328875391.79000002</c:v>
                </c:pt>
                <c:pt idx="23">
                  <c:v>336310221.07999998</c:v>
                </c:pt>
                <c:pt idx="24">
                  <c:v>317822333.82999998</c:v>
                </c:pt>
                <c:pt idx="25">
                  <c:v>307761647.67400002</c:v>
                </c:pt>
                <c:pt idx="26">
                  <c:v>322678797.662</c:v>
                </c:pt>
                <c:pt idx="27">
                  <c:v>317480046.94800001</c:v>
                </c:pt>
                <c:pt idx="28">
                  <c:v>278595936.10000002</c:v>
                </c:pt>
                <c:pt idx="29">
                  <c:v>269800728.85000002</c:v>
                </c:pt>
                <c:pt idx="30">
                  <c:v>115683016.29099999</c:v>
                </c:pt>
                <c:pt idx="31">
                  <c:v>119372517.13</c:v>
                </c:pt>
                <c:pt idx="32">
                  <c:v>119335135.98999999</c:v>
                </c:pt>
                <c:pt idx="33">
                  <c:v>-8004015.1940000001</c:v>
                </c:pt>
                <c:pt idx="34">
                  <c:v>-8164297.9879999999</c:v>
                </c:pt>
                <c:pt idx="35">
                  <c:v>-8187360.2019999996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7-FB42-486C-B99B-91BBD5128D20}"/>
            </c:ext>
          </c:extLst>
        </c:ser>
        <c:ser>
          <c:idx val="24"/>
          <c:order val="24"/>
          <c:tx>
            <c:strRef>
              <c:f>Total!$G$1</c:f>
              <c:strCache>
                <c:ptCount val="1"/>
                <c:pt idx="0">
                  <c:v> Nomura </c:v>
                </c:pt>
              </c:strCache>
            </c:strRef>
          </c:tx>
          <c:dPt>
            <c:idx val="25"/>
            <c:marker>
              <c:symbol val="plus"/>
              <c:size val="7"/>
            </c:marker>
            <c:bubble3D val="0"/>
            <c:extLst>
              <c:ext xmlns:c16="http://schemas.microsoft.com/office/drawing/2014/chart" uri="{C3380CC4-5D6E-409C-BE32-E72D297353CC}">
                <c16:uniqueId val="{00000018-FB42-486C-B99B-91BBD5128D20}"/>
              </c:ext>
            </c:extLst>
          </c:dPt>
          <c:cat>
            <c:numRef>
              <c:f>Total!$A$3:$A$100</c:f>
              <c:numCache>
                <c:formatCode>[$-409]mmm\-yy;@</c:formatCode>
                <c:ptCount val="98"/>
                <c:pt idx="0">
                  <c:v>44907</c:v>
                </c:pt>
                <c:pt idx="1">
                  <c:v>44938</c:v>
                </c:pt>
                <c:pt idx="2">
                  <c:v>44969</c:v>
                </c:pt>
                <c:pt idx="3">
                  <c:v>44986</c:v>
                </c:pt>
                <c:pt idx="4">
                  <c:v>45017</c:v>
                </c:pt>
                <c:pt idx="5">
                  <c:v>45048</c:v>
                </c:pt>
                <c:pt idx="6">
                  <c:v>45079</c:v>
                </c:pt>
                <c:pt idx="7">
                  <c:v>45110</c:v>
                </c:pt>
                <c:pt idx="8">
                  <c:v>45141</c:v>
                </c:pt>
                <c:pt idx="9">
                  <c:v>45172</c:v>
                </c:pt>
                <c:pt idx="10">
                  <c:v>45203</c:v>
                </c:pt>
                <c:pt idx="11">
                  <c:v>45234</c:v>
                </c:pt>
                <c:pt idx="12">
                  <c:v>45265</c:v>
                </c:pt>
                <c:pt idx="13">
                  <c:v>45296</c:v>
                </c:pt>
                <c:pt idx="14">
                  <c:v>45327</c:v>
                </c:pt>
                <c:pt idx="15">
                  <c:v>45358</c:v>
                </c:pt>
                <c:pt idx="16">
                  <c:v>45389</c:v>
                </c:pt>
                <c:pt idx="17">
                  <c:v>45420</c:v>
                </c:pt>
                <c:pt idx="18">
                  <c:v>45451</c:v>
                </c:pt>
                <c:pt idx="19">
                  <c:v>45482</c:v>
                </c:pt>
                <c:pt idx="20">
                  <c:v>45513</c:v>
                </c:pt>
                <c:pt idx="21">
                  <c:v>45544</c:v>
                </c:pt>
                <c:pt idx="22">
                  <c:v>45575</c:v>
                </c:pt>
                <c:pt idx="23">
                  <c:v>45606</c:v>
                </c:pt>
                <c:pt idx="24">
                  <c:v>45627</c:v>
                </c:pt>
                <c:pt idx="25">
                  <c:v>45658</c:v>
                </c:pt>
                <c:pt idx="26">
                  <c:v>45689</c:v>
                </c:pt>
                <c:pt idx="27">
                  <c:v>45720</c:v>
                </c:pt>
                <c:pt idx="28">
                  <c:v>45751</c:v>
                </c:pt>
                <c:pt idx="29">
                  <c:v>45782</c:v>
                </c:pt>
                <c:pt idx="30">
                  <c:v>45813</c:v>
                </c:pt>
                <c:pt idx="31">
                  <c:v>45844</c:v>
                </c:pt>
                <c:pt idx="32">
                  <c:v>45875</c:v>
                </c:pt>
                <c:pt idx="33">
                  <c:v>45906</c:v>
                </c:pt>
                <c:pt idx="34">
                  <c:v>45937</c:v>
                </c:pt>
                <c:pt idx="35">
                  <c:v>45968</c:v>
                </c:pt>
              </c:numCache>
            </c:numRef>
          </c:cat>
          <c:val>
            <c:numRef>
              <c:f>Total!$G$3:$G$100</c:f>
              <c:numCache>
                <c:formatCode>_(* #,##0_);_(* \(#,##0\);_(* "-"??_);_(@_)</c:formatCode>
                <c:ptCount val="98"/>
                <c:pt idx="0">
                  <c:v>11281628.529999999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-19945363.789999999</c:v>
                </c:pt>
                <c:pt idx="13">
                  <c:v>28128604.18</c:v>
                </c:pt>
                <c:pt idx="14">
                  <c:v>38003247.799999997</c:v>
                </c:pt>
                <c:pt idx="15">
                  <c:v>38180063.549999997</c:v>
                </c:pt>
                <c:pt idx="16">
                  <c:v>38351175.57</c:v>
                </c:pt>
                <c:pt idx="17">
                  <c:v>164772472.30000001</c:v>
                </c:pt>
                <c:pt idx="18">
                  <c:v>165517370.22999999</c:v>
                </c:pt>
                <c:pt idx="19">
                  <c:v>195835358.46000001</c:v>
                </c:pt>
                <c:pt idx="20">
                  <c:v>295607434.51999998</c:v>
                </c:pt>
                <c:pt idx="21">
                  <c:v>298724249.92000002</c:v>
                </c:pt>
                <c:pt idx="22">
                  <c:v>310711880.86000001</c:v>
                </c:pt>
                <c:pt idx="23">
                  <c:v>402613252.41000003</c:v>
                </c:pt>
                <c:pt idx="24">
                  <c:v>382137275.49000001</c:v>
                </c:pt>
                <c:pt idx="25">
                  <c:v>379564417.58000004</c:v>
                </c:pt>
                <c:pt idx="26">
                  <c:v>358638998.00000006</c:v>
                </c:pt>
                <c:pt idx="27">
                  <c:v>360674303.43000007</c:v>
                </c:pt>
                <c:pt idx="28">
                  <c:v>238172167.03999999</c:v>
                </c:pt>
                <c:pt idx="29">
                  <c:v>211196062.14000002</c:v>
                </c:pt>
                <c:pt idx="30">
                  <c:v>200824588.47999996</c:v>
                </c:pt>
                <c:pt idx="31">
                  <c:v>193503621.1500001</c:v>
                </c:pt>
                <c:pt idx="32">
                  <c:v>437568280.60000002</c:v>
                </c:pt>
                <c:pt idx="33">
                  <c:v>309954250.75</c:v>
                </c:pt>
                <c:pt idx="34">
                  <c:v>256877644.47999999</c:v>
                </c:pt>
                <c:pt idx="35">
                  <c:v>181693248.40000001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9-FB42-486C-B99B-91BBD5128D20}"/>
            </c:ext>
          </c:extLst>
        </c:ser>
        <c:ser>
          <c:idx val="25"/>
          <c:order val="25"/>
          <c:tx>
            <c:strRef>
              <c:f>Total!$M$1</c:f>
              <c:strCache>
                <c:ptCount val="1"/>
                <c:pt idx="0">
                  <c:v> Credit Agricole </c:v>
                </c:pt>
              </c:strCache>
            </c:strRef>
          </c:tx>
          <c:spPr>
            <a:ln>
              <a:solidFill>
                <a:schemeClr val="accent1"/>
              </a:solidFill>
            </a:ln>
          </c:spPr>
          <c:marker>
            <c:symbol val="dot"/>
            <c:size val="7"/>
          </c:marker>
          <c:cat>
            <c:numRef>
              <c:f>Total!$A$3:$A$100</c:f>
              <c:numCache>
                <c:formatCode>[$-409]mmm\-yy;@</c:formatCode>
                <c:ptCount val="98"/>
                <c:pt idx="0">
                  <c:v>44907</c:v>
                </c:pt>
                <c:pt idx="1">
                  <c:v>44938</c:v>
                </c:pt>
                <c:pt idx="2">
                  <c:v>44969</c:v>
                </c:pt>
                <c:pt idx="3">
                  <c:v>44986</c:v>
                </c:pt>
                <c:pt idx="4">
                  <c:v>45017</c:v>
                </c:pt>
                <c:pt idx="5">
                  <c:v>45048</c:v>
                </c:pt>
                <c:pt idx="6">
                  <c:v>45079</c:v>
                </c:pt>
                <c:pt idx="7">
                  <c:v>45110</c:v>
                </c:pt>
                <c:pt idx="8">
                  <c:v>45141</c:v>
                </c:pt>
                <c:pt idx="9">
                  <c:v>45172</c:v>
                </c:pt>
                <c:pt idx="10">
                  <c:v>45203</c:v>
                </c:pt>
                <c:pt idx="11">
                  <c:v>45234</c:v>
                </c:pt>
                <c:pt idx="12">
                  <c:v>45265</c:v>
                </c:pt>
                <c:pt idx="13">
                  <c:v>45296</c:v>
                </c:pt>
                <c:pt idx="14">
                  <c:v>45327</c:v>
                </c:pt>
                <c:pt idx="15">
                  <c:v>45358</c:v>
                </c:pt>
                <c:pt idx="16">
                  <c:v>45389</c:v>
                </c:pt>
                <c:pt idx="17">
                  <c:v>45420</c:v>
                </c:pt>
                <c:pt idx="18">
                  <c:v>45451</c:v>
                </c:pt>
                <c:pt idx="19">
                  <c:v>45482</c:v>
                </c:pt>
                <c:pt idx="20">
                  <c:v>45513</c:v>
                </c:pt>
                <c:pt idx="21">
                  <c:v>45544</c:v>
                </c:pt>
                <c:pt idx="22">
                  <c:v>45575</c:v>
                </c:pt>
                <c:pt idx="23">
                  <c:v>45606</c:v>
                </c:pt>
                <c:pt idx="24">
                  <c:v>45627</c:v>
                </c:pt>
                <c:pt idx="25">
                  <c:v>45658</c:v>
                </c:pt>
                <c:pt idx="26">
                  <c:v>45689</c:v>
                </c:pt>
                <c:pt idx="27">
                  <c:v>45720</c:v>
                </c:pt>
                <c:pt idx="28">
                  <c:v>45751</c:v>
                </c:pt>
                <c:pt idx="29">
                  <c:v>45782</c:v>
                </c:pt>
                <c:pt idx="30">
                  <c:v>45813</c:v>
                </c:pt>
                <c:pt idx="31">
                  <c:v>45844</c:v>
                </c:pt>
                <c:pt idx="32">
                  <c:v>45875</c:v>
                </c:pt>
                <c:pt idx="33">
                  <c:v>45906</c:v>
                </c:pt>
                <c:pt idx="34">
                  <c:v>45937</c:v>
                </c:pt>
                <c:pt idx="35">
                  <c:v>45968</c:v>
                </c:pt>
              </c:numCache>
            </c:numRef>
          </c:cat>
          <c:val>
            <c:numRef>
              <c:f>Total!$M$3:$M$182</c:f>
              <c:numCache>
                <c:formatCode>_(* #,##0_);_(* \(#,##0\);_(* "-"??_);_(@_)</c:formatCode>
                <c:ptCount val="180"/>
                <c:pt idx="0">
                  <c:v>-11951980.85</c:v>
                </c:pt>
                <c:pt idx="1">
                  <c:v>-11973328.77</c:v>
                </c:pt>
                <c:pt idx="2">
                  <c:v>-11992610.76</c:v>
                </c:pt>
                <c:pt idx="3">
                  <c:v>535949286.66000003</c:v>
                </c:pt>
                <c:pt idx="4">
                  <c:v>546106989.84000003</c:v>
                </c:pt>
                <c:pt idx="5">
                  <c:v>548362076.88</c:v>
                </c:pt>
                <c:pt idx="6">
                  <c:v>522787923.94</c:v>
                </c:pt>
                <c:pt idx="7">
                  <c:v>524955363.06999999</c:v>
                </c:pt>
                <c:pt idx="8">
                  <c:v>532250140.12</c:v>
                </c:pt>
                <c:pt idx="9">
                  <c:v>535045361.26999998</c:v>
                </c:pt>
                <c:pt idx="10">
                  <c:v>537609472.05999994</c:v>
                </c:pt>
                <c:pt idx="11">
                  <c:v>537391381.30999994</c:v>
                </c:pt>
                <c:pt idx="12">
                  <c:v>539943026.23000002</c:v>
                </c:pt>
                <c:pt idx="13">
                  <c:v>166360491.75</c:v>
                </c:pt>
                <c:pt idx="14">
                  <c:v>140788100.56</c:v>
                </c:pt>
                <c:pt idx="15">
                  <c:v>141440545.90000001</c:v>
                </c:pt>
                <c:pt idx="16">
                  <c:v>142071944.61000001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-3450103.7799999984</c:v>
                </c:pt>
                <c:pt idx="28">
                  <c:v>22310952.91</c:v>
                </c:pt>
                <c:pt idx="29">
                  <c:v>22395044.18</c:v>
                </c:pt>
                <c:pt idx="30">
                  <c:v>22476422.82</c:v>
                </c:pt>
                <c:pt idx="31">
                  <c:v>18326325.030000001</c:v>
                </c:pt>
                <c:pt idx="32">
                  <c:v>39395322.549999997</c:v>
                </c:pt>
                <c:pt idx="33">
                  <c:v>39541322.189999998</c:v>
                </c:pt>
                <c:pt idx="34">
                  <c:v>54516880.039999992</c:v>
                </c:pt>
                <c:pt idx="35">
                  <c:v>54711186.400000006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A-FB42-486C-B99B-91BBD5128D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91992832"/>
        <c:axId val="91995136"/>
      </c:lineChart>
      <c:dateAx>
        <c:axId val="91992832"/>
        <c:scaling>
          <c:orientation val="minMax"/>
        </c:scaling>
        <c:delete val="0"/>
        <c:axPos val="b"/>
        <c:numFmt formatCode="[$-409]mmm\-yy;@" sourceLinked="1"/>
        <c:majorTickMark val="none"/>
        <c:minorTickMark val="none"/>
        <c:tickLblPos val="low"/>
        <c:crossAx val="91995136"/>
        <c:crosses val="autoZero"/>
        <c:auto val="1"/>
        <c:lblOffset val="100"/>
        <c:baseTimeUnit val="months"/>
      </c:dateAx>
      <c:valAx>
        <c:axId val="91995136"/>
        <c:scaling>
          <c:orientation val="minMax"/>
        </c:scaling>
        <c:delete val="0"/>
        <c:axPos val="l"/>
        <c:majorGridlines/>
        <c:numFmt formatCode="_(* #,##0_);_(* \(#,##0\);_(* &quot;-&quot;??_);_(@_)" sourceLinked="1"/>
        <c:majorTickMark val="none"/>
        <c:minorTickMark val="none"/>
        <c:tickLblPos val="nextTo"/>
        <c:spPr>
          <a:ln w="9525">
            <a:noFill/>
          </a:ln>
        </c:spPr>
        <c:crossAx val="91992832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  <c:externalData r:id="rId2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/>
            </a:pPr>
            <a:r>
              <a:rPr lang="en-US"/>
              <a:t>Total Counterparty Exposure</a:t>
            </a:r>
          </a:p>
          <a:p>
            <a:pPr>
              <a:defRPr/>
            </a:pPr>
            <a:r>
              <a:rPr lang="en-US"/>
              <a:t>Excluding Clearing Houses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2"/>
          <c:order val="0"/>
          <c:tx>
            <c:strRef>
              <c:f>'Total x-clearing'!$B$1</c:f>
              <c:strCache>
                <c:ptCount val="1"/>
                <c:pt idx="0">
                  <c:v> Barclays </c:v>
                </c:pt>
              </c:strCache>
            </c:strRef>
          </c:tx>
          <c:cat>
            <c:numRef>
              <c:f>'Total x-clearing'!$A$3:$A$510</c:f>
              <c:numCache>
                <c:formatCode>[$-409]mmm\-yy;@</c:formatCode>
                <c:ptCount val="508"/>
                <c:pt idx="0">
                  <c:v>44921</c:v>
                </c:pt>
                <c:pt idx="1">
                  <c:v>44953</c:v>
                </c:pt>
                <c:pt idx="2">
                  <c:v>44985</c:v>
                </c:pt>
                <c:pt idx="3">
                  <c:v>44986</c:v>
                </c:pt>
                <c:pt idx="4">
                  <c:v>45018</c:v>
                </c:pt>
                <c:pt idx="5">
                  <c:v>45050</c:v>
                </c:pt>
                <c:pt idx="6">
                  <c:v>45082</c:v>
                </c:pt>
                <c:pt idx="7">
                  <c:v>45114</c:v>
                </c:pt>
                <c:pt idx="8">
                  <c:v>45146</c:v>
                </c:pt>
                <c:pt idx="9">
                  <c:v>45178</c:v>
                </c:pt>
                <c:pt idx="10">
                  <c:v>45210</c:v>
                </c:pt>
                <c:pt idx="11">
                  <c:v>45242</c:v>
                </c:pt>
                <c:pt idx="12">
                  <c:v>45274</c:v>
                </c:pt>
                <c:pt idx="13">
                  <c:v>45306</c:v>
                </c:pt>
                <c:pt idx="14">
                  <c:v>45338</c:v>
                </c:pt>
                <c:pt idx="15">
                  <c:v>45370</c:v>
                </c:pt>
                <c:pt idx="16">
                  <c:v>45402</c:v>
                </c:pt>
                <c:pt idx="17">
                  <c:v>45434</c:v>
                </c:pt>
                <c:pt idx="18">
                  <c:v>45466</c:v>
                </c:pt>
                <c:pt idx="19">
                  <c:v>45498</c:v>
                </c:pt>
                <c:pt idx="20">
                  <c:v>45530</c:v>
                </c:pt>
                <c:pt idx="21">
                  <c:v>45562</c:v>
                </c:pt>
                <c:pt idx="22">
                  <c:v>45594</c:v>
                </c:pt>
                <c:pt idx="23">
                  <c:v>45626</c:v>
                </c:pt>
                <c:pt idx="24">
                  <c:v>45627</c:v>
                </c:pt>
                <c:pt idx="25">
                  <c:v>45659</c:v>
                </c:pt>
                <c:pt idx="26">
                  <c:v>45691</c:v>
                </c:pt>
                <c:pt idx="27">
                  <c:v>45723</c:v>
                </c:pt>
                <c:pt idx="28">
                  <c:v>45755</c:v>
                </c:pt>
                <c:pt idx="29">
                  <c:v>45787</c:v>
                </c:pt>
                <c:pt idx="30">
                  <c:v>45819</c:v>
                </c:pt>
                <c:pt idx="31">
                  <c:v>45851</c:v>
                </c:pt>
                <c:pt idx="32">
                  <c:v>45883</c:v>
                </c:pt>
                <c:pt idx="33">
                  <c:v>45915</c:v>
                </c:pt>
                <c:pt idx="34">
                  <c:v>45947</c:v>
                </c:pt>
                <c:pt idx="35">
                  <c:v>45979</c:v>
                </c:pt>
              </c:numCache>
            </c:numRef>
          </c:cat>
          <c:val>
            <c:numRef>
              <c:f>'Total x-clearing'!$B$3:$B$50000</c:f>
              <c:numCache>
                <c:formatCode>_(* #,##0_);_(* \(#,##0\);_(* "-"??_);_(@_)</c:formatCode>
                <c:ptCount val="49998"/>
                <c:pt idx="0">
                  <c:v>911658475.59000003</c:v>
                </c:pt>
                <c:pt idx="1">
                  <c:v>874354398.66999996</c:v>
                </c:pt>
                <c:pt idx="2">
                  <c:v>853977507.76999998</c:v>
                </c:pt>
                <c:pt idx="3">
                  <c:v>585899583.46000004</c:v>
                </c:pt>
                <c:pt idx="4">
                  <c:v>585047166.26999998</c:v>
                </c:pt>
                <c:pt idx="5">
                  <c:v>294986850.49000001</c:v>
                </c:pt>
                <c:pt idx="6">
                  <c:v>592083131.27999997</c:v>
                </c:pt>
                <c:pt idx="7">
                  <c:v>605120138.58000004</c:v>
                </c:pt>
                <c:pt idx="8">
                  <c:v>551769524.23000002</c:v>
                </c:pt>
                <c:pt idx="9">
                  <c:v>559508678.36000001</c:v>
                </c:pt>
                <c:pt idx="10">
                  <c:v>262154247.11000001</c:v>
                </c:pt>
                <c:pt idx="11">
                  <c:v>276468841.67000002</c:v>
                </c:pt>
                <c:pt idx="12">
                  <c:v>286860634.36000001</c:v>
                </c:pt>
                <c:pt idx="13">
                  <c:v>177146337.47999999</c:v>
                </c:pt>
                <c:pt idx="14">
                  <c:v>175109048.09999999</c:v>
                </c:pt>
                <c:pt idx="15">
                  <c:v>169225189.28999999</c:v>
                </c:pt>
                <c:pt idx="16">
                  <c:v>156695397.88</c:v>
                </c:pt>
                <c:pt idx="17">
                  <c:v>158978087.94</c:v>
                </c:pt>
                <c:pt idx="18">
                  <c:v>160581448.30000001</c:v>
                </c:pt>
                <c:pt idx="19">
                  <c:v>164094756.56</c:v>
                </c:pt>
                <c:pt idx="20">
                  <c:v>166193920.90000001</c:v>
                </c:pt>
                <c:pt idx="21">
                  <c:v>324669460.94</c:v>
                </c:pt>
                <c:pt idx="22">
                  <c:v>319509033.48000002</c:v>
                </c:pt>
                <c:pt idx="23">
                  <c:v>165463374.72</c:v>
                </c:pt>
                <c:pt idx="24">
                  <c:v>162913932.16</c:v>
                </c:pt>
                <c:pt idx="25">
                  <c:v>163756870.06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6E2-4E02-8FB4-9CE2E453F4CB}"/>
            </c:ext>
          </c:extLst>
        </c:ser>
        <c:ser>
          <c:idx val="3"/>
          <c:order val="1"/>
          <c:tx>
            <c:strRef>
              <c:f>'Total x-clearing'!$D$1</c:f>
              <c:strCache>
                <c:ptCount val="1"/>
                <c:pt idx="0">
                  <c:v> Deutsche Bank </c:v>
                </c:pt>
              </c:strCache>
            </c:strRef>
          </c:tx>
          <c:cat>
            <c:numRef>
              <c:f>'Total x-clearing'!$A$3:$A$510</c:f>
              <c:numCache>
                <c:formatCode>[$-409]mmm\-yy;@</c:formatCode>
                <c:ptCount val="508"/>
                <c:pt idx="0">
                  <c:v>44921</c:v>
                </c:pt>
                <c:pt idx="1">
                  <c:v>44953</c:v>
                </c:pt>
                <c:pt idx="2">
                  <c:v>44985</c:v>
                </c:pt>
                <c:pt idx="3">
                  <c:v>44986</c:v>
                </c:pt>
                <c:pt idx="4">
                  <c:v>45018</c:v>
                </c:pt>
                <c:pt idx="5">
                  <c:v>45050</c:v>
                </c:pt>
                <c:pt idx="6">
                  <c:v>45082</c:v>
                </c:pt>
                <c:pt idx="7">
                  <c:v>45114</c:v>
                </c:pt>
                <c:pt idx="8">
                  <c:v>45146</c:v>
                </c:pt>
                <c:pt idx="9">
                  <c:v>45178</c:v>
                </c:pt>
                <c:pt idx="10">
                  <c:v>45210</c:v>
                </c:pt>
                <c:pt idx="11">
                  <c:v>45242</c:v>
                </c:pt>
                <c:pt idx="12">
                  <c:v>45274</c:v>
                </c:pt>
                <c:pt idx="13">
                  <c:v>45306</c:v>
                </c:pt>
                <c:pt idx="14">
                  <c:v>45338</c:v>
                </c:pt>
                <c:pt idx="15">
                  <c:v>45370</c:v>
                </c:pt>
                <c:pt idx="16">
                  <c:v>45402</c:v>
                </c:pt>
                <c:pt idx="17">
                  <c:v>45434</c:v>
                </c:pt>
                <c:pt idx="18">
                  <c:v>45466</c:v>
                </c:pt>
                <c:pt idx="19">
                  <c:v>45498</c:v>
                </c:pt>
                <c:pt idx="20">
                  <c:v>45530</c:v>
                </c:pt>
                <c:pt idx="21">
                  <c:v>45562</c:v>
                </c:pt>
                <c:pt idx="22">
                  <c:v>45594</c:v>
                </c:pt>
                <c:pt idx="23">
                  <c:v>45626</c:v>
                </c:pt>
                <c:pt idx="24">
                  <c:v>45627</c:v>
                </c:pt>
                <c:pt idx="25">
                  <c:v>45659</c:v>
                </c:pt>
                <c:pt idx="26">
                  <c:v>45691</c:v>
                </c:pt>
                <c:pt idx="27">
                  <c:v>45723</c:v>
                </c:pt>
                <c:pt idx="28">
                  <c:v>45755</c:v>
                </c:pt>
                <c:pt idx="29">
                  <c:v>45787</c:v>
                </c:pt>
                <c:pt idx="30">
                  <c:v>45819</c:v>
                </c:pt>
                <c:pt idx="31">
                  <c:v>45851</c:v>
                </c:pt>
                <c:pt idx="32">
                  <c:v>45883</c:v>
                </c:pt>
                <c:pt idx="33">
                  <c:v>45915</c:v>
                </c:pt>
                <c:pt idx="34">
                  <c:v>45947</c:v>
                </c:pt>
                <c:pt idx="35">
                  <c:v>45979</c:v>
                </c:pt>
              </c:numCache>
            </c:numRef>
          </c:cat>
          <c:val>
            <c:numRef>
              <c:f>'Total x-clearing'!$D$3:$D$50000</c:f>
              <c:numCache>
                <c:formatCode>_(* #,##0_);_(* \(#,##0\);_(* "-"??_);_(@_)</c:formatCode>
                <c:ptCount val="4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6E2-4E02-8FB4-9CE2E453F4CB}"/>
            </c:ext>
          </c:extLst>
        </c:ser>
        <c:ser>
          <c:idx val="4"/>
          <c:order val="2"/>
          <c:tx>
            <c:strRef>
              <c:f>'Total x-clearing'!$E$1</c:f>
              <c:strCache>
                <c:ptCount val="1"/>
                <c:pt idx="0">
                  <c:v> Goldman Sachs </c:v>
                </c:pt>
              </c:strCache>
            </c:strRef>
          </c:tx>
          <c:cat>
            <c:numRef>
              <c:f>'Total x-clearing'!$A$3:$A$510</c:f>
              <c:numCache>
                <c:formatCode>[$-409]mmm\-yy;@</c:formatCode>
                <c:ptCount val="508"/>
                <c:pt idx="0">
                  <c:v>44921</c:v>
                </c:pt>
                <c:pt idx="1">
                  <c:v>44953</c:v>
                </c:pt>
                <c:pt idx="2">
                  <c:v>44985</c:v>
                </c:pt>
                <c:pt idx="3">
                  <c:v>44986</c:v>
                </c:pt>
                <c:pt idx="4">
                  <c:v>45018</c:v>
                </c:pt>
                <c:pt idx="5">
                  <c:v>45050</c:v>
                </c:pt>
                <c:pt idx="6">
                  <c:v>45082</c:v>
                </c:pt>
                <c:pt idx="7">
                  <c:v>45114</c:v>
                </c:pt>
                <c:pt idx="8">
                  <c:v>45146</c:v>
                </c:pt>
                <c:pt idx="9">
                  <c:v>45178</c:v>
                </c:pt>
                <c:pt idx="10">
                  <c:v>45210</c:v>
                </c:pt>
                <c:pt idx="11">
                  <c:v>45242</c:v>
                </c:pt>
                <c:pt idx="12">
                  <c:v>45274</c:v>
                </c:pt>
                <c:pt idx="13">
                  <c:v>45306</c:v>
                </c:pt>
                <c:pt idx="14">
                  <c:v>45338</c:v>
                </c:pt>
                <c:pt idx="15">
                  <c:v>45370</c:v>
                </c:pt>
                <c:pt idx="16">
                  <c:v>45402</c:v>
                </c:pt>
                <c:pt idx="17">
                  <c:v>45434</c:v>
                </c:pt>
                <c:pt idx="18">
                  <c:v>45466</c:v>
                </c:pt>
                <c:pt idx="19">
                  <c:v>45498</c:v>
                </c:pt>
                <c:pt idx="20">
                  <c:v>45530</c:v>
                </c:pt>
                <c:pt idx="21">
                  <c:v>45562</c:v>
                </c:pt>
                <c:pt idx="22">
                  <c:v>45594</c:v>
                </c:pt>
                <c:pt idx="23">
                  <c:v>45626</c:v>
                </c:pt>
                <c:pt idx="24">
                  <c:v>45627</c:v>
                </c:pt>
                <c:pt idx="25">
                  <c:v>45659</c:v>
                </c:pt>
                <c:pt idx="26">
                  <c:v>45691</c:v>
                </c:pt>
                <c:pt idx="27">
                  <c:v>45723</c:v>
                </c:pt>
                <c:pt idx="28">
                  <c:v>45755</c:v>
                </c:pt>
                <c:pt idx="29">
                  <c:v>45787</c:v>
                </c:pt>
                <c:pt idx="30">
                  <c:v>45819</c:v>
                </c:pt>
                <c:pt idx="31">
                  <c:v>45851</c:v>
                </c:pt>
                <c:pt idx="32">
                  <c:v>45883</c:v>
                </c:pt>
                <c:pt idx="33">
                  <c:v>45915</c:v>
                </c:pt>
                <c:pt idx="34">
                  <c:v>45947</c:v>
                </c:pt>
                <c:pt idx="35">
                  <c:v>45979</c:v>
                </c:pt>
              </c:numCache>
            </c:numRef>
          </c:cat>
          <c:val>
            <c:numRef>
              <c:f>'Total x-clearing'!$E$3:$E$50000</c:f>
              <c:numCache>
                <c:formatCode>_(* #,##0_);_(* \(#,##0\);_(* "-"??_);_(@_)</c:formatCode>
                <c:ptCount val="49998"/>
                <c:pt idx="0">
                  <c:v>72014749.420000002</c:v>
                </c:pt>
                <c:pt idx="1">
                  <c:v>67368015.530000001</c:v>
                </c:pt>
                <c:pt idx="2">
                  <c:v>204568395.87</c:v>
                </c:pt>
                <c:pt idx="3">
                  <c:v>204147129.37</c:v>
                </c:pt>
                <c:pt idx="4">
                  <c:v>202613042.08000001</c:v>
                </c:pt>
                <c:pt idx="5">
                  <c:v>191193140.80000001</c:v>
                </c:pt>
                <c:pt idx="6">
                  <c:v>193972469.06999999</c:v>
                </c:pt>
                <c:pt idx="7">
                  <c:v>236217374.69999999</c:v>
                </c:pt>
                <c:pt idx="8">
                  <c:v>239335254.93000001</c:v>
                </c:pt>
                <c:pt idx="9">
                  <c:v>237673506.94999999</c:v>
                </c:pt>
                <c:pt idx="10">
                  <c:v>530196965.73000002</c:v>
                </c:pt>
                <c:pt idx="11">
                  <c:v>686740410.21000004</c:v>
                </c:pt>
                <c:pt idx="12">
                  <c:v>700667775.15999997</c:v>
                </c:pt>
                <c:pt idx="13">
                  <c:v>744612410.19000006</c:v>
                </c:pt>
                <c:pt idx="14">
                  <c:v>767936089.63</c:v>
                </c:pt>
                <c:pt idx="15">
                  <c:v>810820378.19000006</c:v>
                </c:pt>
                <c:pt idx="16">
                  <c:v>572212877.32000005</c:v>
                </c:pt>
                <c:pt idx="17">
                  <c:v>254178550.96000001</c:v>
                </c:pt>
                <c:pt idx="18">
                  <c:v>250723623.16</c:v>
                </c:pt>
                <c:pt idx="19">
                  <c:v>738184670.01999998</c:v>
                </c:pt>
                <c:pt idx="20">
                  <c:v>385306892.31</c:v>
                </c:pt>
                <c:pt idx="21">
                  <c:v>341438714.13999999</c:v>
                </c:pt>
                <c:pt idx="22">
                  <c:v>153218006.09999999</c:v>
                </c:pt>
                <c:pt idx="23">
                  <c:v>308449970.13</c:v>
                </c:pt>
                <c:pt idx="24">
                  <c:v>306188017.9928</c:v>
                </c:pt>
                <c:pt idx="25">
                  <c:v>317846142.6548</c:v>
                </c:pt>
                <c:pt idx="26">
                  <c:v>398031986.6925</c:v>
                </c:pt>
                <c:pt idx="27">
                  <c:v>812652947.79060006</c:v>
                </c:pt>
                <c:pt idx="28">
                  <c:v>812436456.79410005</c:v>
                </c:pt>
                <c:pt idx="29">
                  <c:v>1192038818.5538001</c:v>
                </c:pt>
                <c:pt idx="30">
                  <c:v>1230942677.8652</c:v>
                </c:pt>
                <c:pt idx="31">
                  <c:v>1244649495.0432</c:v>
                </c:pt>
                <c:pt idx="32">
                  <c:v>923164360.39999998</c:v>
                </c:pt>
                <c:pt idx="33">
                  <c:v>606629322.95299995</c:v>
                </c:pt>
                <c:pt idx="34">
                  <c:v>621655709.29900002</c:v>
                </c:pt>
                <c:pt idx="35">
                  <c:v>623429882.55999994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6E2-4E02-8FB4-9CE2E453F4CB}"/>
            </c:ext>
          </c:extLst>
        </c:ser>
        <c:ser>
          <c:idx val="5"/>
          <c:order val="3"/>
          <c:tx>
            <c:strRef>
              <c:f>'Total x-clearing'!$F$1</c:f>
              <c:strCache>
                <c:ptCount val="1"/>
                <c:pt idx="0">
                  <c:v> BNP Paribas </c:v>
                </c:pt>
              </c:strCache>
            </c:strRef>
          </c:tx>
          <c:cat>
            <c:numRef>
              <c:f>'Total x-clearing'!$A$3:$A$510</c:f>
              <c:numCache>
                <c:formatCode>[$-409]mmm\-yy;@</c:formatCode>
                <c:ptCount val="508"/>
                <c:pt idx="0">
                  <c:v>44921</c:v>
                </c:pt>
                <c:pt idx="1">
                  <c:v>44953</c:v>
                </c:pt>
                <c:pt idx="2">
                  <c:v>44985</c:v>
                </c:pt>
                <c:pt idx="3">
                  <c:v>44986</c:v>
                </c:pt>
                <c:pt idx="4">
                  <c:v>45018</c:v>
                </c:pt>
                <c:pt idx="5">
                  <c:v>45050</c:v>
                </c:pt>
                <c:pt idx="6">
                  <c:v>45082</c:v>
                </c:pt>
                <c:pt idx="7">
                  <c:v>45114</c:v>
                </c:pt>
                <c:pt idx="8">
                  <c:v>45146</c:v>
                </c:pt>
                <c:pt idx="9">
                  <c:v>45178</c:v>
                </c:pt>
                <c:pt idx="10">
                  <c:v>45210</c:v>
                </c:pt>
                <c:pt idx="11">
                  <c:v>45242</c:v>
                </c:pt>
                <c:pt idx="12">
                  <c:v>45274</c:v>
                </c:pt>
                <c:pt idx="13">
                  <c:v>45306</c:v>
                </c:pt>
                <c:pt idx="14">
                  <c:v>45338</c:v>
                </c:pt>
                <c:pt idx="15">
                  <c:v>45370</c:v>
                </c:pt>
                <c:pt idx="16">
                  <c:v>45402</c:v>
                </c:pt>
                <c:pt idx="17">
                  <c:v>45434</c:v>
                </c:pt>
                <c:pt idx="18">
                  <c:v>45466</c:v>
                </c:pt>
                <c:pt idx="19">
                  <c:v>45498</c:v>
                </c:pt>
                <c:pt idx="20">
                  <c:v>45530</c:v>
                </c:pt>
                <c:pt idx="21">
                  <c:v>45562</c:v>
                </c:pt>
                <c:pt idx="22">
                  <c:v>45594</c:v>
                </c:pt>
                <c:pt idx="23">
                  <c:v>45626</c:v>
                </c:pt>
                <c:pt idx="24">
                  <c:v>45627</c:v>
                </c:pt>
                <c:pt idx="25">
                  <c:v>45659</c:v>
                </c:pt>
                <c:pt idx="26">
                  <c:v>45691</c:v>
                </c:pt>
                <c:pt idx="27">
                  <c:v>45723</c:v>
                </c:pt>
                <c:pt idx="28">
                  <c:v>45755</c:v>
                </c:pt>
                <c:pt idx="29">
                  <c:v>45787</c:v>
                </c:pt>
                <c:pt idx="30">
                  <c:v>45819</c:v>
                </c:pt>
                <c:pt idx="31">
                  <c:v>45851</c:v>
                </c:pt>
                <c:pt idx="32">
                  <c:v>45883</c:v>
                </c:pt>
                <c:pt idx="33">
                  <c:v>45915</c:v>
                </c:pt>
                <c:pt idx="34">
                  <c:v>45947</c:v>
                </c:pt>
                <c:pt idx="35">
                  <c:v>45979</c:v>
                </c:pt>
              </c:numCache>
            </c:numRef>
          </c:cat>
          <c:val>
            <c:numRef>
              <c:f>'Total x-clearing'!$F$3:$F$50000</c:f>
              <c:numCache>
                <c:formatCode>_(* #,##0_);_(* \(#,##0\);_(* "-"??_);_(@_)</c:formatCode>
                <c:ptCount val="49998"/>
                <c:pt idx="0">
                  <c:v>52264103.789999999</c:v>
                </c:pt>
                <c:pt idx="1">
                  <c:v>56561317.310000002</c:v>
                </c:pt>
                <c:pt idx="2">
                  <c:v>53333315.850000001</c:v>
                </c:pt>
                <c:pt idx="3">
                  <c:v>52951454.399999999</c:v>
                </c:pt>
                <c:pt idx="4">
                  <c:v>45531157.68</c:v>
                </c:pt>
                <c:pt idx="5">
                  <c:v>11137254.939999999</c:v>
                </c:pt>
                <c:pt idx="6">
                  <c:v>-6205495.3300000001</c:v>
                </c:pt>
                <c:pt idx="7">
                  <c:v>-2969943.58</c:v>
                </c:pt>
                <c:pt idx="8">
                  <c:v>39956162.189999998</c:v>
                </c:pt>
                <c:pt idx="9">
                  <c:v>17182195.600000001</c:v>
                </c:pt>
                <c:pt idx="10">
                  <c:v>28817862.989999998</c:v>
                </c:pt>
                <c:pt idx="11">
                  <c:v>23247843.300000001</c:v>
                </c:pt>
                <c:pt idx="12">
                  <c:v>23559297.66</c:v>
                </c:pt>
                <c:pt idx="13">
                  <c:v>69439803.25</c:v>
                </c:pt>
                <c:pt idx="14">
                  <c:v>75145770.569999993</c:v>
                </c:pt>
                <c:pt idx="15">
                  <c:v>79920393.510000005</c:v>
                </c:pt>
                <c:pt idx="16">
                  <c:v>92572555.549999997</c:v>
                </c:pt>
                <c:pt idx="17">
                  <c:v>38728686.140000001</c:v>
                </c:pt>
                <c:pt idx="18">
                  <c:v>165587018.69</c:v>
                </c:pt>
                <c:pt idx="19">
                  <c:v>0</c:v>
                </c:pt>
                <c:pt idx="20">
                  <c:v>29757510.440000001</c:v>
                </c:pt>
                <c:pt idx="21">
                  <c:v>29796938.460000001</c:v>
                </c:pt>
                <c:pt idx="22">
                  <c:v>29862113.699999999</c:v>
                </c:pt>
                <c:pt idx="23">
                  <c:v>30006254.379999999</c:v>
                </c:pt>
                <c:pt idx="24">
                  <c:v>254065303.36000001</c:v>
                </c:pt>
                <c:pt idx="25">
                  <c:v>253783742.31999999</c:v>
                </c:pt>
                <c:pt idx="26">
                  <c:v>260274599.74000001</c:v>
                </c:pt>
                <c:pt idx="27">
                  <c:v>472980001.89999998</c:v>
                </c:pt>
                <c:pt idx="28">
                  <c:v>1038881882.9419999</c:v>
                </c:pt>
                <c:pt idx="29">
                  <c:v>1066490805.418</c:v>
                </c:pt>
                <c:pt idx="30">
                  <c:v>1353314051.0475998</c:v>
                </c:pt>
                <c:pt idx="31">
                  <c:v>1372675176.6072001</c:v>
                </c:pt>
                <c:pt idx="32">
                  <c:v>1774070506.8499999</c:v>
                </c:pt>
                <c:pt idx="33">
                  <c:v>2312628406.3112001</c:v>
                </c:pt>
                <c:pt idx="34">
                  <c:v>2331954256.2256002</c:v>
                </c:pt>
                <c:pt idx="35">
                  <c:v>2340676037.8313999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36E2-4E02-8FB4-9CE2E453F4CB}"/>
            </c:ext>
          </c:extLst>
        </c:ser>
        <c:ser>
          <c:idx val="0"/>
          <c:order val="4"/>
          <c:tx>
            <c:strRef>
              <c:f>'Total x-clearing'!$H$1</c:f>
              <c:strCache>
                <c:ptCount val="1"/>
                <c:pt idx="0">
                  <c:v> Morgan Stanley </c:v>
                </c:pt>
              </c:strCache>
            </c:strRef>
          </c:tx>
          <c:cat>
            <c:numRef>
              <c:f>'Total x-clearing'!$A$3:$A$510</c:f>
              <c:numCache>
                <c:formatCode>[$-409]mmm\-yy;@</c:formatCode>
                <c:ptCount val="508"/>
                <c:pt idx="0">
                  <c:v>44921</c:v>
                </c:pt>
                <c:pt idx="1">
                  <c:v>44953</c:v>
                </c:pt>
                <c:pt idx="2">
                  <c:v>44985</c:v>
                </c:pt>
                <c:pt idx="3">
                  <c:v>44986</c:v>
                </c:pt>
                <c:pt idx="4">
                  <c:v>45018</c:v>
                </c:pt>
                <c:pt idx="5">
                  <c:v>45050</c:v>
                </c:pt>
                <c:pt idx="6">
                  <c:v>45082</c:v>
                </c:pt>
                <c:pt idx="7">
                  <c:v>45114</c:v>
                </c:pt>
                <c:pt idx="8">
                  <c:v>45146</c:v>
                </c:pt>
                <c:pt idx="9">
                  <c:v>45178</c:v>
                </c:pt>
                <c:pt idx="10">
                  <c:v>45210</c:v>
                </c:pt>
                <c:pt idx="11">
                  <c:v>45242</c:v>
                </c:pt>
                <c:pt idx="12">
                  <c:v>45274</c:v>
                </c:pt>
                <c:pt idx="13">
                  <c:v>45306</c:v>
                </c:pt>
                <c:pt idx="14">
                  <c:v>45338</c:v>
                </c:pt>
                <c:pt idx="15">
                  <c:v>45370</c:v>
                </c:pt>
                <c:pt idx="16">
                  <c:v>45402</c:v>
                </c:pt>
                <c:pt idx="17">
                  <c:v>45434</c:v>
                </c:pt>
                <c:pt idx="18">
                  <c:v>45466</c:v>
                </c:pt>
                <c:pt idx="19">
                  <c:v>45498</c:v>
                </c:pt>
                <c:pt idx="20">
                  <c:v>45530</c:v>
                </c:pt>
                <c:pt idx="21">
                  <c:v>45562</c:v>
                </c:pt>
                <c:pt idx="22">
                  <c:v>45594</c:v>
                </c:pt>
                <c:pt idx="23">
                  <c:v>45626</c:v>
                </c:pt>
                <c:pt idx="24">
                  <c:v>45627</c:v>
                </c:pt>
                <c:pt idx="25">
                  <c:v>45659</c:v>
                </c:pt>
                <c:pt idx="26">
                  <c:v>45691</c:v>
                </c:pt>
                <c:pt idx="27">
                  <c:v>45723</c:v>
                </c:pt>
                <c:pt idx="28">
                  <c:v>45755</c:v>
                </c:pt>
                <c:pt idx="29">
                  <c:v>45787</c:v>
                </c:pt>
                <c:pt idx="30">
                  <c:v>45819</c:v>
                </c:pt>
                <c:pt idx="31">
                  <c:v>45851</c:v>
                </c:pt>
                <c:pt idx="32">
                  <c:v>45883</c:v>
                </c:pt>
                <c:pt idx="33">
                  <c:v>45915</c:v>
                </c:pt>
                <c:pt idx="34">
                  <c:v>45947</c:v>
                </c:pt>
                <c:pt idx="35">
                  <c:v>45979</c:v>
                </c:pt>
              </c:numCache>
            </c:numRef>
          </c:cat>
          <c:val>
            <c:numRef>
              <c:f>'Total x-clearing'!$H$3:$H$50000</c:f>
              <c:numCache>
                <c:formatCode>_(* #,##0_);_(* \(#,##0\);_(* "-"??_);_(@_)</c:formatCode>
                <c:ptCount val="49998"/>
                <c:pt idx="0">
                  <c:v>914231104.59000003</c:v>
                </c:pt>
                <c:pt idx="1">
                  <c:v>767035995.09000003</c:v>
                </c:pt>
                <c:pt idx="2">
                  <c:v>556503921.98000002</c:v>
                </c:pt>
                <c:pt idx="3">
                  <c:v>558754301.40999997</c:v>
                </c:pt>
                <c:pt idx="4">
                  <c:v>54373553.719999999</c:v>
                </c:pt>
                <c:pt idx="5">
                  <c:v>54602494.170000002</c:v>
                </c:pt>
                <c:pt idx="6">
                  <c:v>157009577.30000001</c:v>
                </c:pt>
                <c:pt idx="7">
                  <c:v>107931580.23</c:v>
                </c:pt>
                <c:pt idx="8">
                  <c:v>105921473.16</c:v>
                </c:pt>
                <c:pt idx="9">
                  <c:v>439214089.82999998</c:v>
                </c:pt>
                <c:pt idx="10">
                  <c:v>431191850.45999998</c:v>
                </c:pt>
                <c:pt idx="11">
                  <c:v>382608144.38999999</c:v>
                </c:pt>
                <c:pt idx="12">
                  <c:v>387761809.74000001</c:v>
                </c:pt>
                <c:pt idx="13">
                  <c:v>396083476.02999997</c:v>
                </c:pt>
                <c:pt idx="14">
                  <c:v>392980987.86000001</c:v>
                </c:pt>
                <c:pt idx="15">
                  <c:v>396124150.62</c:v>
                </c:pt>
                <c:pt idx="16">
                  <c:v>336167097.33999997</c:v>
                </c:pt>
                <c:pt idx="17">
                  <c:v>345931544.18000001</c:v>
                </c:pt>
                <c:pt idx="18">
                  <c:v>404655152.97000003</c:v>
                </c:pt>
                <c:pt idx="19">
                  <c:v>392391554.38999999</c:v>
                </c:pt>
                <c:pt idx="20">
                  <c:v>382612940.73000002</c:v>
                </c:pt>
                <c:pt idx="21">
                  <c:v>521983361.02999997</c:v>
                </c:pt>
                <c:pt idx="22">
                  <c:v>523008887.24000001</c:v>
                </c:pt>
                <c:pt idx="23">
                  <c:v>341821792.17000002</c:v>
                </c:pt>
                <c:pt idx="24">
                  <c:v>334291984.6699999</c:v>
                </c:pt>
                <c:pt idx="25">
                  <c:v>354441489.84999996</c:v>
                </c:pt>
                <c:pt idx="26">
                  <c:v>345954356.12</c:v>
                </c:pt>
                <c:pt idx="27">
                  <c:v>221817587.11050001</c:v>
                </c:pt>
                <c:pt idx="28">
                  <c:v>218522771.7845</c:v>
                </c:pt>
                <c:pt idx="29">
                  <c:v>264747573.70249999</c:v>
                </c:pt>
                <c:pt idx="30">
                  <c:v>329622958.70319998</c:v>
                </c:pt>
                <c:pt idx="31">
                  <c:v>305367533.81239998</c:v>
                </c:pt>
                <c:pt idx="32">
                  <c:v>309043902.79000002</c:v>
                </c:pt>
                <c:pt idx="33">
                  <c:v>379302081.95620006</c:v>
                </c:pt>
                <c:pt idx="34">
                  <c:v>342006545.59560001</c:v>
                </c:pt>
                <c:pt idx="35">
                  <c:v>336420109.60139996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36E2-4E02-8FB4-9CE2E453F4CB}"/>
            </c:ext>
          </c:extLst>
        </c:ser>
        <c:ser>
          <c:idx val="6"/>
          <c:order val="5"/>
          <c:tx>
            <c:strRef>
              <c:f>'Total x-clearing'!$L$1</c:f>
              <c:strCache>
                <c:ptCount val="1"/>
                <c:pt idx="0">
                  <c:v> JP Morgan </c:v>
                </c:pt>
              </c:strCache>
            </c:strRef>
          </c:tx>
          <c:cat>
            <c:numRef>
              <c:f>'Total x-clearing'!$A$3:$A$510</c:f>
              <c:numCache>
                <c:formatCode>[$-409]mmm\-yy;@</c:formatCode>
                <c:ptCount val="508"/>
                <c:pt idx="0">
                  <c:v>44921</c:v>
                </c:pt>
                <c:pt idx="1">
                  <c:v>44953</c:v>
                </c:pt>
                <c:pt idx="2">
                  <c:v>44985</c:v>
                </c:pt>
                <c:pt idx="3">
                  <c:v>44986</c:v>
                </c:pt>
                <c:pt idx="4">
                  <c:v>45018</c:v>
                </c:pt>
                <c:pt idx="5">
                  <c:v>45050</c:v>
                </c:pt>
                <c:pt idx="6">
                  <c:v>45082</c:v>
                </c:pt>
                <c:pt idx="7">
                  <c:v>45114</c:v>
                </c:pt>
                <c:pt idx="8">
                  <c:v>45146</c:v>
                </c:pt>
                <c:pt idx="9">
                  <c:v>45178</c:v>
                </c:pt>
                <c:pt idx="10">
                  <c:v>45210</c:v>
                </c:pt>
                <c:pt idx="11">
                  <c:v>45242</c:v>
                </c:pt>
                <c:pt idx="12">
                  <c:v>45274</c:v>
                </c:pt>
                <c:pt idx="13">
                  <c:v>45306</c:v>
                </c:pt>
                <c:pt idx="14">
                  <c:v>45338</c:v>
                </c:pt>
                <c:pt idx="15">
                  <c:v>45370</c:v>
                </c:pt>
                <c:pt idx="16">
                  <c:v>45402</c:v>
                </c:pt>
                <c:pt idx="17">
                  <c:v>45434</c:v>
                </c:pt>
                <c:pt idx="18">
                  <c:v>45466</c:v>
                </c:pt>
                <c:pt idx="19">
                  <c:v>45498</c:v>
                </c:pt>
                <c:pt idx="20">
                  <c:v>45530</c:v>
                </c:pt>
                <c:pt idx="21">
                  <c:v>45562</c:v>
                </c:pt>
                <c:pt idx="22">
                  <c:v>45594</c:v>
                </c:pt>
                <c:pt idx="23">
                  <c:v>45626</c:v>
                </c:pt>
                <c:pt idx="24">
                  <c:v>45627</c:v>
                </c:pt>
                <c:pt idx="25">
                  <c:v>45659</c:v>
                </c:pt>
                <c:pt idx="26">
                  <c:v>45691</c:v>
                </c:pt>
                <c:pt idx="27">
                  <c:v>45723</c:v>
                </c:pt>
                <c:pt idx="28">
                  <c:v>45755</c:v>
                </c:pt>
                <c:pt idx="29">
                  <c:v>45787</c:v>
                </c:pt>
                <c:pt idx="30">
                  <c:v>45819</c:v>
                </c:pt>
                <c:pt idx="31">
                  <c:v>45851</c:v>
                </c:pt>
                <c:pt idx="32">
                  <c:v>45883</c:v>
                </c:pt>
                <c:pt idx="33">
                  <c:v>45915</c:v>
                </c:pt>
                <c:pt idx="34">
                  <c:v>45947</c:v>
                </c:pt>
                <c:pt idx="35">
                  <c:v>45979</c:v>
                </c:pt>
              </c:numCache>
            </c:numRef>
          </c:cat>
          <c:val>
            <c:numRef>
              <c:f>'Total x-clearing'!$L$3:$L$50000</c:f>
              <c:numCache>
                <c:formatCode>_(* #,##0_);_(* \(#,##0\);_(* "-"??_);_(@_)</c:formatCode>
                <c:ptCount val="49998"/>
                <c:pt idx="0">
                  <c:v>1330206027.1600001</c:v>
                </c:pt>
                <c:pt idx="1">
                  <c:v>1449563026.3900001</c:v>
                </c:pt>
                <c:pt idx="2">
                  <c:v>3008250234.4400001</c:v>
                </c:pt>
                <c:pt idx="3">
                  <c:v>2958296148.48</c:v>
                </c:pt>
                <c:pt idx="4">
                  <c:v>2861349336.9299998</c:v>
                </c:pt>
                <c:pt idx="5">
                  <c:v>3285641265.7800002</c:v>
                </c:pt>
                <c:pt idx="6">
                  <c:v>3360961080.0300002</c:v>
                </c:pt>
                <c:pt idx="7">
                  <c:v>3442696630.6599998</c:v>
                </c:pt>
                <c:pt idx="8">
                  <c:v>3354047682.2600002</c:v>
                </c:pt>
                <c:pt idx="9">
                  <c:v>3320754299.3400002</c:v>
                </c:pt>
                <c:pt idx="10">
                  <c:v>3099597241.46</c:v>
                </c:pt>
                <c:pt idx="11">
                  <c:v>3239537306.02</c:v>
                </c:pt>
                <c:pt idx="12">
                  <c:v>3413652058.1900001</c:v>
                </c:pt>
                <c:pt idx="13">
                  <c:v>3725477074.9499998</c:v>
                </c:pt>
                <c:pt idx="14">
                  <c:v>3336050718.7800002</c:v>
                </c:pt>
                <c:pt idx="15">
                  <c:v>3632746398.8200002</c:v>
                </c:pt>
                <c:pt idx="16">
                  <c:v>3979750321.8200002</c:v>
                </c:pt>
                <c:pt idx="17">
                  <c:v>4366992066.5900002</c:v>
                </c:pt>
                <c:pt idx="18">
                  <c:v>4601804017.1400003</c:v>
                </c:pt>
                <c:pt idx="19">
                  <c:v>4419454918.8699999</c:v>
                </c:pt>
                <c:pt idx="20">
                  <c:v>4639107811.6499996</c:v>
                </c:pt>
                <c:pt idx="21">
                  <c:v>4220186797.2600002</c:v>
                </c:pt>
                <c:pt idx="22">
                  <c:v>3565114973.3699999</c:v>
                </c:pt>
                <c:pt idx="23">
                  <c:v>3541391864.3200002</c:v>
                </c:pt>
                <c:pt idx="24">
                  <c:v>3483027454.1106</c:v>
                </c:pt>
                <c:pt idx="25">
                  <c:v>2826959888.0553994</c:v>
                </c:pt>
                <c:pt idx="26">
                  <c:v>2843080882.8945003</c:v>
                </c:pt>
                <c:pt idx="27">
                  <c:v>2763999386.7597995</c:v>
                </c:pt>
                <c:pt idx="28">
                  <c:v>2395369361.9552994</c:v>
                </c:pt>
                <c:pt idx="29">
                  <c:v>2320072475.5433998</c:v>
                </c:pt>
                <c:pt idx="30">
                  <c:v>2386929476.5936999</c:v>
                </c:pt>
                <c:pt idx="31">
                  <c:v>2006398452.7551999</c:v>
                </c:pt>
                <c:pt idx="32">
                  <c:v>1785960730.6300001</c:v>
                </c:pt>
                <c:pt idx="33">
                  <c:v>2217345047.2083998</c:v>
                </c:pt>
                <c:pt idx="34">
                  <c:v>1876513717.4219</c:v>
                </c:pt>
                <c:pt idx="35">
                  <c:v>1648697237.1460001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36E2-4E02-8FB4-9CE2E453F4CB}"/>
            </c:ext>
          </c:extLst>
        </c:ser>
        <c:ser>
          <c:idx val="1"/>
          <c:order val="6"/>
          <c:tx>
            <c:strRef>
              <c:f>'Total x-clearing'!$K$1</c:f>
              <c:strCache>
                <c:ptCount val="1"/>
                <c:pt idx="0">
                  <c:v> Bank of America </c:v>
                </c:pt>
              </c:strCache>
            </c:strRef>
          </c:tx>
          <c:cat>
            <c:numRef>
              <c:f>'Total x-clearing'!$A$3:$A$510</c:f>
              <c:numCache>
                <c:formatCode>[$-409]mmm\-yy;@</c:formatCode>
                <c:ptCount val="508"/>
                <c:pt idx="0">
                  <c:v>44921</c:v>
                </c:pt>
                <c:pt idx="1">
                  <c:v>44953</c:v>
                </c:pt>
                <c:pt idx="2">
                  <c:v>44985</c:v>
                </c:pt>
                <c:pt idx="3">
                  <c:v>44986</c:v>
                </c:pt>
                <c:pt idx="4">
                  <c:v>45018</c:v>
                </c:pt>
                <c:pt idx="5">
                  <c:v>45050</c:v>
                </c:pt>
                <c:pt idx="6">
                  <c:v>45082</c:v>
                </c:pt>
                <c:pt idx="7">
                  <c:v>45114</c:v>
                </c:pt>
                <c:pt idx="8">
                  <c:v>45146</c:v>
                </c:pt>
                <c:pt idx="9">
                  <c:v>45178</c:v>
                </c:pt>
                <c:pt idx="10">
                  <c:v>45210</c:v>
                </c:pt>
                <c:pt idx="11">
                  <c:v>45242</c:v>
                </c:pt>
                <c:pt idx="12">
                  <c:v>45274</c:v>
                </c:pt>
                <c:pt idx="13">
                  <c:v>45306</c:v>
                </c:pt>
                <c:pt idx="14">
                  <c:v>45338</c:v>
                </c:pt>
                <c:pt idx="15">
                  <c:v>45370</c:v>
                </c:pt>
                <c:pt idx="16">
                  <c:v>45402</c:v>
                </c:pt>
                <c:pt idx="17">
                  <c:v>45434</c:v>
                </c:pt>
                <c:pt idx="18">
                  <c:v>45466</c:v>
                </c:pt>
                <c:pt idx="19">
                  <c:v>45498</c:v>
                </c:pt>
                <c:pt idx="20">
                  <c:v>45530</c:v>
                </c:pt>
                <c:pt idx="21">
                  <c:v>45562</c:v>
                </c:pt>
                <c:pt idx="22">
                  <c:v>45594</c:v>
                </c:pt>
                <c:pt idx="23">
                  <c:v>45626</c:v>
                </c:pt>
                <c:pt idx="24">
                  <c:v>45627</c:v>
                </c:pt>
                <c:pt idx="25">
                  <c:v>45659</c:v>
                </c:pt>
                <c:pt idx="26">
                  <c:v>45691</c:v>
                </c:pt>
                <c:pt idx="27">
                  <c:v>45723</c:v>
                </c:pt>
                <c:pt idx="28">
                  <c:v>45755</c:v>
                </c:pt>
                <c:pt idx="29">
                  <c:v>45787</c:v>
                </c:pt>
                <c:pt idx="30">
                  <c:v>45819</c:v>
                </c:pt>
                <c:pt idx="31">
                  <c:v>45851</c:v>
                </c:pt>
                <c:pt idx="32">
                  <c:v>45883</c:v>
                </c:pt>
                <c:pt idx="33">
                  <c:v>45915</c:v>
                </c:pt>
                <c:pt idx="34">
                  <c:v>45947</c:v>
                </c:pt>
                <c:pt idx="35">
                  <c:v>45979</c:v>
                </c:pt>
              </c:numCache>
            </c:numRef>
          </c:cat>
          <c:val>
            <c:numRef>
              <c:f>'Total x-clearing'!$K$3:$K$50000</c:f>
              <c:numCache>
                <c:formatCode>_(* #,##0_);_(* \(#,##0\);_(* "-"??_);_(@_)</c:formatCode>
                <c:ptCount val="49998"/>
                <c:pt idx="0">
                  <c:v>708356703.79999995</c:v>
                </c:pt>
                <c:pt idx="1">
                  <c:v>754963304.08000004</c:v>
                </c:pt>
                <c:pt idx="2">
                  <c:v>736940585.72000003</c:v>
                </c:pt>
                <c:pt idx="3">
                  <c:v>1059407996.4</c:v>
                </c:pt>
                <c:pt idx="4">
                  <c:v>1066849395.9400001</c:v>
                </c:pt>
                <c:pt idx="5">
                  <c:v>868053671.46000004</c:v>
                </c:pt>
                <c:pt idx="6">
                  <c:v>635277273.29999995</c:v>
                </c:pt>
                <c:pt idx="7">
                  <c:v>631782388.74000001</c:v>
                </c:pt>
                <c:pt idx="8">
                  <c:v>621349069.52999997</c:v>
                </c:pt>
                <c:pt idx="9">
                  <c:v>446321874.30000001</c:v>
                </c:pt>
                <c:pt idx="10">
                  <c:v>436051450.10000002</c:v>
                </c:pt>
                <c:pt idx="11">
                  <c:v>288861580.91000003</c:v>
                </c:pt>
                <c:pt idx="12">
                  <c:v>302471204.62</c:v>
                </c:pt>
                <c:pt idx="13">
                  <c:v>307182808.44</c:v>
                </c:pt>
                <c:pt idx="14">
                  <c:v>323665808.35000002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136997964.28999999</c:v>
                </c:pt>
                <c:pt idx="19">
                  <c:v>139312867.31999999</c:v>
                </c:pt>
                <c:pt idx="20">
                  <c:v>903661503.01999998</c:v>
                </c:pt>
                <c:pt idx="21">
                  <c:v>1541796079.71</c:v>
                </c:pt>
                <c:pt idx="22">
                  <c:v>1976281860.6300001</c:v>
                </c:pt>
                <c:pt idx="23">
                  <c:v>2422700138.3600001</c:v>
                </c:pt>
                <c:pt idx="24">
                  <c:v>2443010317.0380001</c:v>
                </c:pt>
                <c:pt idx="25">
                  <c:v>2492380509.9860001</c:v>
                </c:pt>
                <c:pt idx="26">
                  <c:v>2701004562.756</c:v>
                </c:pt>
                <c:pt idx="27">
                  <c:v>2447285257.0839996</c:v>
                </c:pt>
                <c:pt idx="28">
                  <c:v>1889470630.921</c:v>
                </c:pt>
                <c:pt idx="29">
                  <c:v>1513222850.118</c:v>
                </c:pt>
                <c:pt idx="30">
                  <c:v>1581524510.1389999</c:v>
                </c:pt>
                <c:pt idx="31">
                  <c:v>1543311033.4980001</c:v>
                </c:pt>
                <c:pt idx="32">
                  <c:v>1580223118.8099999</c:v>
                </c:pt>
                <c:pt idx="33">
                  <c:v>1634330536.8790002</c:v>
                </c:pt>
                <c:pt idx="34">
                  <c:v>1674313677.02</c:v>
                </c:pt>
                <c:pt idx="35">
                  <c:v>1999535796.3000002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36E2-4E02-8FB4-9CE2E453F4CB}"/>
            </c:ext>
          </c:extLst>
        </c:ser>
        <c:ser>
          <c:idx val="13"/>
          <c:order val="7"/>
          <c:tx>
            <c:strRef>
              <c:f>'Total x-clearing'!$I$1</c:f>
              <c:strCache>
                <c:ptCount val="1"/>
                <c:pt idx="0">
                  <c:v> Scotia </c:v>
                </c:pt>
              </c:strCache>
            </c:strRef>
          </c:tx>
          <c:cat>
            <c:numRef>
              <c:f>'Total x-clearing'!$A$3:$A$510</c:f>
              <c:numCache>
                <c:formatCode>[$-409]mmm\-yy;@</c:formatCode>
                <c:ptCount val="508"/>
                <c:pt idx="0">
                  <c:v>44921</c:v>
                </c:pt>
                <c:pt idx="1">
                  <c:v>44953</c:v>
                </c:pt>
                <c:pt idx="2">
                  <c:v>44985</c:v>
                </c:pt>
                <c:pt idx="3">
                  <c:v>44986</c:v>
                </c:pt>
                <c:pt idx="4">
                  <c:v>45018</c:v>
                </c:pt>
                <c:pt idx="5">
                  <c:v>45050</c:v>
                </c:pt>
                <c:pt idx="6">
                  <c:v>45082</c:v>
                </c:pt>
                <c:pt idx="7">
                  <c:v>45114</c:v>
                </c:pt>
                <c:pt idx="8">
                  <c:v>45146</c:v>
                </c:pt>
                <c:pt idx="9">
                  <c:v>45178</c:v>
                </c:pt>
                <c:pt idx="10">
                  <c:v>45210</c:v>
                </c:pt>
                <c:pt idx="11">
                  <c:v>45242</c:v>
                </c:pt>
                <c:pt idx="12">
                  <c:v>45274</c:v>
                </c:pt>
                <c:pt idx="13">
                  <c:v>45306</c:v>
                </c:pt>
                <c:pt idx="14">
                  <c:v>45338</c:v>
                </c:pt>
                <c:pt idx="15">
                  <c:v>45370</c:v>
                </c:pt>
                <c:pt idx="16">
                  <c:v>45402</c:v>
                </c:pt>
                <c:pt idx="17">
                  <c:v>45434</c:v>
                </c:pt>
                <c:pt idx="18">
                  <c:v>45466</c:v>
                </c:pt>
                <c:pt idx="19">
                  <c:v>45498</c:v>
                </c:pt>
                <c:pt idx="20">
                  <c:v>45530</c:v>
                </c:pt>
                <c:pt idx="21">
                  <c:v>45562</c:v>
                </c:pt>
                <c:pt idx="22">
                  <c:v>45594</c:v>
                </c:pt>
                <c:pt idx="23">
                  <c:v>45626</c:v>
                </c:pt>
                <c:pt idx="24">
                  <c:v>45627</c:v>
                </c:pt>
                <c:pt idx="25">
                  <c:v>45659</c:v>
                </c:pt>
                <c:pt idx="26">
                  <c:v>45691</c:v>
                </c:pt>
                <c:pt idx="27">
                  <c:v>45723</c:v>
                </c:pt>
                <c:pt idx="28">
                  <c:v>45755</c:v>
                </c:pt>
                <c:pt idx="29">
                  <c:v>45787</c:v>
                </c:pt>
                <c:pt idx="30">
                  <c:v>45819</c:v>
                </c:pt>
                <c:pt idx="31">
                  <c:v>45851</c:v>
                </c:pt>
                <c:pt idx="32">
                  <c:v>45883</c:v>
                </c:pt>
                <c:pt idx="33">
                  <c:v>45915</c:v>
                </c:pt>
                <c:pt idx="34">
                  <c:v>45947</c:v>
                </c:pt>
                <c:pt idx="35">
                  <c:v>45979</c:v>
                </c:pt>
              </c:numCache>
            </c:numRef>
          </c:cat>
          <c:val>
            <c:numRef>
              <c:f>'Total x-clearing'!$I$3:$I$50000</c:f>
              <c:numCache>
                <c:formatCode>_(* #,##0_);_(* \(#,##0\);_(* "-"??_);_(@_)</c:formatCode>
                <c:ptCount val="4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495824379.17000002</c:v>
                </c:pt>
                <c:pt idx="5">
                  <c:v>497970847.87</c:v>
                </c:pt>
                <c:pt idx="6">
                  <c:v>468153602.11000001</c:v>
                </c:pt>
                <c:pt idx="7">
                  <c:v>469811364.86000001</c:v>
                </c:pt>
                <c:pt idx="8">
                  <c:v>474396435.69</c:v>
                </c:pt>
                <c:pt idx="9">
                  <c:v>225729495.46000001</c:v>
                </c:pt>
                <c:pt idx="10">
                  <c:v>221775081.28</c:v>
                </c:pt>
                <c:pt idx="11">
                  <c:v>224493761.38</c:v>
                </c:pt>
                <c:pt idx="12">
                  <c:v>225563075.78</c:v>
                </c:pt>
                <c:pt idx="13">
                  <c:v>226632390.19999999</c:v>
                </c:pt>
                <c:pt idx="14">
                  <c:v>227632716.56</c:v>
                </c:pt>
                <c:pt idx="15">
                  <c:v>229281975.90000001</c:v>
                </c:pt>
                <c:pt idx="16">
                  <c:v>230321567</c:v>
                </c:pt>
                <c:pt idx="17">
                  <c:v>231395811.15000001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36E2-4E02-8FB4-9CE2E453F4CB}"/>
            </c:ext>
          </c:extLst>
        </c:ser>
        <c:ser>
          <c:idx val="14"/>
          <c:order val="8"/>
          <c:tx>
            <c:strRef>
              <c:f>'Total x-clearing'!$Q$1</c:f>
              <c:strCache>
                <c:ptCount val="1"/>
                <c:pt idx="0">
                  <c:v> Mizuho </c:v>
                </c:pt>
              </c:strCache>
            </c:strRef>
          </c:tx>
          <c:cat>
            <c:numRef>
              <c:f>'Total x-clearing'!$A$3:$A$510</c:f>
              <c:numCache>
                <c:formatCode>[$-409]mmm\-yy;@</c:formatCode>
                <c:ptCount val="508"/>
                <c:pt idx="0">
                  <c:v>44921</c:v>
                </c:pt>
                <c:pt idx="1">
                  <c:v>44953</c:v>
                </c:pt>
                <c:pt idx="2">
                  <c:v>44985</c:v>
                </c:pt>
                <c:pt idx="3">
                  <c:v>44986</c:v>
                </c:pt>
                <c:pt idx="4">
                  <c:v>45018</c:v>
                </c:pt>
                <c:pt idx="5">
                  <c:v>45050</c:v>
                </c:pt>
                <c:pt idx="6">
                  <c:v>45082</c:v>
                </c:pt>
                <c:pt idx="7">
                  <c:v>45114</c:v>
                </c:pt>
                <c:pt idx="8">
                  <c:v>45146</c:v>
                </c:pt>
                <c:pt idx="9">
                  <c:v>45178</c:v>
                </c:pt>
                <c:pt idx="10">
                  <c:v>45210</c:v>
                </c:pt>
                <c:pt idx="11">
                  <c:v>45242</c:v>
                </c:pt>
                <c:pt idx="12">
                  <c:v>45274</c:v>
                </c:pt>
                <c:pt idx="13">
                  <c:v>45306</c:v>
                </c:pt>
                <c:pt idx="14">
                  <c:v>45338</c:v>
                </c:pt>
                <c:pt idx="15">
                  <c:v>45370</c:v>
                </c:pt>
                <c:pt idx="16">
                  <c:v>45402</c:v>
                </c:pt>
                <c:pt idx="17">
                  <c:v>45434</c:v>
                </c:pt>
                <c:pt idx="18">
                  <c:v>45466</c:v>
                </c:pt>
                <c:pt idx="19">
                  <c:v>45498</c:v>
                </c:pt>
                <c:pt idx="20">
                  <c:v>45530</c:v>
                </c:pt>
                <c:pt idx="21">
                  <c:v>45562</c:v>
                </c:pt>
                <c:pt idx="22">
                  <c:v>45594</c:v>
                </c:pt>
                <c:pt idx="23">
                  <c:v>45626</c:v>
                </c:pt>
                <c:pt idx="24">
                  <c:v>45627</c:v>
                </c:pt>
                <c:pt idx="25">
                  <c:v>45659</c:v>
                </c:pt>
                <c:pt idx="26">
                  <c:v>45691</c:v>
                </c:pt>
                <c:pt idx="27">
                  <c:v>45723</c:v>
                </c:pt>
                <c:pt idx="28">
                  <c:v>45755</c:v>
                </c:pt>
                <c:pt idx="29">
                  <c:v>45787</c:v>
                </c:pt>
                <c:pt idx="30">
                  <c:v>45819</c:v>
                </c:pt>
                <c:pt idx="31">
                  <c:v>45851</c:v>
                </c:pt>
                <c:pt idx="32">
                  <c:v>45883</c:v>
                </c:pt>
                <c:pt idx="33">
                  <c:v>45915</c:v>
                </c:pt>
                <c:pt idx="34">
                  <c:v>45947</c:v>
                </c:pt>
                <c:pt idx="35">
                  <c:v>45979</c:v>
                </c:pt>
              </c:numCache>
            </c:numRef>
          </c:cat>
          <c:val>
            <c:numRef>
              <c:f>'Total x-clearing'!$Q$3:$Q$50000</c:f>
              <c:numCache>
                <c:formatCode>_(* #,##0_);_(* \(#,##0\);_(* "-"??_);_(@_)</c:formatCode>
                <c:ptCount val="4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8-36E2-4E02-8FB4-9CE2E453F4CB}"/>
            </c:ext>
          </c:extLst>
        </c:ser>
        <c:ser>
          <c:idx val="15"/>
          <c:order val="9"/>
          <c:tx>
            <c:strRef>
              <c:f>'Total x-clearing'!$N$1</c:f>
              <c:strCache>
                <c:ptCount val="1"/>
                <c:pt idx="0">
                  <c:v> Mitsubishi </c:v>
                </c:pt>
              </c:strCache>
            </c:strRef>
          </c:tx>
          <c:cat>
            <c:numRef>
              <c:f>'Total x-clearing'!$A$3:$A$510</c:f>
              <c:numCache>
                <c:formatCode>[$-409]mmm\-yy;@</c:formatCode>
                <c:ptCount val="508"/>
                <c:pt idx="0">
                  <c:v>44921</c:v>
                </c:pt>
                <c:pt idx="1">
                  <c:v>44953</c:v>
                </c:pt>
                <c:pt idx="2">
                  <c:v>44985</c:v>
                </c:pt>
                <c:pt idx="3">
                  <c:v>44986</c:v>
                </c:pt>
                <c:pt idx="4">
                  <c:v>45018</c:v>
                </c:pt>
                <c:pt idx="5">
                  <c:v>45050</c:v>
                </c:pt>
                <c:pt idx="6">
                  <c:v>45082</c:v>
                </c:pt>
                <c:pt idx="7">
                  <c:v>45114</c:v>
                </c:pt>
                <c:pt idx="8">
                  <c:v>45146</c:v>
                </c:pt>
                <c:pt idx="9">
                  <c:v>45178</c:v>
                </c:pt>
                <c:pt idx="10">
                  <c:v>45210</c:v>
                </c:pt>
                <c:pt idx="11">
                  <c:v>45242</c:v>
                </c:pt>
                <c:pt idx="12">
                  <c:v>45274</c:v>
                </c:pt>
                <c:pt idx="13">
                  <c:v>45306</c:v>
                </c:pt>
                <c:pt idx="14">
                  <c:v>45338</c:v>
                </c:pt>
                <c:pt idx="15">
                  <c:v>45370</c:v>
                </c:pt>
                <c:pt idx="16">
                  <c:v>45402</c:v>
                </c:pt>
                <c:pt idx="17">
                  <c:v>45434</c:v>
                </c:pt>
                <c:pt idx="18">
                  <c:v>45466</c:v>
                </c:pt>
                <c:pt idx="19">
                  <c:v>45498</c:v>
                </c:pt>
                <c:pt idx="20">
                  <c:v>45530</c:v>
                </c:pt>
                <c:pt idx="21">
                  <c:v>45562</c:v>
                </c:pt>
                <c:pt idx="22">
                  <c:v>45594</c:v>
                </c:pt>
                <c:pt idx="23">
                  <c:v>45626</c:v>
                </c:pt>
                <c:pt idx="24">
                  <c:v>45627</c:v>
                </c:pt>
                <c:pt idx="25">
                  <c:v>45659</c:v>
                </c:pt>
                <c:pt idx="26">
                  <c:v>45691</c:v>
                </c:pt>
                <c:pt idx="27">
                  <c:v>45723</c:v>
                </c:pt>
                <c:pt idx="28">
                  <c:v>45755</c:v>
                </c:pt>
                <c:pt idx="29">
                  <c:v>45787</c:v>
                </c:pt>
                <c:pt idx="30">
                  <c:v>45819</c:v>
                </c:pt>
                <c:pt idx="31">
                  <c:v>45851</c:v>
                </c:pt>
                <c:pt idx="32">
                  <c:v>45883</c:v>
                </c:pt>
                <c:pt idx="33">
                  <c:v>45915</c:v>
                </c:pt>
                <c:pt idx="34">
                  <c:v>45947</c:v>
                </c:pt>
                <c:pt idx="35">
                  <c:v>45979</c:v>
                </c:pt>
              </c:numCache>
            </c:numRef>
          </c:cat>
          <c:val>
            <c:numRef>
              <c:f>'Total x-clearing'!$N$3:$N$50000</c:f>
              <c:numCache>
                <c:formatCode>_(* #,##0_);_(* \(#,##0\);_(* "-"??_);_(@_)</c:formatCode>
                <c:ptCount val="49998"/>
                <c:pt idx="0">
                  <c:v>1853109273.3800001</c:v>
                </c:pt>
                <c:pt idx="1">
                  <c:v>1846000044.0699999</c:v>
                </c:pt>
                <c:pt idx="2">
                  <c:v>516407208.54000002</c:v>
                </c:pt>
                <c:pt idx="3">
                  <c:v>210153251.34</c:v>
                </c:pt>
                <c:pt idx="4">
                  <c:v>206738875.25999999</c:v>
                </c:pt>
                <c:pt idx="5">
                  <c:v>152544493.90000001</c:v>
                </c:pt>
                <c:pt idx="6">
                  <c:v>153099537.62</c:v>
                </c:pt>
                <c:pt idx="7">
                  <c:v>139194502.22999999</c:v>
                </c:pt>
                <c:pt idx="8">
                  <c:v>131975378.11</c:v>
                </c:pt>
                <c:pt idx="9">
                  <c:v>178389180.97999999</c:v>
                </c:pt>
                <c:pt idx="10">
                  <c:v>172010895.90000001</c:v>
                </c:pt>
                <c:pt idx="11">
                  <c:v>172804074.74000001</c:v>
                </c:pt>
                <c:pt idx="12">
                  <c:v>173624018.63</c:v>
                </c:pt>
                <c:pt idx="13">
                  <c:v>157915263.34</c:v>
                </c:pt>
                <c:pt idx="14">
                  <c:v>158648585.06</c:v>
                </c:pt>
                <c:pt idx="15">
                  <c:v>159367149.44</c:v>
                </c:pt>
                <c:pt idx="16">
                  <c:v>147237689.84999999</c:v>
                </c:pt>
                <c:pt idx="17">
                  <c:v>145083158.47</c:v>
                </c:pt>
                <c:pt idx="18">
                  <c:v>145726226.88999999</c:v>
                </c:pt>
                <c:pt idx="19">
                  <c:v>148405275.5</c:v>
                </c:pt>
                <c:pt idx="20">
                  <c:v>137376962.81</c:v>
                </c:pt>
                <c:pt idx="21">
                  <c:v>127606264.70999999</c:v>
                </c:pt>
                <c:pt idx="22">
                  <c:v>127671789.14</c:v>
                </c:pt>
                <c:pt idx="23">
                  <c:v>79788263.400000006</c:v>
                </c:pt>
                <c:pt idx="24">
                  <c:v>78939436.179999992</c:v>
                </c:pt>
                <c:pt idx="25">
                  <c:v>78986275.549999997</c:v>
                </c:pt>
                <c:pt idx="26">
                  <c:v>4428243.0999999996</c:v>
                </c:pt>
                <c:pt idx="27">
                  <c:v>4445061.1100000003</c:v>
                </c:pt>
                <c:pt idx="28">
                  <c:v>4511988.29</c:v>
                </c:pt>
                <c:pt idx="29">
                  <c:v>4517043.88</c:v>
                </c:pt>
                <c:pt idx="30">
                  <c:v>4533830.26</c:v>
                </c:pt>
                <c:pt idx="31">
                  <c:v>4543214.24</c:v>
                </c:pt>
                <c:pt idx="32">
                  <c:v>4560654.1900000004</c:v>
                </c:pt>
                <c:pt idx="33">
                  <c:v>4577531.5599999996</c:v>
                </c:pt>
                <c:pt idx="34">
                  <c:v>4598664.54</c:v>
                </c:pt>
                <c:pt idx="35">
                  <c:v>4614050.99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9-36E2-4E02-8FB4-9CE2E453F4CB}"/>
            </c:ext>
          </c:extLst>
        </c:ser>
        <c:ser>
          <c:idx val="22"/>
          <c:order val="10"/>
          <c:tx>
            <c:strRef>
              <c:f>'Total x-clearing'!$J$1</c:f>
              <c:strCache>
                <c:ptCount val="1"/>
                <c:pt idx="0">
                  <c:v> Soc Gen </c:v>
                </c:pt>
              </c:strCache>
            </c:strRef>
          </c:tx>
          <c:cat>
            <c:numRef>
              <c:f>'Total x-clearing'!$A$3:$A$510</c:f>
              <c:numCache>
                <c:formatCode>[$-409]mmm\-yy;@</c:formatCode>
                <c:ptCount val="508"/>
                <c:pt idx="0">
                  <c:v>44921</c:v>
                </c:pt>
                <c:pt idx="1">
                  <c:v>44953</c:v>
                </c:pt>
                <c:pt idx="2">
                  <c:v>44985</c:v>
                </c:pt>
                <c:pt idx="3">
                  <c:v>44986</c:v>
                </c:pt>
                <c:pt idx="4">
                  <c:v>45018</c:v>
                </c:pt>
                <c:pt idx="5">
                  <c:v>45050</c:v>
                </c:pt>
                <c:pt idx="6">
                  <c:v>45082</c:v>
                </c:pt>
                <c:pt idx="7">
                  <c:v>45114</c:v>
                </c:pt>
                <c:pt idx="8">
                  <c:v>45146</c:v>
                </c:pt>
                <c:pt idx="9">
                  <c:v>45178</c:v>
                </c:pt>
                <c:pt idx="10">
                  <c:v>45210</c:v>
                </c:pt>
                <c:pt idx="11">
                  <c:v>45242</c:v>
                </c:pt>
                <c:pt idx="12">
                  <c:v>45274</c:v>
                </c:pt>
                <c:pt idx="13">
                  <c:v>45306</c:v>
                </c:pt>
                <c:pt idx="14">
                  <c:v>45338</c:v>
                </c:pt>
                <c:pt idx="15">
                  <c:v>45370</c:v>
                </c:pt>
                <c:pt idx="16">
                  <c:v>45402</c:v>
                </c:pt>
                <c:pt idx="17">
                  <c:v>45434</c:v>
                </c:pt>
                <c:pt idx="18">
                  <c:v>45466</c:v>
                </c:pt>
                <c:pt idx="19">
                  <c:v>45498</c:v>
                </c:pt>
                <c:pt idx="20">
                  <c:v>45530</c:v>
                </c:pt>
                <c:pt idx="21">
                  <c:v>45562</c:v>
                </c:pt>
                <c:pt idx="22">
                  <c:v>45594</c:v>
                </c:pt>
                <c:pt idx="23">
                  <c:v>45626</c:v>
                </c:pt>
                <c:pt idx="24">
                  <c:v>45627</c:v>
                </c:pt>
                <c:pt idx="25">
                  <c:v>45659</c:v>
                </c:pt>
                <c:pt idx="26">
                  <c:v>45691</c:v>
                </c:pt>
                <c:pt idx="27">
                  <c:v>45723</c:v>
                </c:pt>
                <c:pt idx="28">
                  <c:v>45755</c:v>
                </c:pt>
                <c:pt idx="29">
                  <c:v>45787</c:v>
                </c:pt>
                <c:pt idx="30">
                  <c:v>45819</c:v>
                </c:pt>
                <c:pt idx="31">
                  <c:v>45851</c:v>
                </c:pt>
                <c:pt idx="32">
                  <c:v>45883</c:v>
                </c:pt>
                <c:pt idx="33">
                  <c:v>45915</c:v>
                </c:pt>
                <c:pt idx="34">
                  <c:v>45947</c:v>
                </c:pt>
                <c:pt idx="35">
                  <c:v>45979</c:v>
                </c:pt>
              </c:numCache>
            </c:numRef>
          </c:cat>
          <c:val>
            <c:numRef>
              <c:f>'Total x-clearing'!$J$3:$J$10000</c:f>
              <c:numCache>
                <c:formatCode>_(* #,##0_);_(* \(#,##0\);_(* "-"??_);_(@_)</c:formatCode>
                <c:ptCount val="9998"/>
                <c:pt idx="0">
                  <c:v>447689399.51999998</c:v>
                </c:pt>
                <c:pt idx="1">
                  <c:v>443018510.58999997</c:v>
                </c:pt>
                <c:pt idx="2">
                  <c:v>232574992.63</c:v>
                </c:pt>
                <c:pt idx="3">
                  <c:v>253190072.16999999</c:v>
                </c:pt>
                <c:pt idx="4">
                  <c:v>252929501.41</c:v>
                </c:pt>
                <c:pt idx="5">
                  <c:v>242359783.52000001</c:v>
                </c:pt>
                <c:pt idx="6">
                  <c:v>247035032.47999999</c:v>
                </c:pt>
                <c:pt idx="7">
                  <c:v>222047118.43000001</c:v>
                </c:pt>
                <c:pt idx="8">
                  <c:v>207851855.99000001</c:v>
                </c:pt>
                <c:pt idx="9">
                  <c:v>152192506.86000001</c:v>
                </c:pt>
                <c:pt idx="10">
                  <c:v>146816045.19999999</c:v>
                </c:pt>
                <c:pt idx="11">
                  <c:v>155564881.63</c:v>
                </c:pt>
                <c:pt idx="12">
                  <c:v>164413192.68000001</c:v>
                </c:pt>
                <c:pt idx="13">
                  <c:v>161810670.66999999</c:v>
                </c:pt>
                <c:pt idx="14">
                  <c:v>158436037.38</c:v>
                </c:pt>
                <c:pt idx="15">
                  <c:v>146276168.78</c:v>
                </c:pt>
                <c:pt idx="16">
                  <c:v>139567464.96000001</c:v>
                </c:pt>
                <c:pt idx="17">
                  <c:v>143270782.53999999</c:v>
                </c:pt>
                <c:pt idx="18">
                  <c:v>144800202.59999999</c:v>
                </c:pt>
                <c:pt idx="19">
                  <c:v>148012168.56</c:v>
                </c:pt>
                <c:pt idx="20">
                  <c:v>125763046.76000001</c:v>
                </c:pt>
                <c:pt idx="21">
                  <c:v>242999898.72</c:v>
                </c:pt>
                <c:pt idx="22">
                  <c:v>234893905.06</c:v>
                </c:pt>
                <c:pt idx="23">
                  <c:v>237172778.74000001</c:v>
                </c:pt>
                <c:pt idx="24">
                  <c:v>231870399.41</c:v>
                </c:pt>
                <c:pt idx="25">
                  <c:v>233419633.71000001</c:v>
                </c:pt>
                <c:pt idx="26">
                  <c:v>239981390.59999999</c:v>
                </c:pt>
                <c:pt idx="27">
                  <c:v>240880946</c:v>
                </c:pt>
                <c:pt idx="28">
                  <c:v>243344728.28999999</c:v>
                </c:pt>
                <c:pt idx="29">
                  <c:v>240476146.06999999</c:v>
                </c:pt>
                <c:pt idx="30">
                  <c:v>244264273.81</c:v>
                </c:pt>
                <c:pt idx="31">
                  <c:v>242829982.69999999</c:v>
                </c:pt>
                <c:pt idx="32">
                  <c:v>261893207.47999999</c:v>
                </c:pt>
                <c:pt idx="33">
                  <c:v>263658493.75999999</c:v>
                </c:pt>
                <c:pt idx="34">
                  <c:v>265471490.47999999</c:v>
                </c:pt>
                <c:pt idx="35">
                  <c:v>268169780.91999999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A-36E2-4E02-8FB4-9CE2E453F4CB}"/>
            </c:ext>
          </c:extLst>
        </c:ser>
        <c:ser>
          <c:idx val="7"/>
          <c:order val="11"/>
          <c:tx>
            <c:strRef>
              <c:f>'Total x-clearing'!$C$1</c:f>
              <c:strCache>
                <c:ptCount val="1"/>
                <c:pt idx="0">
                  <c:v> Citibank </c:v>
                </c:pt>
              </c:strCache>
            </c:strRef>
          </c:tx>
          <c:spPr>
            <a:ln>
              <a:solidFill>
                <a:srgbClr val="FF0000"/>
              </a:solidFill>
            </a:ln>
          </c:spPr>
          <c:marker>
            <c:symbol val="triangle"/>
            <c:size val="7"/>
          </c:marker>
          <c:cat>
            <c:numRef>
              <c:f>'Total x-clearing'!$A$3:$A$510</c:f>
              <c:numCache>
                <c:formatCode>[$-409]mmm\-yy;@</c:formatCode>
                <c:ptCount val="508"/>
                <c:pt idx="0">
                  <c:v>44921</c:v>
                </c:pt>
                <c:pt idx="1">
                  <c:v>44953</c:v>
                </c:pt>
                <c:pt idx="2">
                  <c:v>44985</c:v>
                </c:pt>
                <c:pt idx="3">
                  <c:v>44986</c:v>
                </c:pt>
                <c:pt idx="4">
                  <c:v>45018</c:v>
                </c:pt>
                <c:pt idx="5">
                  <c:v>45050</c:v>
                </c:pt>
                <c:pt idx="6">
                  <c:v>45082</c:v>
                </c:pt>
                <c:pt idx="7">
                  <c:v>45114</c:v>
                </c:pt>
                <c:pt idx="8">
                  <c:v>45146</c:v>
                </c:pt>
                <c:pt idx="9">
                  <c:v>45178</c:v>
                </c:pt>
                <c:pt idx="10">
                  <c:v>45210</c:v>
                </c:pt>
                <c:pt idx="11">
                  <c:v>45242</c:v>
                </c:pt>
                <c:pt idx="12">
                  <c:v>45274</c:v>
                </c:pt>
                <c:pt idx="13">
                  <c:v>45306</c:v>
                </c:pt>
                <c:pt idx="14">
                  <c:v>45338</c:v>
                </c:pt>
                <c:pt idx="15">
                  <c:v>45370</c:v>
                </c:pt>
                <c:pt idx="16">
                  <c:v>45402</c:v>
                </c:pt>
                <c:pt idx="17">
                  <c:v>45434</c:v>
                </c:pt>
                <c:pt idx="18">
                  <c:v>45466</c:v>
                </c:pt>
                <c:pt idx="19">
                  <c:v>45498</c:v>
                </c:pt>
                <c:pt idx="20">
                  <c:v>45530</c:v>
                </c:pt>
                <c:pt idx="21">
                  <c:v>45562</c:v>
                </c:pt>
                <c:pt idx="22">
                  <c:v>45594</c:v>
                </c:pt>
                <c:pt idx="23">
                  <c:v>45626</c:v>
                </c:pt>
                <c:pt idx="24">
                  <c:v>45627</c:v>
                </c:pt>
                <c:pt idx="25">
                  <c:v>45659</c:v>
                </c:pt>
                <c:pt idx="26">
                  <c:v>45691</c:v>
                </c:pt>
                <c:pt idx="27">
                  <c:v>45723</c:v>
                </c:pt>
                <c:pt idx="28">
                  <c:v>45755</c:v>
                </c:pt>
                <c:pt idx="29">
                  <c:v>45787</c:v>
                </c:pt>
                <c:pt idx="30">
                  <c:v>45819</c:v>
                </c:pt>
                <c:pt idx="31">
                  <c:v>45851</c:v>
                </c:pt>
                <c:pt idx="32">
                  <c:v>45883</c:v>
                </c:pt>
                <c:pt idx="33">
                  <c:v>45915</c:v>
                </c:pt>
                <c:pt idx="34">
                  <c:v>45947</c:v>
                </c:pt>
                <c:pt idx="35">
                  <c:v>45979</c:v>
                </c:pt>
              </c:numCache>
            </c:numRef>
          </c:cat>
          <c:val>
            <c:numRef>
              <c:f>'Total x-clearing'!$C$3:$C$100</c:f>
              <c:numCache>
                <c:formatCode>_(* #,##0_);_(* \(#,##0\);_(* "-"??_);_(@_)</c:formatCode>
                <c:ptCount val="98"/>
                <c:pt idx="0">
                  <c:v>471581429.38</c:v>
                </c:pt>
                <c:pt idx="1">
                  <c:v>514747224.13</c:v>
                </c:pt>
                <c:pt idx="2">
                  <c:v>360992908.45999998</c:v>
                </c:pt>
                <c:pt idx="3">
                  <c:v>368096640.93000001</c:v>
                </c:pt>
                <c:pt idx="4">
                  <c:v>361658998.38999999</c:v>
                </c:pt>
                <c:pt idx="5">
                  <c:v>352122086.26999998</c:v>
                </c:pt>
                <c:pt idx="6">
                  <c:v>355399640.23000002</c:v>
                </c:pt>
                <c:pt idx="7">
                  <c:v>349778506.54000002</c:v>
                </c:pt>
                <c:pt idx="8">
                  <c:v>339323047.25</c:v>
                </c:pt>
                <c:pt idx="9">
                  <c:v>480130701.08999997</c:v>
                </c:pt>
                <c:pt idx="10">
                  <c:v>460565430.80000001</c:v>
                </c:pt>
                <c:pt idx="11">
                  <c:v>505292010.25999999</c:v>
                </c:pt>
                <c:pt idx="12">
                  <c:v>540809240.32000005</c:v>
                </c:pt>
                <c:pt idx="13">
                  <c:v>529717473.98000002</c:v>
                </c:pt>
                <c:pt idx="14">
                  <c:v>937151029.21000004</c:v>
                </c:pt>
                <c:pt idx="15">
                  <c:v>961038824.38</c:v>
                </c:pt>
                <c:pt idx="16">
                  <c:v>705863723.50999999</c:v>
                </c:pt>
                <c:pt idx="17">
                  <c:v>734570160.89999998</c:v>
                </c:pt>
                <c:pt idx="18">
                  <c:v>722636966.88</c:v>
                </c:pt>
                <c:pt idx="19">
                  <c:v>738385112.66999996</c:v>
                </c:pt>
                <c:pt idx="20">
                  <c:v>339504005.87</c:v>
                </c:pt>
                <c:pt idx="21">
                  <c:v>345966178.77999997</c:v>
                </c:pt>
                <c:pt idx="22">
                  <c:v>328875391.79000002</c:v>
                </c:pt>
                <c:pt idx="23">
                  <c:v>336310221.07999998</c:v>
                </c:pt>
                <c:pt idx="24">
                  <c:v>317822333.82999998</c:v>
                </c:pt>
                <c:pt idx="25">
                  <c:v>307761647.67400002</c:v>
                </c:pt>
                <c:pt idx="26">
                  <c:v>322678797.662</c:v>
                </c:pt>
                <c:pt idx="27">
                  <c:v>317480046.94800001</c:v>
                </c:pt>
                <c:pt idx="28">
                  <c:v>278595936.10000002</c:v>
                </c:pt>
                <c:pt idx="29">
                  <c:v>269800728.85000002</c:v>
                </c:pt>
                <c:pt idx="30">
                  <c:v>115683016.29099999</c:v>
                </c:pt>
                <c:pt idx="31">
                  <c:v>119372517.13</c:v>
                </c:pt>
                <c:pt idx="32">
                  <c:v>119335135.98999999</c:v>
                </c:pt>
                <c:pt idx="33">
                  <c:v>-8004015.1940000001</c:v>
                </c:pt>
                <c:pt idx="34">
                  <c:v>-8164297.9879999999</c:v>
                </c:pt>
                <c:pt idx="35">
                  <c:v>-8187360.2019999996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B-36E2-4E02-8FB4-9CE2E453F4CB}"/>
            </c:ext>
          </c:extLst>
        </c:ser>
        <c:ser>
          <c:idx val="8"/>
          <c:order val="12"/>
          <c:tx>
            <c:strRef>
              <c:f>'Total x-clearing'!$G$1</c:f>
              <c:strCache>
                <c:ptCount val="1"/>
                <c:pt idx="0">
                  <c:v> Nomura </c:v>
                </c:pt>
              </c:strCache>
            </c:strRef>
          </c:tx>
          <c:spPr>
            <a:ln>
              <a:solidFill>
                <a:schemeClr val="accent6">
                  <a:lumMod val="75000"/>
                </a:schemeClr>
              </a:solidFill>
            </a:ln>
          </c:spPr>
          <c:marker>
            <c:symbol val="star"/>
            <c:size val="7"/>
            <c:spPr>
              <a:ln>
                <a:solidFill>
                  <a:schemeClr val="accent6">
                    <a:lumMod val="75000"/>
                  </a:schemeClr>
                </a:solidFill>
              </a:ln>
            </c:spPr>
          </c:marker>
          <c:cat>
            <c:numRef>
              <c:f>'Total x-clearing'!$A$3:$A$510</c:f>
              <c:numCache>
                <c:formatCode>[$-409]mmm\-yy;@</c:formatCode>
                <c:ptCount val="508"/>
                <c:pt idx="0">
                  <c:v>44921</c:v>
                </c:pt>
                <c:pt idx="1">
                  <c:v>44953</c:v>
                </c:pt>
                <c:pt idx="2">
                  <c:v>44985</c:v>
                </c:pt>
                <c:pt idx="3">
                  <c:v>44986</c:v>
                </c:pt>
                <c:pt idx="4">
                  <c:v>45018</c:v>
                </c:pt>
                <c:pt idx="5">
                  <c:v>45050</c:v>
                </c:pt>
                <c:pt idx="6">
                  <c:v>45082</c:v>
                </c:pt>
                <c:pt idx="7">
                  <c:v>45114</c:v>
                </c:pt>
                <c:pt idx="8">
                  <c:v>45146</c:v>
                </c:pt>
                <c:pt idx="9">
                  <c:v>45178</c:v>
                </c:pt>
                <c:pt idx="10">
                  <c:v>45210</c:v>
                </c:pt>
                <c:pt idx="11">
                  <c:v>45242</c:v>
                </c:pt>
                <c:pt idx="12">
                  <c:v>45274</c:v>
                </c:pt>
                <c:pt idx="13">
                  <c:v>45306</c:v>
                </c:pt>
                <c:pt idx="14">
                  <c:v>45338</c:v>
                </c:pt>
                <c:pt idx="15">
                  <c:v>45370</c:v>
                </c:pt>
                <c:pt idx="16">
                  <c:v>45402</c:v>
                </c:pt>
                <c:pt idx="17">
                  <c:v>45434</c:v>
                </c:pt>
                <c:pt idx="18">
                  <c:v>45466</c:v>
                </c:pt>
                <c:pt idx="19">
                  <c:v>45498</c:v>
                </c:pt>
                <c:pt idx="20">
                  <c:v>45530</c:v>
                </c:pt>
                <c:pt idx="21">
                  <c:v>45562</c:v>
                </c:pt>
                <c:pt idx="22">
                  <c:v>45594</c:v>
                </c:pt>
                <c:pt idx="23">
                  <c:v>45626</c:v>
                </c:pt>
                <c:pt idx="24">
                  <c:v>45627</c:v>
                </c:pt>
                <c:pt idx="25">
                  <c:v>45659</c:v>
                </c:pt>
                <c:pt idx="26">
                  <c:v>45691</c:v>
                </c:pt>
                <c:pt idx="27">
                  <c:v>45723</c:v>
                </c:pt>
                <c:pt idx="28">
                  <c:v>45755</c:v>
                </c:pt>
                <c:pt idx="29">
                  <c:v>45787</c:v>
                </c:pt>
                <c:pt idx="30">
                  <c:v>45819</c:v>
                </c:pt>
                <c:pt idx="31">
                  <c:v>45851</c:v>
                </c:pt>
                <c:pt idx="32">
                  <c:v>45883</c:v>
                </c:pt>
                <c:pt idx="33">
                  <c:v>45915</c:v>
                </c:pt>
                <c:pt idx="34">
                  <c:v>45947</c:v>
                </c:pt>
                <c:pt idx="35">
                  <c:v>45979</c:v>
                </c:pt>
              </c:numCache>
            </c:numRef>
          </c:cat>
          <c:val>
            <c:numRef>
              <c:f>'Total x-clearing'!$G$3:$G$100</c:f>
              <c:numCache>
                <c:formatCode>_(* #,##0_);_(* \(#,##0\);_(* "-"??_);_(@_)</c:formatCode>
                <c:ptCount val="98"/>
                <c:pt idx="0">
                  <c:v>11281628.529999999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-19945363.789999999</c:v>
                </c:pt>
                <c:pt idx="13">
                  <c:v>28128604.18</c:v>
                </c:pt>
                <c:pt idx="14">
                  <c:v>38003247.799999997</c:v>
                </c:pt>
                <c:pt idx="15">
                  <c:v>38180063.549999997</c:v>
                </c:pt>
                <c:pt idx="16">
                  <c:v>38351175.57</c:v>
                </c:pt>
                <c:pt idx="17">
                  <c:v>164772472.30000001</c:v>
                </c:pt>
                <c:pt idx="18">
                  <c:v>165517370.22999999</c:v>
                </c:pt>
                <c:pt idx="19">
                  <c:v>195835358.46000001</c:v>
                </c:pt>
                <c:pt idx="20">
                  <c:v>295607434.51999998</c:v>
                </c:pt>
                <c:pt idx="21">
                  <c:v>298724249.92000002</c:v>
                </c:pt>
                <c:pt idx="22">
                  <c:v>310711880.86000001</c:v>
                </c:pt>
                <c:pt idx="23">
                  <c:v>402613252.41000003</c:v>
                </c:pt>
                <c:pt idx="24">
                  <c:v>382137275.49000001</c:v>
                </c:pt>
                <c:pt idx="25">
                  <c:v>379564417.58000004</c:v>
                </c:pt>
                <c:pt idx="26">
                  <c:v>358638998.00000006</c:v>
                </c:pt>
                <c:pt idx="27">
                  <c:v>360674303.43000007</c:v>
                </c:pt>
                <c:pt idx="28">
                  <c:v>238172167.03999999</c:v>
                </c:pt>
                <c:pt idx="29">
                  <c:v>211196062.14000002</c:v>
                </c:pt>
                <c:pt idx="30">
                  <c:v>200824588.47999996</c:v>
                </c:pt>
                <c:pt idx="31">
                  <c:v>193503621.1500001</c:v>
                </c:pt>
                <c:pt idx="32">
                  <c:v>437568280.60000002</c:v>
                </c:pt>
                <c:pt idx="33">
                  <c:v>309954250.75</c:v>
                </c:pt>
                <c:pt idx="34">
                  <c:v>256877644.47999999</c:v>
                </c:pt>
                <c:pt idx="35">
                  <c:v>181693248.40000001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C-36E2-4E02-8FB4-9CE2E453F4CB}"/>
            </c:ext>
          </c:extLst>
        </c:ser>
        <c:ser>
          <c:idx val="9"/>
          <c:order val="13"/>
          <c:tx>
            <c:strRef>
              <c:f>'Total x-clearing'!$M$1</c:f>
              <c:strCache>
                <c:ptCount val="1"/>
                <c:pt idx="0">
                  <c:v> Merrill Lynch International </c:v>
                </c:pt>
              </c:strCache>
            </c:strRef>
          </c:tx>
          <c:marker>
            <c:symbol val="triangle"/>
            <c:size val="7"/>
            <c:spPr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c:spPr>
          </c:marker>
          <c:cat>
            <c:numRef>
              <c:f>'Total x-clearing'!$A$3:$A$510</c:f>
              <c:numCache>
                <c:formatCode>[$-409]mmm\-yy;@</c:formatCode>
                <c:ptCount val="508"/>
                <c:pt idx="0">
                  <c:v>44921</c:v>
                </c:pt>
                <c:pt idx="1">
                  <c:v>44953</c:v>
                </c:pt>
                <c:pt idx="2">
                  <c:v>44985</c:v>
                </c:pt>
                <c:pt idx="3">
                  <c:v>44986</c:v>
                </c:pt>
                <c:pt idx="4">
                  <c:v>45018</c:v>
                </c:pt>
                <c:pt idx="5">
                  <c:v>45050</c:v>
                </c:pt>
                <c:pt idx="6">
                  <c:v>45082</c:v>
                </c:pt>
                <c:pt idx="7">
                  <c:v>45114</c:v>
                </c:pt>
                <c:pt idx="8">
                  <c:v>45146</c:v>
                </c:pt>
                <c:pt idx="9">
                  <c:v>45178</c:v>
                </c:pt>
                <c:pt idx="10">
                  <c:v>45210</c:v>
                </c:pt>
                <c:pt idx="11">
                  <c:v>45242</c:v>
                </c:pt>
                <c:pt idx="12">
                  <c:v>45274</c:v>
                </c:pt>
                <c:pt idx="13">
                  <c:v>45306</c:v>
                </c:pt>
                <c:pt idx="14">
                  <c:v>45338</c:v>
                </c:pt>
                <c:pt idx="15">
                  <c:v>45370</c:v>
                </c:pt>
                <c:pt idx="16">
                  <c:v>45402</c:v>
                </c:pt>
                <c:pt idx="17">
                  <c:v>45434</c:v>
                </c:pt>
                <c:pt idx="18">
                  <c:v>45466</c:v>
                </c:pt>
                <c:pt idx="19">
                  <c:v>45498</c:v>
                </c:pt>
                <c:pt idx="20">
                  <c:v>45530</c:v>
                </c:pt>
                <c:pt idx="21">
                  <c:v>45562</c:v>
                </c:pt>
                <c:pt idx="22">
                  <c:v>45594</c:v>
                </c:pt>
                <c:pt idx="23">
                  <c:v>45626</c:v>
                </c:pt>
                <c:pt idx="24">
                  <c:v>45627</c:v>
                </c:pt>
                <c:pt idx="25">
                  <c:v>45659</c:v>
                </c:pt>
                <c:pt idx="26">
                  <c:v>45691</c:v>
                </c:pt>
                <c:pt idx="27">
                  <c:v>45723</c:v>
                </c:pt>
                <c:pt idx="28">
                  <c:v>45755</c:v>
                </c:pt>
                <c:pt idx="29">
                  <c:v>45787</c:v>
                </c:pt>
                <c:pt idx="30">
                  <c:v>45819</c:v>
                </c:pt>
                <c:pt idx="31">
                  <c:v>45851</c:v>
                </c:pt>
                <c:pt idx="32">
                  <c:v>45883</c:v>
                </c:pt>
                <c:pt idx="33">
                  <c:v>45915</c:v>
                </c:pt>
                <c:pt idx="34">
                  <c:v>45947</c:v>
                </c:pt>
                <c:pt idx="35">
                  <c:v>45979</c:v>
                </c:pt>
              </c:numCache>
            </c:numRef>
          </c:cat>
          <c:val>
            <c:numRef>
              <c:f>'Total x-clearing'!$M$3:$M$100</c:f>
              <c:numCache>
                <c:formatCode>_(* #,##0_);_(* \(#,##0\);_(* "-"??_);_(@_)</c:formatCode>
                <c:ptCount val="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D-36E2-4E02-8FB4-9CE2E453F4CB}"/>
            </c:ext>
          </c:extLst>
        </c:ser>
        <c:ser>
          <c:idx val="10"/>
          <c:order val="14"/>
          <c:tx>
            <c:strRef>
              <c:f>'Total x-clearing'!$O$1</c:f>
              <c:strCache>
                <c:ptCount val="1"/>
                <c:pt idx="0">
                  <c:v> Credit Agricole </c:v>
                </c:pt>
              </c:strCache>
            </c:strRef>
          </c:tx>
          <c:cat>
            <c:numRef>
              <c:f>'Total x-clearing'!$A$3:$A$510</c:f>
              <c:numCache>
                <c:formatCode>[$-409]mmm\-yy;@</c:formatCode>
                <c:ptCount val="508"/>
                <c:pt idx="0">
                  <c:v>44921</c:v>
                </c:pt>
                <c:pt idx="1">
                  <c:v>44953</c:v>
                </c:pt>
                <c:pt idx="2">
                  <c:v>44985</c:v>
                </c:pt>
                <c:pt idx="3">
                  <c:v>44986</c:v>
                </c:pt>
                <c:pt idx="4">
                  <c:v>45018</c:v>
                </c:pt>
                <c:pt idx="5">
                  <c:v>45050</c:v>
                </c:pt>
                <c:pt idx="6">
                  <c:v>45082</c:v>
                </c:pt>
                <c:pt idx="7">
                  <c:v>45114</c:v>
                </c:pt>
                <c:pt idx="8">
                  <c:v>45146</c:v>
                </c:pt>
                <c:pt idx="9">
                  <c:v>45178</c:v>
                </c:pt>
                <c:pt idx="10">
                  <c:v>45210</c:v>
                </c:pt>
                <c:pt idx="11">
                  <c:v>45242</c:v>
                </c:pt>
                <c:pt idx="12">
                  <c:v>45274</c:v>
                </c:pt>
                <c:pt idx="13">
                  <c:v>45306</c:v>
                </c:pt>
                <c:pt idx="14">
                  <c:v>45338</c:v>
                </c:pt>
                <c:pt idx="15">
                  <c:v>45370</c:v>
                </c:pt>
                <c:pt idx="16">
                  <c:v>45402</c:v>
                </c:pt>
                <c:pt idx="17">
                  <c:v>45434</c:v>
                </c:pt>
                <c:pt idx="18">
                  <c:v>45466</c:v>
                </c:pt>
                <c:pt idx="19">
                  <c:v>45498</c:v>
                </c:pt>
                <c:pt idx="20">
                  <c:v>45530</c:v>
                </c:pt>
                <c:pt idx="21">
                  <c:v>45562</c:v>
                </c:pt>
                <c:pt idx="22">
                  <c:v>45594</c:v>
                </c:pt>
                <c:pt idx="23">
                  <c:v>45626</c:v>
                </c:pt>
                <c:pt idx="24">
                  <c:v>45627</c:v>
                </c:pt>
                <c:pt idx="25">
                  <c:v>45659</c:v>
                </c:pt>
                <c:pt idx="26">
                  <c:v>45691</c:v>
                </c:pt>
                <c:pt idx="27">
                  <c:v>45723</c:v>
                </c:pt>
                <c:pt idx="28">
                  <c:v>45755</c:v>
                </c:pt>
                <c:pt idx="29">
                  <c:v>45787</c:v>
                </c:pt>
                <c:pt idx="30">
                  <c:v>45819</c:v>
                </c:pt>
                <c:pt idx="31">
                  <c:v>45851</c:v>
                </c:pt>
                <c:pt idx="32">
                  <c:v>45883</c:v>
                </c:pt>
                <c:pt idx="33">
                  <c:v>45915</c:v>
                </c:pt>
                <c:pt idx="34">
                  <c:v>45947</c:v>
                </c:pt>
                <c:pt idx="35">
                  <c:v>45979</c:v>
                </c:pt>
              </c:numCache>
            </c:numRef>
          </c:cat>
          <c:val>
            <c:numRef>
              <c:f>'Total x-clearing'!$O$3:$O$490</c:f>
              <c:numCache>
                <c:formatCode>_(* #,##0_);_(* \(#,##0\);_(* "-"??_);_(@_)</c:formatCode>
                <c:ptCount val="488"/>
                <c:pt idx="0">
                  <c:v>-11951980.85</c:v>
                </c:pt>
                <c:pt idx="1">
                  <c:v>-11973328.77</c:v>
                </c:pt>
                <c:pt idx="2">
                  <c:v>-11992610.76</c:v>
                </c:pt>
                <c:pt idx="3">
                  <c:v>535949286.66000003</c:v>
                </c:pt>
                <c:pt idx="4">
                  <c:v>546106989.84000003</c:v>
                </c:pt>
                <c:pt idx="5">
                  <c:v>548362076.88</c:v>
                </c:pt>
                <c:pt idx="6">
                  <c:v>522787923.94</c:v>
                </c:pt>
                <c:pt idx="7">
                  <c:v>524955363.06999999</c:v>
                </c:pt>
                <c:pt idx="8">
                  <c:v>532250140.12</c:v>
                </c:pt>
                <c:pt idx="9">
                  <c:v>535045361.26999998</c:v>
                </c:pt>
                <c:pt idx="10">
                  <c:v>537609472.05999994</c:v>
                </c:pt>
                <c:pt idx="11">
                  <c:v>537391381.30999994</c:v>
                </c:pt>
                <c:pt idx="12">
                  <c:v>539943026.23000002</c:v>
                </c:pt>
                <c:pt idx="13">
                  <c:v>166360491.75</c:v>
                </c:pt>
                <c:pt idx="14">
                  <c:v>140788100.56</c:v>
                </c:pt>
                <c:pt idx="15">
                  <c:v>141440545.90000001</c:v>
                </c:pt>
                <c:pt idx="16">
                  <c:v>142071944.61000001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-3450103.7799999984</c:v>
                </c:pt>
                <c:pt idx="28">
                  <c:v>22310952.91</c:v>
                </c:pt>
                <c:pt idx="29">
                  <c:v>22395044.18</c:v>
                </c:pt>
                <c:pt idx="30">
                  <c:v>22476422.82</c:v>
                </c:pt>
                <c:pt idx="31">
                  <c:v>18326325.030000001</c:v>
                </c:pt>
                <c:pt idx="32">
                  <c:v>39395322.549999997</c:v>
                </c:pt>
                <c:pt idx="33">
                  <c:v>39541322.189999998</c:v>
                </c:pt>
                <c:pt idx="34">
                  <c:v>54516880.039999992</c:v>
                </c:pt>
                <c:pt idx="35">
                  <c:v>54711186.400000006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E-36E2-4E02-8FB4-9CE2E453F4CB}"/>
            </c:ext>
          </c:extLst>
        </c:ser>
        <c:ser>
          <c:idx val="11"/>
          <c:order val="15"/>
          <c:tx>
            <c:strRef>
              <c:f>'Total x-clearing'!$P$1</c:f>
              <c:strCache>
                <c:ptCount val="1"/>
                <c:pt idx="0">
                  <c:v> TD </c:v>
                </c:pt>
              </c:strCache>
            </c:strRef>
          </c:tx>
          <c:cat>
            <c:numRef>
              <c:f>'Total x-clearing'!$A$3:$A$510</c:f>
              <c:numCache>
                <c:formatCode>[$-409]mmm\-yy;@</c:formatCode>
                <c:ptCount val="508"/>
                <c:pt idx="0">
                  <c:v>44921</c:v>
                </c:pt>
                <c:pt idx="1">
                  <c:v>44953</c:v>
                </c:pt>
                <c:pt idx="2">
                  <c:v>44985</c:v>
                </c:pt>
                <c:pt idx="3">
                  <c:v>44986</c:v>
                </c:pt>
                <c:pt idx="4">
                  <c:v>45018</c:v>
                </c:pt>
                <c:pt idx="5">
                  <c:v>45050</c:v>
                </c:pt>
                <c:pt idx="6">
                  <c:v>45082</c:v>
                </c:pt>
                <c:pt idx="7">
                  <c:v>45114</c:v>
                </c:pt>
                <c:pt idx="8">
                  <c:v>45146</c:v>
                </c:pt>
                <c:pt idx="9">
                  <c:v>45178</c:v>
                </c:pt>
                <c:pt idx="10">
                  <c:v>45210</c:v>
                </c:pt>
                <c:pt idx="11">
                  <c:v>45242</c:v>
                </c:pt>
                <c:pt idx="12">
                  <c:v>45274</c:v>
                </c:pt>
                <c:pt idx="13">
                  <c:v>45306</c:v>
                </c:pt>
                <c:pt idx="14">
                  <c:v>45338</c:v>
                </c:pt>
                <c:pt idx="15">
                  <c:v>45370</c:v>
                </c:pt>
                <c:pt idx="16">
                  <c:v>45402</c:v>
                </c:pt>
                <c:pt idx="17">
                  <c:v>45434</c:v>
                </c:pt>
                <c:pt idx="18">
                  <c:v>45466</c:v>
                </c:pt>
                <c:pt idx="19">
                  <c:v>45498</c:v>
                </c:pt>
                <c:pt idx="20">
                  <c:v>45530</c:v>
                </c:pt>
                <c:pt idx="21">
                  <c:v>45562</c:v>
                </c:pt>
                <c:pt idx="22">
                  <c:v>45594</c:v>
                </c:pt>
                <c:pt idx="23">
                  <c:v>45626</c:v>
                </c:pt>
                <c:pt idx="24">
                  <c:v>45627</c:v>
                </c:pt>
                <c:pt idx="25">
                  <c:v>45659</c:v>
                </c:pt>
                <c:pt idx="26">
                  <c:v>45691</c:v>
                </c:pt>
                <c:pt idx="27">
                  <c:v>45723</c:v>
                </c:pt>
                <c:pt idx="28">
                  <c:v>45755</c:v>
                </c:pt>
                <c:pt idx="29">
                  <c:v>45787</c:v>
                </c:pt>
                <c:pt idx="30">
                  <c:v>45819</c:v>
                </c:pt>
                <c:pt idx="31">
                  <c:v>45851</c:v>
                </c:pt>
                <c:pt idx="32">
                  <c:v>45883</c:v>
                </c:pt>
                <c:pt idx="33">
                  <c:v>45915</c:v>
                </c:pt>
                <c:pt idx="34">
                  <c:v>45947</c:v>
                </c:pt>
                <c:pt idx="35">
                  <c:v>45979</c:v>
                </c:pt>
              </c:numCache>
            </c:numRef>
          </c:cat>
          <c:val>
            <c:numRef>
              <c:f>'Total x-clearing'!$P$3:$P$408</c:f>
              <c:numCache>
                <c:formatCode>_(* #,##0_);_(* \(#,##0\);_(* "-"??_);_(@_)</c:formatCode>
                <c:ptCount val="406"/>
                <c:pt idx="0">
                  <c:v>301000774.85000002</c:v>
                </c:pt>
                <c:pt idx="1">
                  <c:v>301312322.16000003</c:v>
                </c:pt>
                <c:pt idx="2">
                  <c:v>279773854.63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36E2-4E02-8FB4-9CE2E453F4C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57357312"/>
        <c:axId val="257359232"/>
      </c:lineChart>
      <c:dateAx>
        <c:axId val="257357312"/>
        <c:scaling>
          <c:orientation val="minMax"/>
        </c:scaling>
        <c:delete val="0"/>
        <c:axPos val="b"/>
        <c:numFmt formatCode="[$-409]mmm\-yy;@" sourceLinked="1"/>
        <c:majorTickMark val="none"/>
        <c:minorTickMark val="none"/>
        <c:tickLblPos val="low"/>
        <c:crossAx val="257359232"/>
        <c:crosses val="autoZero"/>
        <c:auto val="1"/>
        <c:lblOffset val="100"/>
        <c:baseTimeUnit val="months"/>
      </c:dateAx>
      <c:valAx>
        <c:axId val="257359232"/>
        <c:scaling>
          <c:orientation val="minMax"/>
        </c:scaling>
        <c:delete val="0"/>
        <c:axPos val="l"/>
        <c:majorGridlines/>
        <c:numFmt formatCode="_(* #,##0_);_(* \(#,##0\);_(* &quot;-&quot;??_);_(@_)" sourceLinked="1"/>
        <c:majorTickMark val="none"/>
        <c:minorTickMark val="none"/>
        <c:tickLblPos val="nextTo"/>
        <c:spPr>
          <a:ln w="9525">
            <a:noFill/>
          </a:ln>
        </c:spPr>
        <c:crossAx val="257357312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  <c:externalData r:id="rId2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/>
            </a:pPr>
            <a:r>
              <a:rPr lang="en-US"/>
              <a:t>Total Counterparty Exposure - ex Trend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2"/>
          <c:order val="0"/>
          <c:tx>
            <c:strRef>
              <c:f>Total!$B$1</c:f>
              <c:strCache>
                <c:ptCount val="1"/>
                <c:pt idx="0">
                  <c:v> Barclays </c:v>
                </c:pt>
              </c:strCache>
            </c:strRef>
          </c:tx>
          <c:marker>
            <c:symbol val="none"/>
          </c:marker>
          <c:cat>
            <c:numRef>
              <c:f>Total!$A$3:$A$330</c:f>
              <c:numCache>
                <c:formatCode>[$-409]mmm\-yy;@</c:formatCode>
                <c:ptCount val="328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Total!$B$3:$B$49997</c:f>
              <c:numCache>
                <c:formatCode>_(* #,##0_);_(* \(#,##0\);_(* "-"??_);_(@_)</c:formatCode>
                <c:ptCount val="49995"/>
                <c:pt idx="0">
                  <c:v>911658475.58999991</c:v>
                </c:pt>
                <c:pt idx="1">
                  <c:v>874354398.67000008</c:v>
                </c:pt>
                <c:pt idx="2">
                  <c:v>853977507.7700001</c:v>
                </c:pt>
                <c:pt idx="3">
                  <c:v>585899583.46000004</c:v>
                </c:pt>
                <c:pt idx="4">
                  <c:v>585047166.26999998</c:v>
                </c:pt>
                <c:pt idx="5">
                  <c:v>294986850.49000001</c:v>
                </c:pt>
                <c:pt idx="6">
                  <c:v>592083131.27999997</c:v>
                </c:pt>
                <c:pt idx="7">
                  <c:v>605120138.57999992</c:v>
                </c:pt>
                <c:pt idx="8">
                  <c:v>551769524.23000002</c:v>
                </c:pt>
                <c:pt idx="9">
                  <c:v>559508678.36000001</c:v>
                </c:pt>
                <c:pt idx="10">
                  <c:v>262154247.11000001</c:v>
                </c:pt>
                <c:pt idx="11">
                  <c:v>276468841.66999996</c:v>
                </c:pt>
                <c:pt idx="12">
                  <c:v>286860634.36000001</c:v>
                </c:pt>
                <c:pt idx="13">
                  <c:v>177146337.48000002</c:v>
                </c:pt>
                <c:pt idx="14">
                  <c:v>175109048.09999999</c:v>
                </c:pt>
                <c:pt idx="15">
                  <c:v>169225189.28999999</c:v>
                </c:pt>
                <c:pt idx="16">
                  <c:v>156695397.88</c:v>
                </c:pt>
                <c:pt idx="17">
                  <c:v>158978087.94</c:v>
                </c:pt>
                <c:pt idx="18">
                  <c:v>160581448.30000001</c:v>
                </c:pt>
                <c:pt idx="19">
                  <c:v>164094756.56</c:v>
                </c:pt>
                <c:pt idx="20">
                  <c:v>166193920.90000001</c:v>
                </c:pt>
                <c:pt idx="21">
                  <c:v>324669460.94</c:v>
                </c:pt>
                <c:pt idx="22">
                  <c:v>319509033.48000002</c:v>
                </c:pt>
                <c:pt idx="23">
                  <c:v>165463374.72</c:v>
                </c:pt>
                <c:pt idx="24">
                  <c:v>162913932.16</c:v>
                </c:pt>
                <c:pt idx="25">
                  <c:v>163756870.06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604-4AA1-9D16-1711D3DBFDC0}"/>
            </c:ext>
          </c:extLst>
        </c:ser>
        <c:ser>
          <c:idx val="3"/>
          <c:order val="1"/>
          <c:tx>
            <c:strRef>
              <c:f>Total!$D$1</c:f>
              <c:strCache>
                <c:ptCount val="1"/>
                <c:pt idx="0">
                  <c:v> Deutsche Bank </c:v>
                </c:pt>
              </c:strCache>
            </c:strRef>
          </c:tx>
          <c:marker>
            <c:symbol val="none"/>
          </c:marker>
          <c:cat>
            <c:numRef>
              <c:f>Total!$A$3:$A$330</c:f>
              <c:numCache>
                <c:formatCode>[$-409]mmm\-yy;@</c:formatCode>
                <c:ptCount val="328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Total!$D$3:$D$49997</c:f>
              <c:numCache>
                <c:formatCode>_(* #,##0_);_(* \(#,##0\);_(* "-"??_);_(@_)</c:formatCode>
                <c:ptCount val="4999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604-4AA1-9D16-1711D3DBFDC0}"/>
            </c:ext>
          </c:extLst>
        </c:ser>
        <c:ser>
          <c:idx val="4"/>
          <c:order val="2"/>
          <c:tx>
            <c:strRef>
              <c:f>Total!$E$1</c:f>
              <c:strCache>
                <c:ptCount val="1"/>
                <c:pt idx="0">
                  <c:v> Goldman Sachs </c:v>
                </c:pt>
              </c:strCache>
            </c:strRef>
          </c:tx>
          <c:cat>
            <c:numRef>
              <c:f>Total!$A$3:$A$330</c:f>
              <c:numCache>
                <c:formatCode>[$-409]mmm\-yy;@</c:formatCode>
                <c:ptCount val="328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Total!$E$3:$E$49997</c:f>
              <c:numCache>
                <c:formatCode>_(* #,##0_);_(* \(#,##0\);_(* "-"??_);_(@_)</c:formatCode>
                <c:ptCount val="49995"/>
                <c:pt idx="0">
                  <c:v>72014749.420416668</c:v>
                </c:pt>
                <c:pt idx="1">
                  <c:v>67368015.530000001</c:v>
                </c:pt>
                <c:pt idx="2">
                  <c:v>204568395.8691</c:v>
                </c:pt>
                <c:pt idx="3">
                  <c:v>204147129.37450001</c:v>
                </c:pt>
                <c:pt idx="4">
                  <c:v>202613042.0794</c:v>
                </c:pt>
                <c:pt idx="5">
                  <c:v>191193140.8019</c:v>
                </c:pt>
                <c:pt idx="6">
                  <c:v>193972469.07259166</c:v>
                </c:pt>
                <c:pt idx="7">
                  <c:v>236217374.70100001</c:v>
                </c:pt>
                <c:pt idx="8">
                  <c:v>239335254.92550001</c:v>
                </c:pt>
                <c:pt idx="9">
                  <c:v>237673506.94550002</c:v>
                </c:pt>
                <c:pt idx="10">
                  <c:v>530196965.72909999</c:v>
                </c:pt>
                <c:pt idx="11">
                  <c:v>686740410.21160007</c:v>
                </c:pt>
                <c:pt idx="12">
                  <c:v>700667775.16299999</c:v>
                </c:pt>
                <c:pt idx="13">
                  <c:v>744612410.18889999</c:v>
                </c:pt>
                <c:pt idx="14">
                  <c:v>767936089.63489997</c:v>
                </c:pt>
                <c:pt idx="15">
                  <c:v>810820378.18980002</c:v>
                </c:pt>
                <c:pt idx="16">
                  <c:v>572212877.31599998</c:v>
                </c:pt>
                <c:pt idx="17">
                  <c:v>254178550.95750001</c:v>
                </c:pt>
                <c:pt idx="18">
                  <c:v>250723623.162</c:v>
                </c:pt>
                <c:pt idx="19">
                  <c:v>738184670.01749992</c:v>
                </c:pt>
                <c:pt idx="20">
                  <c:v>385306892.31400001</c:v>
                </c:pt>
                <c:pt idx="21">
                  <c:v>341438714.14179999</c:v>
                </c:pt>
                <c:pt idx="22">
                  <c:v>153218006.10079998</c:v>
                </c:pt>
                <c:pt idx="23">
                  <c:v>308449970.13440001</c:v>
                </c:pt>
                <c:pt idx="24">
                  <c:v>306188017.9928</c:v>
                </c:pt>
                <c:pt idx="25">
                  <c:v>317846142.6548</c:v>
                </c:pt>
                <c:pt idx="26">
                  <c:v>398031986.6925</c:v>
                </c:pt>
                <c:pt idx="27">
                  <c:v>812652947.79060006</c:v>
                </c:pt>
                <c:pt idx="28">
                  <c:v>812436456.79410005</c:v>
                </c:pt>
                <c:pt idx="29">
                  <c:v>1192038818.5538001</c:v>
                </c:pt>
                <c:pt idx="30">
                  <c:v>1230942677.8652</c:v>
                </c:pt>
                <c:pt idx="31">
                  <c:v>1244649495.0432</c:v>
                </c:pt>
                <c:pt idx="32">
                  <c:v>923164360.39880002</c:v>
                </c:pt>
                <c:pt idx="33">
                  <c:v>606629322.95299995</c:v>
                </c:pt>
                <c:pt idx="34">
                  <c:v>621655709.29900002</c:v>
                </c:pt>
                <c:pt idx="35">
                  <c:v>623429882.55999994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604-4AA1-9D16-1711D3DBFDC0}"/>
            </c:ext>
          </c:extLst>
        </c:ser>
        <c:ser>
          <c:idx val="5"/>
          <c:order val="3"/>
          <c:tx>
            <c:strRef>
              <c:f>Total!$F$1</c:f>
              <c:strCache>
                <c:ptCount val="1"/>
                <c:pt idx="0">
                  <c:v> BNP Paribas </c:v>
                </c:pt>
              </c:strCache>
            </c:strRef>
          </c:tx>
          <c:cat>
            <c:numRef>
              <c:f>Total!$A$3:$A$330</c:f>
              <c:numCache>
                <c:formatCode>[$-409]mmm\-yy;@</c:formatCode>
                <c:ptCount val="328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Total!$F$3:$F$49997</c:f>
              <c:numCache>
                <c:formatCode>_(* #,##0_);_(* \(#,##0\);_(* "-"??_);_(@_)</c:formatCode>
                <c:ptCount val="49995"/>
                <c:pt idx="0">
                  <c:v>52264103.789999999</c:v>
                </c:pt>
                <c:pt idx="1">
                  <c:v>56561317.310555555</c:v>
                </c:pt>
                <c:pt idx="2">
                  <c:v>53333315.850000001</c:v>
                </c:pt>
                <c:pt idx="3">
                  <c:v>52951454.399999999</c:v>
                </c:pt>
                <c:pt idx="4">
                  <c:v>45531157.68</c:v>
                </c:pt>
                <c:pt idx="5">
                  <c:v>11137254.942083374</c:v>
                </c:pt>
                <c:pt idx="6">
                  <c:v>-6205495.325000003</c:v>
                </c:pt>
                <c:pt idx="7">
                  <c:v>-2969943.5782499998</c:v>
                </c:pt>
                <c:pt idx="8">
                  <c:v>39956162.189999998</c:v>
                </c:pt>
                <c:pt idx="9">
                  <c:v>17182195.600000001</c:v>
                </c:pt>
                <c:pt idx="10">
                  <c:v>28817862.990000002</c:v>
                </c:pt>
                <c:pt idx="11">
                  <c:v>23247843.300000001</c:v>
                </c:pt>
                <c:pt idx="12">
                  <c:v>23559297.66</c:v>
                </c:pt>
                <c:pt idx="13">
                  <c:v>69439803.25</c:v>
                </c:pt>
                <c:pt idx="14">
                  <c:v>75145770.569999993</c:v>
                </c:pt>
                <c:pt idx="15">
                  <c:v>79920393.510000005</c:v>
                </c:pt>
                <c:pt idx="16">
                  <c:v>92572555.549999982</c:v>
                </c:pt>
                <c:pt idx="17">
                  <c:v>38728686.140000001</c:v>
                </c:pt>
                <c:pt idx="18">
                  <c:v>165587018.68799999</c:v>
                </c:pt>
                <c:pt idx="19">
                  <c:v>0</c:v>
                </c:pt>
                <c:pt idx="20">
                  <c:v>29757510.440000001</c:v>
                </c:pt>
                <c:pt idx="21">
                  <c:v>29796938.460000001</c:v>
                </c:pt>
                <c:pt idx="22">
                  <c:v>29862113.700000003</c:v>
                </c:pt>
                <c:pt idx="23">
                  <c:v>30006254.379999999</c:v>
                </c:pt>
                <c:pt idx="24">
                  <c:v>254065303.36000001</c:v>
                </c:pt>
                <c:pt idx="25">
                  <c:v>253783742.31999999</c:v>
                </c:pt>
                <c:pt idx="26">
                  <c:v>260274599.74000001</c:v>
                </c:pt>
                <c:pt idx="27">
                  <c:v>472980001.89999998</c:v>
                </c:pt>
                <c:pt idx="28">
                  <c:v>1038881882.9419999</c:v>
                </c:pt>
                <c:pt idx="29">
                  <c:v>1066490805.418</c:v>
                </c:pt>
                <c:pt idx="30">
                  <c:v>1353314051.0475998</c:v>
                </c:pt>
                <c:pt idx="31">
                  <c:v>1372675176.6072001</c:v>
                </c:pt>
                <c:pt idx="32">
                  <c:v>1774070506.8530002</c:v>
                </c:pt>
                <c:pt idx="33">
                  <c:v>2312628406.3112001</c:v>
                </c:pt>
                <c:pt idx="34">
                  <c:v>2331954256.2256002</c:v>
                </c:pt>
                <c:pt idx="35">
                  <c:v>2340676037.8313999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604-4AA1-9D16-1711D3DBFDC0}"/>
            </c:ext>
          </c:extLst>
        </c:ser>
        <c:ser>
          <c:idx val="0"/>
          <c:order val="4"/>
          <c:tx>
            <c:strRef>
              <c:f>Total!$P$1</c:f>
              <c:strCache>
                <c:ptCount val="1"/>
                <c:pt idx="0">
                  <c:v> Morgan Stanley </c:v>
                </c:pt>
              </c:strCache>
            </c:strRef>
          </c:tx>
          <c:cat>
            <c:numRef>
              <c:f>Total!$A$3:$A$330</c:f>
              <c:numCache>
                <c:formatCode>[$-409]mmm\-yy;@</c:formatCode>
                <c:ptCount val="328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Total!$P$3:$P$49997</c:f>
              <c:numCache>
                <c:formatCode>_(* #,##0_);_(* \(#,##0\);_(* "-"??_);_(@_)</c:formatCode>
                <c:ptCount val="49995"/>
                <c:pt idx="0">
                  <c:v>914231104.58577967</c:v>
                </c:pt>
                <c:pt idx="1">
                  <c:v>767035995.0899719</c:v>
                </c:pt>
                <c:pt idx="2">
                  <c:v>556503921.9801538</c:v>
                </c:pt>
                <c:pt idx="3">
                  <c:v>558754301.40775919</c:v>
                </c:pt>
                <c:pt idx="4">
                  <c:v>54373553.715755194</c:v>
                </c:pt>
                <c:pt idx="5">
                  <c:v>54602494.172454849</c:v>
                </c:pt>
                <c:pt idx="6">
                  <c:v>157009577.29896352</c:v>
                </c:pt>
                <c:pt idx="7">
                  <c:v>107931580.23467529</c:v>
                </c:pt>
                <c:pt idx="8">
                  <c:v>105921473.16</c:v>
                </c:pt>
                <c:pt idx="9">
                  <c:v>439214089.8300001</c:v>
                </c:pt>
                <c:pt idx="10">
                  <c:v>431191850.45999992</c:v>
                </c:pt>
                <c:pt idx="11">
                  <c:v>382608144.38999999</c:v>
                </c:pt>
                <c:pt idx="12">
                  <c:v>387761809.74000001</c:v>
                </c:pt>
                <c:pt idx="13">
                  <c:v>396083476.03000003</c:v>
                </c:pt>
                <c:pt idx="14">
                  <c:v>392980987.86000001</c:v>
                </c:pt>
                <c:pt idx="15">
                  <c:v>396124150.62</c:v>
                </c:pt>
                <c:pt idx="16">
                  <c:v>336167097.33999997</c:v>
                </c:pt>
                <c:pt idx="17">
                  <c:v>345931544.18000001</c:v>
                </c:pt>
                <c:pt idx="18">
                  <c:v>404655152.97000003</c:v>
                </c:pt>
                <c:pt idx="19">
                  <c:v>392391554.38999999</c:v>
                </c:pt>
                <c:pt idx="20">
                  <c:v>382612940.72999996</c:v>
                </c:pt>
                <c:pt idx="21">
                  <c:v>521983361.03000003</c:v>
                </c:pt>
                <c:pt idx="22">
                  <c:v>523008887.24000001</c:v>
                </c:pt>
                <c:pt idx="23">
                  <c:v>341821792.17000002</c:v>
                </c:pt>
                <c:pt idx="24">
                  <c:v>334291984.6699999</c:v>
                </c:pt>
                <c:pt idx="25">
                  <c:v>354441489.84999996</c:v>
                </c:pt>
                <c:pt idx="26">
                  <c:v>345954356.12</c:v>
                </c:pt>
                <c:pt idx="27">
                  <c:v>221817587.11050001</c:v>
                </c:pt>
                <c:pt idx="28">
                  <c:v>218522771.7845</c:v>
                </c:pt>
                <c:pt idx="29">
                  <c:v>264747573.70249999</c:v>
                </c:pt>
                <c:pt idx="30">
                  <c:v>329622958.70319998</c:v>
                </c:pt>
                <c:pt idx="31">
                  <c:v>305367533.81239998</c:v>
                </c:pt>
                <c:pt idx="32">
                  <c:v>309043902.79200006</c:v>
                </c:pt>
                <c:pt idx="33">
                  <c:v>379302081.95620006</c:v>
                </c:pt>
                <c:pt idx="34">
                  <c:v>342006545.59560001</c:v>
                </c:pt>
                <c:pt idx="35">
                  <c:v>336420109.60139996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604-4AA1-9D16-1711D3DBFDC0}"/>
            </c:ext>
          </c:extLst>
        </c:ser>
        <c:ser>
          <c:idx val="6"/>
          <c:order val="5"/>
          <c:tx>
            <c:strRef>
              <c:f>Total!$K$1</c:f>
              <c:strCache>
                <c:ptCount val="1"/>
                <c:pt idx="0">
                  <c:v> JP Morgan </c:v>
                </c:pt>
              </c:strCache>
            </c:strRef>
          </c:tx>
          <c:marker>
            <c:symbol val="circle"/>
            <c:size val="5"/>
          </c:marker>
          <c:cat>
            <c:numRef>
              <c:f>Total!$A$3:$A$330</c:f>
              <c:numCache>
                <c:formatCode>[$-409]mmm\-yy;@</c:formatCode>
                <c:ptCount val="328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Total!$K$3:$K$49997</c:f>
              <c:numCache>
                <c:formatCode>_(* #,##0_);_(* \(#,##0\);_(* "-"??_);_(@_)</c:formatCode>
                <c:ptCount val="49995"/>
                <c:pt idx="0">
                  <c:v>1330206027.1639349</c:v>
                </c:pt>
                <c:pt idx="1">
                  <c:v>1449563026.3851013</c:v>
                </c:pt>
                <c:pt idx="2">
                  <c:v>3008250234.4357185</c:v>
                </c:pt>
                <c:pt idx="3">
                  <c:v>2958296148.4759002</c:v>
                </c:pt>
                <c:pt idx="4">
                  <c:v>2861349336.9287658</c:v>
                </c:pt>
                <c:pt idx="5">
                  <c:v>3285641265.7823634</c:v>
                </c:pt>
                <c:pt idx="6">
                  <c:v>3360961080.0328069</c:v>
                </c:pt>
                <c:pt idx="7">
                  <c:v>3442696630.6586175</c:v>
                </c:pt>
                <c:pt idx="8">
                  <c:v>3354047682.2614999</c:v>
                </c:pt>
                <c:pt idx="9">
                  <c:v>3320754299.3414998</c:v>
                </c:pt>
                <c:pt idx="10">
                  <c:v>3099597241.4629002</c:v>
                </c:pt>
                <c:pt idx="11">
                  <c:v>3239537306.0200005</c:v>
                </c:pt>
                <c:pt idx="12">
                  <c:v>3413652058.1899996</c:v>
                </c:pt>
                <c:pt idx="13">
                  <c:v>3725477074.9449997</c:v>
                </c:pt>
                <c:pt idx="14">
                  <c:v>3336050718.775001</c:v>
                </c:pt>
                <c:pt idx="15">
                  <c:v>3632746398.8202004</c:v>
                </c:pt>
                <c:pt idx="16">
                  <c:v>3979750321.8161998</c:v>
                </c:pt>
                <c:pt idx="17">
                  <c:v>4366992066.5915003</c:v>
                </c:pt>
                <c:pt idx="18">
                  <c:v>4601804017.1439991</c:v>
                </c:pt>
                <c:pt idx="19">
                  <c:v>4419454918.8674994</c:v>
                </c:pt>
                <c:pt idx="20">
                  <c:v>4639107811.6471996</c:v>
                </c:pt>
                <c:pt idx="21">
                  <c:v>4220186797.2576003</c:v>
                </c:pt>
                <c:pt idx="22">
                  <c:v>3565114973.3655996</c:v>
                </c:pt>
                <c:pt idx="23">
                  <c:v>3541391864.3247995</c:v>
                </c:pt>
                <c:pt idx="24">
                  <c:v>3483027454.1106</c:v>
                </c:pt>
                <c:pt idx="25">
                  <c:v>2826959888.0553994</c:v>
                </c:pt>
                <c:pt idx="26">
                  <c:v>2843080882.8945003</c:v>
                </c:pt>
                <c:pt idx="27">
                  <c:v>2763999386.7597995</c:v>
                </c:pt>
                <c:pt idx="28">
                  <c:v>2395369361.9552994</c:v>
                </c:pt>
                <c:pt idx="29">
                  <c:v>2320072475.5433998</c:v>
                </c:pt>
                <c:pt idx="30">
                  <c:v>2386929476.5936999</c:v>
                </c:pt>
                <c:pt idx="31">
                  <c:v>2006398452.7551999</c:v>
                </c:pt>
                <c:pt idx="32">
                  <c:v>1785960730.6272001</c:v>
                </c:pt>
                <c:pt idx="33">
                  <c:v>2217345047.2083998</c:v>
                </c:pt>
                <c:pt idx="34">
                  <c:v>1876513717.4219</c:v>
                </c:pt>
                <c:pt idx="35">
                  <c:v>1648697237.1460001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604-4AA1-9D16-1711D3DBFDC0}"/>
            </c:ext>
          </c:extLst>
        </c:ser>
        <c:ser>
          <c:idx val="7"/>
          <c:order val="6"/>
          <c:tx>
            <c:strRef>
              <c:f>Total!$R$1</c:f>
              <c:strCache>
                <c:ptCount val="1"/>
                <c:pt idx="0">
                  <c:v> CME </c:v>
                </c:pt>
              </c:strCache>
            </c:strRef>
          </c:tx>
          <c:marker>
            <c:symbol val="triangle"/>
            <c:size val="5"/>
          </c:marker>
          <c:cat>
            <c:numRef>
              <c:f>Total!$A$3:$A$330</c:f>
              <c:numCache>
                <c:formatCode>[$-409]mmm\-yy;@</c:formatCode>
                <c:ptCount val="328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Total!$R$3:$R$49997</c:f>
              <c:numCache>
                <c:formatCode>_(* #,##0_);_(* \(#,##0\);_(* "-"??_);_(@_)</c:formatCode>
                <c:ptCount val="4999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-20234046.880000003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604-4AA1-9D16-1711D3DBFDC0}"/>
            </c:ext>
          </c:extLst>
        </c:ser>
        <c:ser>
          <c:idx val="8"/>
          <c:order val="7"/>
          <c:tx>
            <c:strRef>
              <c:f>Total!$S$1</c:f>
              <c:strCache>
                <c:ptCount val="1"/>
                <c:pt idx="0">
                  <c:v> ICE </c:v>
                </c:pt>
              </c:strCache>
            </c:strRef>
          </c:tx>
          <c:marker>
            <c:symbol val="triangle"/>
            <c:size val="5"/>
          </c:marker>
          <c:cat>
            <c:numRef>
              <c:f>Total!$A$3:$A$330</c:f>
              <c:numCache>
                <c:formatCode>[$-409]mmm\-yy;@</c:formatCode>
                <c:ptCount val="328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Total!$S$3:$S$49997</c:f>
              <c:numCache>
                <c:formatCode>_(* #,##0_);_(* \(#,##0\);_(* "-"??_);_(@_)</c:formatCode>
                <c:ptCount val="49995"/>
                <c:pt idx="0">
                  <c:v>120972677.62</c:v>
                </c:pt>
                <c:pt idx="1">
                  <c:v>124072301.93000001</c:v>
                </c:pt>
                <c:pt idx="2">
                  <c:v>122895918.64</c:v>
                </c:pt>
                <c:pt idx="3">
                  <c:v>110477632.98999999</c:v>
                </c:pt>
                <c:pt idx="4">
                  <c:v>110204552.06999999</c:v>
                </c:pt>
                <c:pt idx="5">
                  <c:v>96126228.939999998</c:v>
                </c:pt>
                <c:pt idx="6">
                  <c:v>96979820.870000005</c:v>
                </c:pt>
                <c:pt idx="7">
                  <c:v>98111727.939999998</c:v>
                </c:pt>
                <c:pt idx="8">
                  <c:v>86374813.700000003</c:v>
                </c:pt>
                <c:pt idx="9">
                  <c:v>84571956.290000007</c:v>
                </c:pt>
                <c:pt idx="10">
                  <c:v>65945308</c:v>
                </c:pt>
                <c:pt idx="11">
                  <c:v>69200614.560000002</c:v>
                </c:pt>
                <c:pt idx="12">
                  <c:v>62915650.240000002</c:v>
                </c:pt>
                <c:pt idx="13">
                  <c:v>63016005.840000004</c:v>
                </c:pt>
                <c:pt idx="14">
                  <c:v>63719946.289999999</c:v>
                </c:pt>
                <c:pt idx="15">
                  <c:v>23333479.530000001</c:v>
                </c:pt>
                <c:pt idx="16">
                  <c:v>23195881.07</c:v>
                </c:pt>
                <c:pt idx="17">
                  <c:v>23349736.75</c:v>
                </c:pt>
                <c:pt idx="18">
                  <c:v>23301171.609999999</c:v>
                </c:pt>
                <c:pt idx="19">
                  <c:v>23392892.82</c:v>
                </c:pt>
                <c:pt idx="20">
                  <c:v>23337403.120000001</c:v>
                </c:pt>
                <c:pt idx="21">
                  <c:v>23434582.859999999</c:v>
                </c:pt>
                <c:pt idx="22">
                  <c:v>23353742.219999999</c:v>
                </c:pt>
                <c:pt idx="23">
                  <c:v>23452129.640000001</c:v>
                </c:pt>
                <c:pt idx="24">
                  <c:v>23442410.34</c:v>
                </c:pt>
                <c:pt idx="25">
                  <c:v>25321165.34</c:v>
                </c:pt>
                <c:pt idx="26">
                  <c:v>25206032.620000001</c:v>
                </c:pt>
                <c:pt idx="27">
                  <c:v>24632172.359999999</c:v>
                </c:pt>
                <c:pt idx="28">
                  <c:v>24305533.620000001</c:v>
                </c:pt>
                <c:pt idx="29">
                  <c:v>24863585.379999999</c:v>
                </c:pt>
                <c:pt idx="30">
                  <c:v>25177881.780000001</c:v>
                </c:pt>
                <c:pt idx="31">
                  <c:v>25105326.620000001</c:v>
                </c:pt>
                <c:pt idx="32">
                  <c:v>25106942.600000001</c:v>
                </c:pt>
                <c:pt idx="33">
                  <c:v>65267022.833999999</c:v>
                </c:pt>
                <c:pt idx="34">
                  <c:v>64999807.704000004</c:v>
                </c:pt>
                <c:pt idx="35">
                  <c:v>65105239.523999996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604-4AA1-9D16-1711D3DBFDC0}"/>
            </c:ext>
          </c:extLst>
        </c:ser>
        <c:ser>
          <c:idx val="1"/>
          <c:order val="8"/>
          <c:tx>
            <c:strRef>
              <c:f>Total!$J$1</c:f>
              <c:strCache>
                <c:ptCount val="1"/>
                <c:pt idx="0">
                  <c:v> Bank of America </c:v>
                </c:pt>
              </c:strCache>
            </c:strRef>
          </c:tx>
          <c:marker>
            <c:symbol val="none"/>
          </c:marker>
          <c:cat>
            <c:numRef>
              <c:f>Total!$A$3:$A$330</c:f>
              <c:numCache>
                <c:formatCode>[$-409]mmm\-yy;@</c:formatCode>
                <c:ptCount val="328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Total!$J$3:$J$49997</c:f>
              <c:numCache>
                <c:formatCode>_(* #,##0_);_(* \(#,##0\);_(* "-"??_);_(@_)</c:formatCode>
                <c:ptCount val="49995"/>
                <c:pt idx="0">
                  <c:v>708356703.79999995</c:v>
                </c:pt>
                <c:pt idx="1">
                  <c:v>754963304.08000004</c:v>
                </c:pt>
                <c:pt idx="2">
                  <c:v>736940585.72000003</c:v>
                </c:pt>
                <c:pt idx="3">
                  <c:v>1059407996.4000001</c:v>
                </c:pt>
                <c:pt idx="4">
                  <c:v>1066849395.9400001</c:v>
                </c:pt>
                <c:pt idx="5">
                  <c:v>868053671.46000004</c:v>
                </c:pt>
                <c:pt idx="6">
                  <c:v>635277273.29999995</c:v>
                </c:pt>
                <c:pt idx="7">
                  <c:v>631782388.74000001</c:v>
                </c:pt>
                <c:pt idx="8">
                  <c:v>621349069.52999997</c:v>
                </c:pt>
                <c:pt idx="9">
                  <c:v>446321874.29999995</c:v>
                </c:pt>
                <c:pt idx="10">
                  <c:v>436051450.10000002</c:v>
                </c:pt>
                <c:pt idx="11">
                  <c:v>288861580.91000003</c:v>
                </c:pt>
                <c:pt idx="12">
                  <c:v>302471204.62</c:v>
                </c:pt>
                <c:pt idx="13">
                  <c:v>307182808.44</c:v>
                </c:pt>
                <c:pt idx="14">
                  <c:v>323665808.35000002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136997964.28799999</c:v>
                </c:pt>
                <c:pt idx="19">
                  <c:v>139312867.31999999</c:v>
                </c:pt>
                <c:pt idx="20">
                  <c:v>903661503.02199996</c:v>
                </c:pt>
                <c:pt idx="21">
                  <c:v>1541796079.707</c:v>
                </c:pt>
                <c:pt idx="22">
                  <c:v>1976281860.6299999</c:v>
                </c:pt>
                <c:pt idx="23">
                  <c:v>2422700138.3600006</c:v>
                </c:pt>
                <c:pt idx="24">
                  <c:v>2443010317.0380001</c:v>
                </c:pt>
                <c:pt idx="25">
                  <c:v>2492380509.9860001</c:v>
                </c:pt>
                <c:pt idx="26">
                  <c:v>2701004562.756</c:v>
                </c:pt>
                <c:pt idx="27">
                  <c:v>2447285257.0839996</c:v>
                </c:pt>
                <c:pt idx="28">
                  <c:v>1889470630.921</c:v>
                </c:pt>
                <c:pt idx="29">
                  <c:v>1513222850.118</c:v>
                </c:pt>
                <c:pt idx="30">
                  <c:v>1581524510.1389999</c:v>
                </c:pt>
                <c:pt idx="31">
                  <c:v>1543311033.4980001</c:v>
                </c:pt>
                <c:pt idx="32">
                  <c:v>1580223118.813</c:v>
                </c:pt>
                <c:pt idx="33">
                  <c:v>1634330536.8790002</c:v>
                </c:pt>
                <c:pt idx="34">
                  <c:v>1674313677.02</c:v>
                </c:pt>
                <c:pt idx="35">
                  <c:v>1999535796.3000002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8-1604-4AA1-9D16-1711D3DBFDC0}"/>
            </c:ext>
          </c:extLst>
        </c:ser>
        <c:ser>
          <c:idx val="9"/>
          <c:order val="9"/>
          <c:tx>
            <c:strRef>
              <c:f>Total!$T$1</c:f>
              <c:strCache>
                <c:ptCount val="1"/>
                <c:pt idx="0">
                  <c:v> ICE Euro </c:v>
                </c:pt>
              </c:strCache>
            </c:strRef>
          </c:tx>
          <c:marker>
            <c:symbol val="none"/>
          </c:marker>
          <c:cat>
            <c:numRef>
              <c:f>Total!$A$3:$A$330</c:f>
              <c:numCache>
                <c:formatCode>[$-409]mmm\-yy;@</c:formatCode>
                <c:ptCount val="328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Total!$T$3:$T$49997</c:f>
              <c:numCache>
                <c:formatCode>_(* #,##0_);_(* \(#,##0\);_(* "-"??_);_(@_)</c:formatCode>
                <c:ptCount val="4999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9-1604-4AA1-9D16-1711D3DBFDC0}"/>
            </c:ext>
          </c:extLst>
        </c:ser>
        <c:ser>
          <c:idx val="10"/>
          <c:order val="10"/>
          <c:tx>
            <c:strRef>
              <c:f>Total!$M$1</c:f>
              <c:strCache>
                <c:ptCount val="1"/>
                <c:pt idx="0">
                  <c:v> Scotia </c:v>
                </c:pt>
              </c:strCache>
            </c:strRef>
          </c:tx>
          <c:cat>
            <c:numRef>
              <c:f>Total!$A$3:$A$330</c:f>
              <c:numCache>
                <c:formatCode>[$-409]mmm\-yy;@</c:formatCode>
                <c:ptCount val="328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Total!$M$3:$M$49997</c:f>
              <c:numCache>
                <c:formatCode>_(* #,##0_);_(* \(#,##0\);_(* "-"??_);_(@_)</c:formatCode>
                <c:ptCount val="4999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495824379.16710001</c:v>
                </c:pt>
                <c:pt idx="5">
                  <c:v>497970847.87154973</c:v>
                </c:pt>
                <c:pt idx="6">
                  <c:v>468153602.10877502</c:v>
                </c:pt>
                <c:pt idx="7">
                  <c:v>469811364.86442065</c:v>
                </c:pt>
                <c:pt idx="8">
                  <c:v>474396435.69000006</c:v>
                </c:pt>
                <c:pt idx="9">
                  <c:v>225729495.46000001</c:v>
                </c:pt>
                <c:pt idx="10">
                  <c:v>221775081.28</c:v>
                </c:pt>
                <c:pt idx="11">
                  <c:v>224493761.38000003</c:v>
                </c:pt>
                <c:pt idx="12">
                  <c:v>225563075.77999997</c:v>
                </c:pt>
                <c:pt idx="13">
                  <c:v>226632390.19999999</c:v>
                </c:pt>
                <c:pt idx="14">
                  <c:v>227632716.56000003</c:v>
                </c:pt>
                <c:pt idx="15">
                  <c:v>229281975.89999998</c:v>
                </c:pt>
                <c:pt idx="16">
                  <c:v>230321567</c:v>
                </c:pt>
                <c:pt idx="17">
                  <c:v>231395811.15000001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A-1604-4AA1-9D16-1711D3DBFDC0}"/>
            </c:ext>
          </c:extLst>
        </c:ser>
        <c:ser>
          <c:idx val="11"/>
          <c:order val="11"/>
          <c:tx>
            <c:strRef>
              <c:f>Total!$O$1</c:f>
              <c:strCache>
                <c:ptCount val="1"/>
                <c:pt idx="0">
                  <c:v> Mizuho </c:v>
                </c:pt>
              </c:strCache>
            </c:strRef>
          </c:tx>
          <c:marker>
            <c:symbol val="none"/>
          </c:marker>
          <c:cat>
            <c:numRef>
              <c:f>Total!$A$3:$A$330</c:f>
              <c:numCache>
                <c:formatCode>[$-409]mmm\-yy;@</c:formatCode>
                <c:ptCount val="328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Total!$O$3:$O$49997</c:f>
              <c:numCache>
                <c:formatCode>_(* #,##0_);_(* \(#,##0\);_(* "-"??_);_(@_)</c:formatCode>
                <c:ptCount val="4999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B-1604-4AA1-9D16-1711D3DBFDC0}"/>
            </c:ext>
          </c:extLst>
        </c:ser>
        <c:ser>
          <c:idx val="12"/>
          <c:order val="12"/>
          <c:tx>
            <c:strRef>
              <c:f>Total!$N$1</c:f>
              <c:strCache>
                <c:ptCount val="1"/>
                <c:pt idx="0">
                  <c:v> Mitsubishi </c:v>
                </c:pt>
              </c:strCache>
            </c:strRef>
          </c:tx>
          <c:marker>
            <c:symbol val="none"/>
          </c:marker>
          <c:cat>
            <c:numRef>
              <c:f>Total!$A$3:$A$330</c:f>
              <c:numCache>
                <c:formatCode>[$-409]mmm\-yy;@</c:formatCode>
                <c:ptCount val="328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Total!$N$3:$N$49997</c:f>
              <c:numCache>
                <c:formatCode>_(* #,##0_);_(* \(#,##0\);_(* "-"??_);_(@_)</c:formatCode>
                <c:ptCount val="49995"/>
                <c:pt idx="0">
                  <c:v>1853109273.3845377</c:v>
                </c:pt>
                <c:pt idx="1">
                  <c:v>1846000044.0666895</c:v>
                </c:pt>
                <c:pt idx="2">
                  <c:v>516407208.53623319</c:v>
                </c:pt>
                <c:pt idx="3">
                  <c:v>210153251.33878464</c:v>
                </c:pt>
                <c:pt idx="4">
                  <c:v>206738875.25894159</c:v>
                </c:pt>
                <c:pt idx="5">
                  <c:v>152544493.90384892</c:v>
                </c:pt>
                <c:pt idx="6">
                  <c:v>153099537.6171822</c:v>
                </c:pt>
                <c:pt idx="7">
                  <c:v>139194502.23337489</c:v>
                </c:pt>
                <c:pt idx="8">
                  <c:v>131975378.10999998</c:v>
                </c:pt>
                <c:pt idx="9">
                  <c:v>178389180.97999996</c:v>
                </c:pt>
                <c:pt idx="10">
                  <c:v>172010895.90000001</c:v>
                </c:pt>
                <c:pt idx="11">
                  <c:v>172804074.73999995</c:v>
                </c:pt>
                <c:pt idx="12">
                  <c:v>173624018.63</c:v>
                </c:pt>
                <c:pt idx="13">
                  <c:v>157915263.34000003</c:v>
                </c:pt>
                <c:pt idx="14">
                  <c:v>158648585.06</c:v>
                </c:pt>
                <c:pt idx="15">
                  <c:v>159367149.43999994</c:v>
                </c:pt>
                <c:pt idx="16">
                  <c:v>147237689.84999999</c:v>
                </c:pt>
                <c:pt idx="17">
                  <c:v>145083158.47</c:v>
                </c:pt>
                <c:pt idx="18">
                  <c:v>145726226.89000002</c:v>
                </c:pt>
                <c:pt idx="19">
                  <c:v>148405275.5</c:v>
                </c:pt>
                <c:pt idx="20">
                  <c:v>137376962.81</c:v>
                </c:pt>
                <c:pt idx="21">
                  <c:v>127606264.71000001</c:v>
                </c:pt>
                <c:pt idx="22">
                  <c:v>127671789.13999999</c:v>
                </c:pt>
                <c:pt idx="23">
                  <c:v>79788263.400000006</c:v>
                </c:pt>
                <c:pt idx="24">
                  <c:v>78939436.179999992</c:v>
                </c:pt>
                <c:pt idx="25">
                  <c:v>78986275.549999997</c:v>
                </c:pt>
                <c:pt idx="26">
                  <c:v>4428243.0999999996</c:v>
                </c:pt>
                <c:pt idx="27">
                  <c:v>4445061.1100000003</c:v>
                </c:pt>
                <c:pt idx="28">
                  <c:v>4511988.29</c:v>
                </c:pt>
                <c:pt idx="29">
                  <c:v>4517043.88</c:v>
                </c:pt>
                <c:pt idx="30">
                  <c:v>4533830.26</c:v>
                </c:pt>
                <c:pt idx="31">
                  <c:v>4543214.24</c:v>
                </c:pt>
                <c:pt idx="32">
                  <c:v>4560654.1900000004</c:v>
                </c:pt>
                <c:pt idx="33">
                  <c:v>4577531.5599999996</c:v>
                </c:pt>
                <c:pt idx="34">
                  <c:v>4598664.54</c:v>
                </c:pt>
                <c:pt idx="35">
                  <c:v>4614050.99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C-1604-4AA1-9D16-1711D3DBFDC0}"/>
            </c:ext>
          </c:extLst>
        </c:ser>
        <c:ser>
          <c:idx val="13"/>
          <c:order val="13"/>
          <c:tx>
            <c:strRef>
              <c:f>Total!$U$1</c:f>
              <c:strCache>
                <c:ptCount val="1"/>
                <c:pt idx="0">
                  <c:v> EUREX </c:v>
                </c:pt>
              </c:strCache>
            </c:strRef>
          </c:tx>
          <c:marker>
            <c:symbol val="none"/>
          </c:marker>
          <c:cat>
            <c:numRef>
              <c:f>Total!$A$3:$A$330</c:f>
              <c:numCache>
                <c:formatCode>[$-409]mmm\-yy;@</c:formatCode>
                <c:ptCount val="328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Total!$U$3:$U$9997</c:f>
              <c:numCache>
                <c:formatCode>_(* #,##0_);_(* \(#,##0\);_(* "-"??_);_(@_)</c:formatCode>
                <c:ptCount val="999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D-1604-4AA1-9D16-1711D3DBFDC0}"/>
            </c:ext>
          </c:extLst>
        </c:ser>
        <c:ser>
          <c:idx val="14"/>
          <c:order val="14"/>
          <c:tx>
            <c:strRef>
              <c:f>Total!$V$1</c:f>
              <c:strCache>
                <c:ptCount val="1"/>
                <c:pt idx="0">
                  <c:v> LME </c:v>
                </c:pt>
              </c:strCache>
            </c:strRef>
          </c:tx>
          <c:marker>
            <c:symbol val="none"/>
          </c:marker>
          <c:cat>
            <c:numRef>
              <c:f>Total!$A$3:$A$330</c:f>
              <c:numCache>
                <c:formatCode>[$-409]mmm\-yy;@</c:formatCode>
                <c:ptCount val="328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Total!$V$3:$V$99997</c:f>
              <c:numCache>
                <c:formatCode>_(* #,##0_);_(* \(#,##0\);_(* "-"??_);_(@_)</c:formatCode>
                <c:ptCount val="9999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E-1604-4AA1-9D16-1711D3DBFDC0}"/>
            </c:ext>
          </c:extLst>
        </c:ser>
        <c:ser>
          <c:idx val="15"/>
          <c:order val="15"/>
          <c:tx>
            <c:strRef>
              <c:f>Total!$I$1</c:f>
              <c:strCache>
                <c:ptCount val="1"/>
                <c:pt idx="0">
                  <c:v> Soc Gen </c:v>
                </c:pt>
              </c:strCache>
            </c:strRef>
          </c:tx>
          <c:marker>
            <c:symbol val="none"/>
          </c:marker>
          <c:cat>
            <c:numRef>
              <c:f>Total!$A$3:$A$330</c:f>
              <c:numCache>
                <c:formatCode>[$-409]mmm\-yy;@</c:formatCode>
                <c:ptCount val="328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Total!$I$3:$I$9997</c:f>
              <c:numCache>
                <c:formatCode>_(* #,##0_);_(* \(#,##0\);_(* "-"??_);_(@_)</c:formatCode>
                <c:ptCount val="9995"/>
                <c:pt idx="0">
                  <c:v>447689399.52410001</c:v>
                </c:pt>
                <c:pt idx="1">
                  <c:v>443018510.58920002</c:v>
                </c:pt>
                <c:pt idx="2">
                  <c:v>232574992.63319999</c:v>
                </c:pt>
                <c:pt idx="3">
                  <c:v>253190072.16749999</c:v>
                </c:pt>
                <c:pt idx="4">
                  <c:v>252929501.40899998</c:v>
                </c:pt>
                <c:pt idx="5">
                  <c:v>242359783.5165</c:v>
                </c:pt>
                <c:pt idx="6">
                  <c:v>247035032.47799999</c:v>
                </c:pt>
                <c:pt idx="7">
                  <c:v>222047118.4325</c:v>
                </c:pt>
                <c:pt idx="8">
                  <c:v>207851855.99149999</c:v>
                </c:pt>
                <c:pt idx="9">
                  <c:v>152192506.86149999</c:v>
                </c:pt>
                <c:pt idx="10">
                  <c:v>146816045.19890001</c:v>
                </c:pt>
                <c:pt idx="11">
                  <c:v>155564881.62639999</c:v>
                </c:pt>
                <c:pt idx="12">
                  <c:v>164413192.67699999</c:v>
                </c:pt>
                <c:pt idx="13">
                  <c:v>161810670.67309999</c:v>
                </c:pt>
                <c:pt idx="14">
                  <c:v>158436037.37709999</c:v>
                </c:pt>
                <c:pt idx="15">
                  <c:v>146276168.77599999</c:v>
                </c:pt>
                <c:pt idx="16">
                  <c:v>139567464.956</c:v>
                </c:pt>
                <c:pt idx="17">
                  <c:v>143270782.535</c:v>
                </c:pt>
                <c:pt idx="18">
                  <c:v>144800202.602</c:v>
                </c:pt>
                <c:pt idx="19">
                  <c:v>148012168.55500001</c:v>
                </c:pt>
                <c:pt idx="20">
                  <c:v>125763046.76000001</c:v>
                </c:pt>
                <c:pt idx="21">
                  <c:v>242999898.72</c:v>
                </c:pt>
                <c:pt idx="22">
                  <c:v>234893905.06</c:v>
                </c:pt>
                <c:pt idx="23">
                  <c:v>237172778.74000001</c:v>
                </c:pt>
                <c:pt idx="24">
                  <c:v>231870399.41</c:v>
                </c:pt>
                <c:pt idx="25">
                  <c:v>233419633.71000001</c:v>
                </c:pt>
                <c:pt idx="26">
                  <c:v>239981390.59999999</c:v>
                </c:pt>
                <c:pt idx="27">
                  <c:v>240880946</c:v>
                </c:pt>
                <c:pt idx="28">
                  <c:v>243344728.28999999</c:v>
                </c:pt>
                <c:pt idx="29">
                  <c:v>240476146.06999999</c:v>
                </c:pt>
                <c:pt idx="30">
                  <c:v>244264273.81</c:v>
                </c:pt>
                <c:pt idx="31">
                  <c:v>242829982.69999999</c:v>
                </c:pt>
                <c:pt idx="32">
                  <c:v>261893207.47999999</c:v>
                </c:pt>
                <c:pt idx="33">
                  <c:v>263658493.75999999</c:v>
                </c:pt>
                <c:pt idx="34">
                  <c:v>265471490.47999999</c:v>
                </c:pt>
                <c:pt idx="35">
                  <c:v>268169780.91999999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1604-4AA1-9D16-1711D3DBFDC0}"/>
            </c:ext>
          </c:extLst>
        </c:ser>
        <c:ser>
          <c:idx val="16"/>
          <c:order val="16"/>
          <c:tx>
            <c:strRef>
              <c:f>Total!$C$1</c:f>
              <c:strCache>
                <c:ptCount val="1"/>
                <c:pt idx="0">
                  <c:v> Citibank </c:v>
                </c:pt>
              </c:strCache>
            </c:strRef>
          </c:tx>
          <c:marker>
            <c:symbol val="none"/>
          </c:marker>
          <c:cat>
            <c:numRef>
              <c:f>Total!$A$3:$A$330</c:f>
              <c:numCache>
                <c:formatCode>[$-409]mmm\-yy;@</c:formatCode>
                <c:ptCount val="328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Total!$C$3:$C$100</c:f>
              <c:numCache>
                <c:formatCode>_(* #,##0_);_(* \(#,##0\);_(* "-"??_);_(@_)</c:formatCode>
                <c:ptCount val="98"/>
                <c:pt idx="0">
                  <c:v>471581429.38050002</c:v>
                </c:pt>
                <c:pt idx="1">
                  <c:v>514747224.12580001</c:v>
                </c:pt>
                <c:pt idx="2">
                  <c:v>360992908.45740002</c:v>
                </c:pt>
                <c:pt idx="3">
                  <c:v>368096640.93040001</c:v>
                </c:pt>
                <c:pt idx="4">
                  <c:v>361658998.38999999</c:v>
                </c:pt>
                <c:pt idx="5">
                  <c:v>352122086.273</c:v>
                </c:pt>
                <c:pt idx="6">
                  <c:v>355399640.22900003</c:v>
                </c:pt>
                <c:pt idx="7">
                  <c:v>349778506.53499997</c:v>
                </c:pt>
                <c:pt idx="8">
                  <c:v>339323047.25400001</c:v>
                </c:pt>
                <c:pt idx="9">
                  <c:v>480130701.09099996</c:v>
                </c:pt>
                <c:pt idx="10">
                  <c:v>460565430.79949999</c:v>
                </c:pt>
                <c:pt idx="11">
                  <c:v>505292010.26250005</c:v>
                </c:pt>
                <c:pt idx="12">
                  <c:v>540809240.32150006</c:v>
                </c:pt>
                <c:pt idx="13">
                  <c:v>529717473.98000002</c:v>
                </c:pt>
                <c:pt idx="14">
                  <c:v>937151029.21200001</c:v>
                </c:pt>
                <c:pt idx="15">
                  <c:v>961038824.37600005</c:v>
                </c:pt>
                <c:pt idx="16">
                  <c:v>705863723.50600004</c:v>
                </c:pt>
                <c:pt idx="17">
                  <c:v>734570160.898</c:v>
                </c:pt>
                <c:pt idx="18">
                  <c:v>722636966.88199997</c:v>
                </c:pt>
                <c:pt idx="19">
                  <c:v>738385112.67400002</c:v>
                </c:pt>
                <c:pt idx="20">
                  <c:v>339504005.87199998</c:v>
                </c:pt>
                <c:pt idx="21">
                  <c:v>345966178.78399998</c:v>
                </c:pt>
                <c:pt idx="22">
                  <c:v>328875391.78600001</c:v>
                </c:pt>
                <c:pt idx="23">
                  <c:v>336310221.07800001</c:v>
                </c:pt>
                <c:pt idx="24">
                  <c:v>317822333.82999998</c:v>
                </c:pt>
                <c:pt idx="25">
                  <c:v>307761647.67400002</c:v>
                </c:pt>
                <c:pt idx="26">
                  <c:v>322678797.662</c:v>
                </c:pt>
                <c:pt idx="27">
                  <c:v>317480046.94800001</c:v>
                </c:pt>
                <c:pt idx="28">
                  <c:v>278595936.10000002</c:v>
                </c:pt>
                <c:pt idx="29">
                  <c:v>269800728.85000002</c:v>
                </c:pt>
                <c:pt idx="30">
                  <c:v>115683016.29099999</c:v>
                </c:pt>
                <c:pt idx="31">
                  <c:v>119372517.13</c:v>
                </c:pt>
                <c:pt idx="32">
                  <c:v>119335135.98999999</c:v>
                </c:pt>
                <c:pt idx="33">
                  <c:v>-8004015.1940000001</c:v>
                </c:pt>
                <c:pt idx="34">
                  <c:v>-8164297.9879999999</c:v>
                </c:pt>
                <c:pt idx="35">
                  <c:v>-8187360.2019999996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0-1604-4AA1-9D16-1711D3DBFDC0}"/>
            </c:ext>
          </c:extLst>
        </c:ser>
        <c:ser>
          <c:idx val="17"/>
          <c:order val="17"/>
          <c:tx>
            <c:strRef>
              <c:f>Total!$G$1</c:f>
              <c:strCache>
                <c:ptCount val="1"/>
                <c:pt idx="0">
                  <c:v> Nomura </c:v>
                </c:pt>
              </c:strCache>
            </c:strRef>
          </c:tx>
          <c:marker>
            <c:symbol val="none"/>
          </c:marker>
          <c:cat>
            <c:numRef>
              <c:f>Total!$A$3:$A$330</c:f>
              <c:numCache>
                <c:formatCode>[$-409]mmm\-yy;@</c:formatCode>
                <c:ptCount val="328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Total!$G$3:$G$100</c:f>
              <c:numCache>
                <c:formatCode>_(* #,##0_);_(* \(#,##0\);_(* "-"??_);_(@_)</c:formatCode>
                <c:ptCount val="98"/>
                <c:pt idx="0">
                  <c:v>11281628.53125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-19945363.790000003</c:v>
                </c:pt>
                <c:pt idx="13">
                  <c:v>28128604.18</c:v>
                </c:pt>
                <c:pt idx="14">
                  <c:v>38003247.799999997</c:v>
                </c:pt>
                <c:pt idx="15">
                  <c:v>38180063.549999997</c:v>
                </c:pt>
                <c:pt idx="16">
                  <c:v>38351175.57</c:v>
                </c:pt>
                <c:pt idx="17">
                  <c:v>164772472.30000001</c:v>
                </c:pt>
                <c:pt idx="18">
                  <c:v>165517370.23000002</c:v>
                </c:pt>
                <c:pt idx="19">
                  <c:v>195835358.45999998</c:v>
                </c:pt>
                <c:pt idx="20">
                  <c:v>295607434.51999998</c:v>
                </c:pt>
                <c:pt idx="21">
                  <c:v>298724249.91999996</c:v>
                </c:pt>
                <c:pt idx="22">
                  <c:v>310711880.85999995</c:v>
                </c:pt>
                <c:pt idx="23">
                  <c:v>402613252.40999997</c:v>
                </c:pt>
                <c:pt idx="24">
                  <c:v>382137275.49000001</c:v>
                </c:pt>
                <c:pt idx="25">
                  <c:v>379564417.58000004</c:v>
                </c:pt>
                <c:pt idx="26">
                  <c:v>358638998.00000006</c:v>
                </c:pt>
                <c:pt idx="27">
                  <c:v>360674303.43000007</c:v>
                </c:pt>
                <c:pt idx="28">
                  <c:v>238172167.03999999</c:v>
                </c:pt>
                <c:pt idx="29">
                  <c:v>211196062.14000002</c:v>
                </c:pt>
                <c:pt idx="30">
                  <c:v>200824588.47999996</c:v>
                </c:pt>
                <c:pt idx="31">
                  <c:v>193503621.1500001</c:v>
                </c:pt>
                <c:pt idx="32">
                  <c:v>437568280.60000002</c:v>
                </c:pt>
                <c:pt idx="33">
                  <c:v>309954250.75</c:v>
                </c:pt>
                <c:pt idx="34">
                  <c:v>256877644.47999999</c:v>
                </c:pt>
                <c:pt idx="35">
                  <c:v>181693248.40000001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1604-4AA1-9D16-1711D3DBFDC0}"/>
            </c:ext>
          </c:extLst>
        </c:ser>
        <c:ser>
          <c:idx val="18"/>
          <c:order val="18"/>
          <c:tx>
            <c:strRef>
              <c:f>Total!$L$1</c:f>
              <c:strCache>
                <c:ptCount val="1"/>
                <c:pt idx="0">
                  <c:v> Merrill Lynch International </c:v>
                </c:pt>
              </c:strCache>
            </c:strRef>
          </c:tx>
          <c:marker>
            <c:symbol val="none"/>
          </c:marker>
          <c:cat>
            <c:numRef>
              <c:f>Total!$A$3:$A$330</c:f>
              <c:numCache>
                <c:formatCode>[$-409]mmm\-yy;@</c:formatCode>
                <c:ptCount val="328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Total!$L$3:$L$100</c:f>
              <c:numCache>
                <c:formatCode>_(* #,##0_);_(* \(#,##0\);_(* "-"??_);_(@_)</c:formatCode>
                <c:ptCount val="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2-1604-4AA1-9D16-1711D3DBFDC0}"/>
            </c:ext>
          </c:extLst>
        </c:ser>
        <c:ser>
          <c:idx val="19"/>
          <c:order val="19"/>
          <c:tx>
            <c:strRef>
              <c:f>Total!$H$1</c:f>
              <c:strCache>
                <c:ptCount val="1"/>
                <c:pt idx="0">
                  <c:v> Credit Agricole </c:v>
                </c:pt>
              </c:strCache>
            </c:strRef>
          </c:tx>
          <c:marker>
            <c:symbol val="none"/>
          </c:marker>
          <c:cat>
            <c:numRef>
              <c:f>Total!$A$3:$A$330</c:f>
              <c:numCache>
                <c:formatCode>[$-409]mmm\-yy;@</c:formatCode>
                <c:ptCount val="328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Total!$H$3:$H$491</c:f>
              <c:numCache>
                <c:formatCode>_(* #,##0_);_(* \(#,##0\);_(* "-"??_);_(@_)</c:formatCode>
                <c:ptCount val="489"/>
                <c:pt idx="0">
                  <c:v>-11951980.852499999</c:v>
                </c:pt>
                <c:pt idx="1">
                  <c:v>-11973328.77</c:v>
                </c:pt>
                <c:pt idx="2">
                  <c:v>-11992610.76</c:v>
                </c:pt>
                <c:pt idx="3">
                  <c:v>535949286.66389227</c:v>
                </c:pt>
                <c:pt idx="4">
                  <c:v>546106989.83979845</c:v>
                </c:pt>
                <c:pt idx="5">
                  <c:v>548362076.88207686</c:v>
                </c:pt>
                <c:pt idx="6">
                  <c:v>522787923.94440496</c:v>
                </c:pt>
                <c:pt idx="7">
                  <c:v>524955363.06978601</c:v>
                </c:pt>
                <c:pt idx="8">
                  <c:v>532250140.12000006</c:v>
                </c:pt>
                <c:pt idx="9">
                  <c:v>535045361.2700001</c:v>
                </c:pt>
                <c:pt idx="10">
                  <c:v>537609472.05999994</c:v>
                </c:pt>
                <c:pt idx="11">
                  <c:v>537391381.31000006</c:v>
                </c:pt>
                <c:pt idx="12">
                  <c:v>539943026.23000002</c:v>
                </c:pt>
                <c:pt idx="13">
                  <c:v>166360491.75</c:v>
                </c:pt>
                <c:pt idx="14">
                  <c:v>140788100.56</c:v>
                </c:pt>
                <c:pt idx="15">
                  <c:v>141440545.90000001</c:v>
                </c:pt>
                <c:pt idx="16">
                  <c:v>142071944.60999998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-3450103.7799999984</c:v>
                </c:pt>
                <c:pt idx="28">
                  <c:v>22310952.91</c:v>
                </c:pt>
                <c:pt idx="29">
                  <c:v>22395044.18</c:v>
                </c:pt>
                <c:pt idx="30">
                  <c:v>22476422.82</c:v>
                </c:pt>
                <c:pt idx="31">
                  <c:v>18326325.030000001</c:v>
                </c:pt>
                <c:pt idx="32">
                  <c:v>39395322.549999997</c:v>
                </c:pt>
                <c:pt idx="33">
                  <c:v>39541322.189999998</c:v>
                </c:pt>
                <c:pt idx="34">
                  <c:v>54516880.039999992</c:v>
                </c:pt>
                <c:pt idx="35">
                  <c:v>54711186.400000006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3-1604-4AA1-9D16-1711D3DBFDC0}"/>
            </c:ext>
          </c:extLst>
        </c:ser>
        <c:ser>
          <c:idx val="20"/>
          <c:order val="20"/>
          <c:tx>
            <c:strRef>
              <c:f>Total!$Q$1</c:f>
              <c:strCache>
                <c:ptCount val="1"/>
                <c:pt idx="0">
                  <c:v> TD </c:v>
                </c:pt>
              </c:strCache>
            </c:strRef>
          </c:tx>
          <c:marker>
            <c:symbol val="none"/>
          </c:marker>
          <c:cat>
            <c:numRef>
              <c:f>Total!$A$3:$A$330</c:f>
              <c:numCache>
                <c:formatCode>[$-409]mmm\-yy;@</c:formatCode>
                <c:ptCount val="328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Total!$Q$3:$Q$358</c:f>
              <c:numCache>
                <c:formatCode>_(* #,##0_);_(* \(#,##0\);_(* "-"??_);_(@_)</c:formatCode>
                <c:ptCount val="356"/>
                <c:pt idx="0">
                  <c:v>301000774.85088223</c:v>
                </c:pt>
                <c:pt idx="1">
                  <c:v>301312322.15748</c:v>
                </c:pt>
                <c:pt idx="2">
                  <c:v>279773854.62605345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4-1604-4AA1-9D16-1711D3DBFDC0}"/>
            </c:ext>
          </c:extLst>
        </c:ser>
        <c:ser>
          <c:idx val="21"/>
          <c:order val="21"/>
          <c:tx>
            <c:strRef>
              <c:f>Total!$W$1</c:f>
              <c:strCache>
                <c:ptCount val="1"/>
                <c:pt idx="0">
                  <c:v> Canadian </c:v>
                </c:pt>
              </c:strCache>
            </c:strRef>
          </c:tx>
          <c:marker>
            <c:symbol val="none"/>
          </c:marker>
          <c:cat>
            <c:numRef>
              <c:f>Total!$A$3:$A$330</c:f>
              <c:numCache>
                <c:formatCode>[$-409]mmm\-yy;@</c:formatCode>
                <c:ptCount val="328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Total!$W$3:$W$304</c:f>
              <c:numCache>
                <c:formatCode>_(* #,##0_);_(* \(#,##0\);_(* "-"??_);_(@_)</c:formatCode>
                <c:ptCount val="30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5-1604-4AA1-9D16-1711D3DBFD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86446464"/>
        <c:axId val="86448000"/>
      </c:lineChart>
      <c:dateAx>
        <c:axId val="86446464"/>
        <c:scaling>
          <c:orientation val="minMax"/>
        </c:scaling>
        <c:delete val="0"/>
        <c:axPos val="b"/>
        <c:numFmt formatCode="[$-409]mmm\-yy;@" sourceLinked="1"/>
        <c:majorTickMark val="none"/>
        <c:minorTickMark val="none"/>
        <c:tickLblPos val="low"/>
        <c:crossAx val="86448000"/>
        <c:crosses val="autoZero"/>
        <c:auto val="1"/>
        <c:lblOffset val="100"/>
        <c:baseTimeUnit val="months"/>
      </c:dateAx>
      <c:valAx>
        <c:axId val="86448000"/>
        <c:scaling>
          <c:orientation val="minMax"/>
        </c:scaling>
        <c:delete val="0"/>
        <c:axPos val="l"/>
        <c:majorGridlines/>
        <c:numFmt formatCode="_(* #,##0_);_(* \(#,##0\);_(* &quot;-&quot;??_);_(@_)" sourceLinked="1"/>
        <c:majorTickMark val="none"/>
        <c:minorTickMark val="none"/>
        <c:tickLblPos val="nextTo"/>
        <c:spPr>
          <a:ln w="9525">
            <a:noFill/>
          </a:ln>
        </c:spPr>
        <c:crossAx val="86446464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  <c:externalData r:id="rId2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/>
            </a:pPr>
            <a:r>
              <a:rPr lang="en-US"/>
              <a:t>Asset</a:t>
            </a:r>
            <a:r>
              <a:rPr lang="en-US" baseline="0"/>
              <a:t> Class </a:t>
            </a:r>
            <a:r>
              <a:rPr lang="en-US"/>
              <a:t>Exposure - ex Trend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1"/>
          <c:order val="0"/>
          <c:tx>
            <c:strRef>
              <c:f>Class!$B$1</c:f>
              <c:strCache>
                <c:ptCount val="1"/>
                <c:pt idx="0">
                  <c:v>TIPS</c:v>
                </c:pt>
              </c:strCache>
            </c:strRef>
          </c:tx>
          <c:marker>
            <c:symbol val="none"/>
          </c:marker>
          <c:cat>
            <c:numRef>
              <c:f>Class!$A$3:$A$50000</c:f>
              <c:numCache>
                <c:formatCode>[$-409]mmm\-yy;@</c:formatCode>
                <c:ptCount val="49998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Class!$B$3:$B$50000</c:f>
              <c:numCache>
                <c:formatCode>0.0%</c:formatCode>
                <c:ptCount val="49998"/>
                <c:pt idx="0">
                  <c:v>0.27511853325310481</c:v>
                </c:pt>
                <c:pt idx="1">
                  <c:v>0.26911112606975535</c:v>
                </c:pt>
                <c:pt idx="2">
                  <c:v>0.28059491369152201</c:v>
                </c:pt>
                <c:pt idx="3">
                  <c:v>0.27476246979431146</c:v>
                </c:pt>
                <c:pt idx="4">
                  <c:v>0.27212362012321689</c:v>
                </c:pt>
                <c:pt idx="5">
                  <c:v>0.28180508078708488</c:v>
                </c:pt>
                <c:pt idx="6">
                  <c:v>0.27431849393673685</c:v>
                </c:pt>
                <c:pt idx="7">
                  <c:v>0.27585018052122628</c:v>
                </c:pt>
                <c:pt idx="8">
                  <c:v>0.28399687369807508</c:v>
                </c:pt>
                <c:pt idx="9">
                  <c:v>0.28225136178720672</c:v>
                </c:pt>
                <c:pt idx="10">
                  <c:v>0.28624032077270428</c:v>
                </c:pt>
                <c:pt idx="11">
                  <c:v>0.26874630207405509</c:v>
                </c:pt>
                <c:pt idx="12">
                  <c:v>0.27452715791393417</c:v>
                </c:pt>
                <c:pt idx="13">
                  <c:v>0.28519790123953048</c:v>
                </c:pt>
                <c:pt idx="14">
                  <c:v>0.28021843166295468</c:v>
                </c:pt>
                <c:pt idx="15">
                  <c:v>0.28193473351398585</c:v>
                </c:pt>
                <c:pt idx="16">
                  <c:v>0.29167468373952443</c:v>
                </c:pt>
                <c:pt idx="17">
                  <c:v>0.28329620166446695</c:v>
                </c:pt>
                <c:pt idx="18">
                  <c:v>0.27802922227300236</c:v>
                </c:pt>
                <c:pt idx="19">
                  <c:v>0.27243331997032438</c:v>
                </c:pt>
                <c:pt idx="20">
                  <c:v>0.26361587814569248</c:v>
                </c:pt>
                <c:pt idx="21">
                  <c:v>0.25033744523792617</c:v>
                </c:pt>
                <c:pt idx="22">
                  <c:v>0.2350692034387285</c:v>
                </c:pt>
                <c:pt idx="23">
                  <c:v>0.22541360598495802</c:v>
                </c:pt>
                <c:pt idx="24">
                  <c:v>0.22051423082974553</c:v>
                </c:pt>
                <c:pt idx="25">
                  <c:v>0.19190411400485125</c:v>
                </c:pt>
                <c:pt idx="26">
                  <c:v>0.19088893206121454</c:v>
                </c:pt>
                <c:pt idx="27">
                  <c:v>0.1883103807031872</c:v>
                </c:pt>
                <c:pt idx="28">
                  <c:v>0.15799780329278706</c:v>
                </c:pt>
                <c:pt idx="29">
                  <c:v>0.15168011083444957</c:v>
                </c:pt>
                <c:pt idx="30">
                  <c:v>0.15168011083444957</c:v>
                </c:pt>
                <c:pt idx="31">
                  <c:v>0.11855348244003767</c:v>
                </c:pt>
                <c:pt idx="32">
                  <c:v>0.11852382731140294</c:v>
                </c:pt>
                <c:pt idx="33">
                  <c:v>0.11238303779751699</c:v>
                </c:pt>
                <c:pt idx="34">
                  <c:v>8.1828243933419975E-2</c:v>
                </c:pt>
                <c:pt idx="35">
                  <c:v>8.0885048772924614E-2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254-4D96-986E-59C971B31CAA}"/>
            </c:ext>
          </c:extLst>
        </c:ser>
        <c:ser>
          <c:idx val="2"/>
          <c:order val="1"/>
          <c:tx>
            <c:strRef>
              <c:f>Class!$C$1</c:f>
              <c:strCache>
                <c:ptCount val="1"/>
                <c:pt idx="0">
                  <c:v>Treasury</c:v>
                </c:pt>
              </c:strCache>
            </c:strRef>
          </c:tx>
          <c:marker>
            <c:symbol val="none"/>
          </c:marker>
          <c:cat>
            <c:numRef>
              <c:f>Class!$A$3:$A$50000</c:f>
              <c:numCache>
                <c:formatCode>[$-409]mmm\-yy;@</c:formatCode>
                <c:ptCount val="49998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Class!$C$3:$C$50000</c:f>
              <c:numCache>
                <c:formatCode>0.0%</c:formatCode>
                <c:ptCount val="49998"/>
                <c:pt idx="0">
                  <c:v>0.35786559047993943</c:v>
                </c:pt>
                <c:pt idx="1">
                  <c:v>0.35788049320667786</c:v>
                </c:pt>
                <c:pt idx="2">
                  <c:v>0.34985240263048478</c:v>
                </c:pt>
                <c:pt idx="3">
                  <c:v>0.34600021068344849</c:v>
                </c:pt>
                <c:pt idx="4">
                  <c:v>0.34363602901218643</c:v>
                </c:pt>
                <c:pt idx="5">
                  <c:v>0.34866616166552822</c:v>
                </c:pt>
                <c:pt idx="6">
                  <c:v>0.34653777076873671</c:v>
                </c:pt>
                <c:pt idx="7">
                  <c:v>0.33737202418408374</c:v>
                </c:pt>
                <c:pt idx="8">
                  <c:v>0.34345619323534948</c:v>
                </c:pt>
                <c:pt idx="9">
                  <c:v>0.3522744268594083</c:v>
                </c:pt>
                <c:pt idx="10">
                  <c:v>0.35175725514225098</c:v>
                </c:pt>
                <c:pt idx="11">
                  <c:v>0.35593802455076018</c:v>
                </c:pt>
                <c:pt idx="12">
                  <c:v>0.3493723715983344</c:v>
                </c:pt>
                <c:pt idx="13">
                  <c:v>0.34849636270888629</c:v>
                </c:pt>
                <c:pt idx="14">
                  <c:v>0.34966307078056019</c:v>
                </c:pt>
                <c:pt idx="15">
                  <c:v>0.35557644697951002</c:v>
                </c:pt>
                <c:pt idx="16">
                  <c:v>0.35756383270913505</c:v>
                </c:pt>
                <c:pt idx="17">
                  <c:v>0.35385261845927862</c:v>
                </c:pt>
                <c:pt idx="18">
                  <c:v>0.34736438729683516</c:v>
                </c:pt>
                <c:pt idx="19">
                  <c:v>0.34165306948837249</c:v>
                </c:pt>
                <c:pt idx="20">
                  <c:v>0.33261990705365035</c:v>
                </c:pt>
                <c:pt idx="21">
                  <c:v>0.32472664557631731</c:v>
                </c:pt>
                <c:pt idx="22">
                  <c:v>0.32145287823284546</c:v>
                </c:pt>
                <c:pt idx="23">
                  <c:v>0.31568781775717991</c:v>
                </c:pt>
                <c:pt idx="24">
                  <c:v>0.33700942931295524</c:v>
                </c:pt>
                <c:pt idx="25">
                  <c:v>0.31154768980860759</c:v>
                </c:pt>
                <c:pt idx="26">
                  <c:v>0.31517659812251064</c:v>
                </c:pt>
                <c:pt idx="27">
                  <c:v>0.31320827833172388</c:v>
                </c:pt>
                <c:pt idx="28">
                  <c:v>0.30813091739692133</c:v>
                </c:pt>
                <c:pt idx="29">
                  <c:v>0.30570930985296552</c:v>
                </c:pt>
                <c:pt idx="30">
                  <c:v>0.30570930985296552</c:v>
                </c:pt>
                <c:pt idx="31">
                  <c:v>0.30199907511213919</c:v>
                </c:pt>
                <c:pt idx="32">
                  <c:v>0.3032567976422102</c:v>
                </c:pt>
                <c:pt idx="33">
                  <c:v>0.29950956234490905</c:v>
                </c:pt>
                <c:pt idx="34">
                  <c:v>0.2926088179162023</c:v>
                </c:pt>
                <c:pt idx="35">
                  <c:v>0.29416350332059676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254-4D96-986E-59C971B31CAA}"/>
            </c:ext>
          </c:extLst>
        </c:ser>
        <c:ser>
          <c:idx val="3"/>
          <c:order val="2"/>
          <c:tx>
            <c:strRef>
              <c:f>Class!$D$1</c:f>
              <c:strCache>
                <c:ptCount val="1"/>
                <c:pt idx="0">
                  <c:v>Equity</c:v>
                </c:pt>
              </c:strCache>
            </c:strRef>
          </c:tx>
          <c:marker>
            <c:symbol val="none"/>
          </c:marker>
          <c:cat>
            <c:numRef>
              <c:f>Class!$A$3:$A$50000</c:f>
              <c:numCache>
                <c:formatCode>[$-409]mmm\-yy;@</c:formatCode>
                <c:ptCount val="49998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Class!$D$3:$D$50000</c:f>
              <c:numCache>
                <c:formatCode>0.0%</c:formatCode>
                <c:ptCount val="49998"/>
                <c:pt idx="0">
                  <c:v>0.30724818616885285</c:v>
                </c:pt>
                <c:pt idx="1">
                  <c:v>0.3135716773852309</c:v>
                </c:pt>
                <c:pt idx="2">
                  <c:v>0.30850462240632864</c:v>
                </c:pt>
                <c:pt idx="3">
                  <c:v>0.31599091576406679</c:v>
                </c:pt>
                <c:pt idx="4">
                  <c:v>0.32046979167208201</c:v>
                </c:pt>
                <c:pt idx="5">
                  <c:v>0.30758121763485896</c:v>
                </c:pt>
                <c:pt idx="6">
                  <c:v>0.31641968736932186</c:v>
                </c:pt>
                <c:pt idx="7">
                  <c:v>0.3205994641741815</c:v>
                </c:pt>
                <c:pt idx="8">
                  <c:v>0.30699498858252366</c:v>
                </c:pt>
                <c:pt idx="9">
                  <c:v>0.300300996575322</c:v>
                </c:pt>
                <c:pt idx="10">
                  <c:v>0.29844609064496808</c:v>
                </c:pt>
                <c:pt idx="11">
                  <c:v>0.30900477603290105</c:v>
                </c:pt>
                <c:pt idx="12">
                  <c:v>0.31046937758299292</c:v>
                </c:pt>
                <c:pt idx="13">
                  <c:v>0.29993765677692569</c:v>
                </c:pt>
                <c:pt idx="14">
                  <c:v>0.30512838959633287</c:v>
                </c:pt>
                <c:pt idx="15">
                  <c:v>0.29527443026660899</c:v>
                </c:pt>
                <c:pt idx="16">
                  <c:v>0.28593643273788572</c:v>
                </c:pt>
                <c:pt idx="17">
                  <c:v>0.2973197987626951</c:v>
                </c:pt>
                <c:pt idx="18">
                  <c:v>0.3098416568994336</c:v>
                </c:pt>
                <c:pt idx="19">
                  <c:v>0.32538176800716556</c:v>
                </c:pt>
                <c:pt idx="20">
                  <c:v>0.34164472114555028</c:v>
                </c:pt>
                <c:pt idx="21">
                  <c:v>0.37170084774331041</c:v>
                </c:pt>
                <c:pt idx="22">
                  <c:v>0.38829715168145723</c:v>
                </c:pt>
                <c:pt idx="23">
                  <c:v>0.40557686848066782</c:v>
                </c:pt>
                <c:pt idx="24">
                  <c:v>0.39857953336683621</c:v>
                </c:pt>
                <c:pt idx="25">
                  <c:v>0.44948646840642642</c:v>
                </c:pt>
                <c:pt idx="26">
                  <c:v>0.44865111032121291</c:v>
                </c:pt>
                <c:pt idx="27">
                  <c:v>0.45999511565060891</c:v>
                </c:pt>
                <c:pt idx="28">
                  <c:v>0.49458151300954034</c:v>
                </c:pt>
                <c:pt idx="29">
                  <c:v>0.50346037579702607</c:v>
                </c:pt>
                <c:pt idx="30">
                  <c:v>0.50346037579702607</c:v>
                </c:pt>
                <c:pt idx="31">
                  <c:v>0.54649220893704153</c:v>
                </c:pt>
                <c:pt idx="32">
                  <c:v>0.54424206315508228</c:v>
                </c:pt>
                <c:pt idx="33">
                  <c:v>0.56376418077251211</c:v>
                </c:pt>
                <c:pt idx="34">
                  <c:v>0.59937574229332768</c:v>
                </c:pt>
                <c:pt idx="35">
                  <c:v>0.5980339678522697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254-4D96-986E-59C971B31CAA}"/>
            </c:ext>
          </c:extLst>
        </c:ser>
        <c:ser>
          <c:idx val="4"/>
          <c:order val="3"/>
          <c:tx>
            <c:strRef>
              <c:f>Class!$E$1</c:f>
              <c:strCache>
                <c:ptCount val="1"/>
                <c:pt idx="0">
                  <c:v>Commodity</c:v>
                </c:pt>
              </c:strCache>
            </c:strRef>
          </c:tx>
          <c:marker>
            <c:symbol val="none"/>
          </c:marker>
          <c:cat>
            <c:numRef>
              <c:f>Class!$A$3:$A$50000</c:f>
              <c:numCache>
                <c:formatCode>[$-409]mmm\-yy;@</c:formatCode>
                <c:ptCount val="49998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Class!$E$3:$E$50000</c:f>
              <c:numCache>
                <c:formatCode>0.0%</c:formatCode>
                <c:ptCount val="49998"/>
                <c:pt idx="0">
                  <c:v>5.976769009810276E-2</c:v>
                </c:pt>
                <c:pt idx="1">
                  <c:v>5.9436703338335881E-2</c:v>
                </c:pt>
                <c:pt idx="2">
                  <c:v>6.1048061271664525E-2</c:v>
                </c:pt>
                <c:pt idx="3">
                  <c:v>6.3246403758173586E-2</c:v>
                </c:pt>
                <c:pt idx="4">
                  <c:v>6.3770559192514883E-2</c:v>
                </c:pt>
                <c:pt idx="5">
                  <c:v>6.1947539912528007E-2</c:v>
                </c:pt>
                <c:pt idx="6">
                  <c:v>6.2724047925204793E-2</c:v>
                </c:pt>
                <c:pt idx="7">
                  <c:v>6.6178331120508499E-2</c:v>
                </c:pt>
                <c:pt idx="8">
                  <c:v>6.5551944484052091E-2</c:v>
                </c:pt>
                <c:pt idx="9">
                  <c:v>6.5173214778063066E-2</c:v>
                </c:pt>
                <c:pt idx="10">
                  <c:v>6.3556333440076676E-2</c:v>
                </c:pt>
                <c:pt idx="11">
                  <c:v>6.6310897342283459E-2</c:v>
                </c:pt>
                <c:pt idx="12">
                  <c:v>6.5631092904738411E-2</c:v>
                </c:pt>
                <c:pt idx="13">
                  <c:v>6.6368079274657668E-2</c:v>
                </c:pt>
                <c:pt idx="14">
                  <c:v>6.499010796015213E-2</c:v>
                </c:pt>
                <c:pt idx="15">
                  <c:v>6.7214389239895186E-2</c:v>
                </c:pt>
                <c:pt idx="16">
                  <c:v>6.4825050813454771E-2</c:v>
                </c:pt>
                <c:pt idx="17">
                  <c:v>6.5531381113559439E-2</c:v>
                </c:pt>
                <c:pt idx="18">
                  <c:v>6.4764733530728799E-2</c:v>
                </c:pt>
                <c:pt idx="19">
                  <c:v>6.0531842534137438E-2</c:v>
                </c:pt>
                <c:pt idx="20">
                  <c:v>6.2119493655106779E-2</c:v>
                </c:pt>
                <c:pt idx="21">
                  <c:v>5.3235061442446177E-2</c:v>
                </c:pt>
                <c:pt idx="22">
                  <c:v>5.5180766646968596E-2</c:v>
                </c:pt>
                <c:pt idx="23">
                  <c:v>5.3321707777194166E-2</c:v>
                </c:pt>
                <c:pt idx="24">
                  <c:v>4.3896806490463056E-2</c:v>
                </c:pt>
                <c:pt idx="25">
                  <c:v>4.7061727780114596E-2</c:v>
                </c:pt>
                <c:pt idx="26">
                  <c:v>4.5283359495061716E-2</c:v>
                </c:pt>
                <c:pt idx="27">
                  <c:v>3.848622531448008E-2</c:v>
                </c:pt>
                <c:pt idx="28">
                  <c:v>3.9289766300751393E-2</c:v>
                </c:pt>
                <c:pt idx="29">
                  <c:v>3.9150203515558812E-2</c:v>
                </c:pt>
                <c:pt idx="30">
                  <c:v>3.9150203515558812E-2</c:v>
                </c:pt>
                <c:pt idx="31">
                  <c:v>3.2955233510781806E-2</c:v>
                </c:pt>
                <c:pt idx="32">
                  <c:v>3.3977311891304512E-2</c:v>
                </c:pt>
                <c:pt idx="33">
                  <c:v>2.4343219085061818E-2</c:v>
                </c:pt>
                <c:pt idx="34">
                  <c:v>2.6187195857049997E-2</c:v>
                </c:pt>
                <c:pt idx="35">
                  <c:v>2.6917480054209082E-2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6254-4D96-986E-59C971B31CAA}"/>
            </c:ext>
          </c:extLst>
        </c:ser>
        <c:ser>
          <c:idx val="5"/>
          <c:order val="4"/>
          <c:tx>
            <c:strRef>
              <c:f>Class!$F$1</c:f>
              <c:strCache>
                <c:ptCount val="1"/>
                <c:pt idx="0">
                  <c:v>Currency</c:v>
                </c:pt>
              </c:strCache>
            </c:strRef>
          </c:tx>
          <c:marker>
            <c:symbol val="none"/>
          </c:marker>
          <c:cat>
            <c:numRef>
              <c:f>Class!$A$3:$A$50000</c:f>
              <c:numCache>
                <c:formatCode>[$-409]mmm\-yy;@</c:formatCode>
                <c:ptCount val="49998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Class!$F$3:$F$50000</c:f>
              <c:numCache>
                <c:formatCode>0.0%</c:formatCode>
                <c:ptCount val="4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6254-4D96-986E-59C971B31CA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90593152"/>
        <c:axId val="90594688"/>
      </c:lineChart>
      <c:dateAx>
        <c:axId val="90593152"/>
        <c:scaling>
          <c:orientation val="minMax"/>
        </c:scaling>
        <c:delete val="0"/>
        <c:axPos val="b"/>
        <c:numFmt formatCode="[$-409]mmm\-yy;@" sourceLinked="1"/>
        <c:majorTickMark val="none"/>
        <c:minorTickMark val="none"/>
        <c:tickLblPos val="low"/>
        <c:crossAx val="90594688"/>
        <c:crosses val="autoZero"/>
        <c:auto val="1"/>
        <c:lblOffset val="100"/>
        <c:baseTimeUnit val="months"/>
      </c:dateAx>
      <c:valAx>
        <c:axId val="90594688"/>
        <c:scaling>
          <c:orientation val="minMax"/>
        </c:scaling>
        <c:delete val="0"/>
        <c:axPos val="l"/>
        <c:majorGridlines/>
        <c:numFmt formatCode="0.0%" sourceLinked="1"/>
        <c:majorTickMark val="none"/>
        <c:minorTickMark val="none"/>
        <c:tickLblPos val="nextTo"/>
        <c:spPr>
          <a:ln w="9525">
            <a:noFill/>
          </a:ln>
        </c:spPr>
        <c:crossAx val="90593152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  <c:externalData r:id="rId2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/>
            </a:pPr>
            <a:r>
              <a:rPr lang="en-US" dirty="0"/>
              <a:t>TIPS Counterparty Exposure - ex Trend</a:t>
            </a:r>
          </a:p>
        </c:rich>
      </c:tx>
      <c:layout>
        <c:manualLayout>
          <c:xMode val="edge"/>
          <c:yMode val="edge"/>
          <c:x val="0.2952128266575374"/>
          <c:y val="0"/>
        </c:manualLayout>
      </c:layout>
      <c:overlay val="0"/>
    </c:title>
    <c:autoTitleDeleted val="0"/>
    <c:plotArea>
      <c:layout>
        <c:manualLayout>
          <c:layoutTarget val="inner"/>
          <c:xMode val="edge"/>
          <c:yMode val="edge"/>
          <c:x val="0.10291739084462832"/>
          <c:y val="8.4090102886385784E-2"/>
          <c:w val="0.88724469647716064"/>
          <c:h val="0.74552670554862899"/>
        </c:manualLayout>
      </c:layout>
      <c:lineChart>
        <c:grouping val="standard"/>
        <c:varyColors val="0"/>
        <c:ser>
          <c:idx val="1"/>
          <c:order val="0"/>
          <c:tx>
            <c:strRef>
              <c:f>TIPS!$B$1</c:f>
              <c:strCache>
                <c:ptCount val="1"/>
                <c:pt idx="0">
                  <c:v> Barclays </c:v>
                </c:pt>
              </c:strCache>
            </c:strRef>
          </c:tx>
          <c:marker>
            <c:symbol val="none"/>
          </c:marker>
          <c:cat>
            <c:numRef>
              <c:f>TIPS!$A$3:$A$489</c:f>
              <c:numCache>
                <c:formatCode>[$-409]mmm\-yy;@</c:formatCode>
                <c:ptCount val="487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TIPS!$B$3:$B$50000</c:f>
              <c:numCache>
                <c:formatCode>_(* #,##0_);_(* \(#,##0\);_(* "-"??_);_(@_)</c:formatCode>
                <c:ptCount val="4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EF1-4698-8754-71C6BDF339B1}"/>
            </c:ext>
          </c:extLst>
        </c:ser>
        <c:ser>
          <c:idx val="2"/>
          <c:order val="1"/>
          <c:tx>
            <c:strRef>
              <c:f>TIPS!$F$1</c:f>
              <c:strCache>
                <c:ptCount val="1"/>
                <c:pt idx="0">
                  <c:v> Deutsche Bank </c:v>
                </c:pt>
              </c:strCache>
            </c:strRef>
          </c:tx>
          <c:marker>
            <c:symbol val="none"/>
          </c:marker>
          <c:cat>
            <c:numRef>
              <c:f>TIPS!$A$3:$A$489</c:f>
              <c:numCache>
                <c:formatCode>[$-409]mmm\-yy;@</c:formatCode>
                <c:ptCount val="487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TIPS!$F$3:$F$50000</c:f>
              <c:numCache>
                <c:formatCode>_(* #,##0_);_(* \(#,##0\);_(* "-"??_);_(@_)</c:formatCode>
                <c:ptCount val="4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EF1-4698-8754-71C6BDF339B1}"/>
            </c:ext>
          </c:extLst>
        </c:ser>
        <c:ser>
          <c:idx val="3"/>
          <c:order val="2"/>
          <c:tx>
            <c:strRef>
              <c:f>TIPS!$C$1</c:f>
              <c:strCache>
                <c:ptCount val="1"/>
                <c:pt idx="0">
                  <c:v> Goldman Sachs </c:v>
                </c:pt>
              </c:strCache>
            </c:strRef>
          </c:tx>
          <c:marker>
            <c:symbol val="none"/>
          </c:marker>
          <c:cat>
            <c:numRef>
              <c:f>TIPS!$A$3:$A$489</c:f>
              <c:numCache>
                <c:formatCode>[$-409]mmm\-yy;@</c:formatCode>
                <c:ptCount val="487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TIPS!$C$3:$C$50000</c:f>
              <c:numCache>
                <c:formatCode>_(* #,##0_);_(* \(#,##0\);_(* "-"??_);_(@_)</c:formatCode>
                <c:ptCount val="49998"/>
                <c:pt idx="0">
                  <c:v>0</c:v>
                </c:pt>
                <c:pt idx="1">
                  <c:v>-5886775.8300000001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-4943569.1302083302</c:v>
                </c:pt>
                <c:pt idx="7">
                  <c:v>-4965824.0625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EF1-4698-8754-71C6BDF339B1}"/>
            </c:ext>
          </c:extLst>
        </c:ser>
        <c:ser>
          <c:idx val="4"/>
          <c:order val="3"/>
          <c:tx>
            <c:strRef>
              <c:f>TIPS!$D$1</c:f>
              <c:strCache>
                <c:ptCount val="1"/>
                <c:pt idx="0">
                  <c:v> BNP Paribas </c:v>
                </c:pt>
              </c:strCache>
            </c:strRef>
          </c:tx>
          <c:cat>
            <c:numRef>
              <c:f>TIPS!$A$3:$A$489</c:f>
              <c:numCache>
                <c:formatCode>[$-409]mmm\-yy;@</c:formatCode>
                <c:ptCount val="487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TIPS!$D$3:$D$50000</c:f>
              <c:numCache>
                <c:formatCode>_(* #,##0_);_(* \(#,##0\);_(* "-"??_);_(@_)</c:formatCode>
                <c:ptCount val="4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41762749.07</c:v>
                </c:pt>
                <c:pt idx="14">
                  <c:v>41385197.130000003</c:v>
                </c:pt>
                <c:pt idx="15">
                  <c:v>41578212.490000002</c:v>
                </c:pt>
                <c:pt idx="16">
                  <c:v>41765001.549999997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27615217.93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EF1-4698-8754-71C6BDF339B1}"/>
            </c:ext>
          </c:extLst>
        </c:ser>
        <c:ser>
          <c:idx val="5"/>
          <c:order val="4"/>
          <c:tx>
            <c:strRef>
              <c:f>TIPS!$I$1</c:f>
              <c:strCache>
                <c:ptCount val="1"/>
                <c:pt idx="0">
                  <c:v> Morgan Stanley </c:v>
                </c:pt>
              </c:strCache>
            </c:strRef>
          </c:tx>
          <c:marker>
            <c:symbol val="none"/>
          </c:marker>
          <c:cat>
            <c:numRef>
              <c:f>TIPS!$A$3:$A$489</c:f>
              <c:numCache>
                <c:formatCode>[$-409]mmm\-yy;@</c:formatCode>
                <c:ptCount val="487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TIPS!$I$3:$I$50000</c:f>
              <c:numCache>
                <c:formatCode>_(* #,##0_);_(* \(#,##0\);_(* "-"??_);_(@_)</c:formatCode>
                <c:ptCount val="49998"/>
                <c:pt idx="0">
                  <c:v>183614641.79636315</c:v>
                </c:pt>
                <c:pt idx="1">
                  <c:v>236901396.67054161</c:v>
                </c:pt>
                <c:pt idx="2">
                  <c:v>237766980.50929993</c:v>
                </c:pt>
                <c:pt idx="3">
                  <c:v>238725305.47363952</c:v>
                </c:pt>
                <c:pt idx="4">
                  <c:v>0</c:v>
                </c:pt>
                <c:pt idx="5">
                  <c:v>0</c:v>
                </c:pt>
                <c:pt idx="6">
                  <c:v>29995030.185312498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34195485</c:v>
                </c:pt>
                <c:pt idx="30">
                  <c:v>34030023.609999999</c:v>
                </c:pt>
                <c:pt idx="31">
                  <c:v>34160362.560000002</c:v>
                </c:pt>
                <c:pt idx="32">
                  <c:v>34647078.43</c:v>
                </c:pt>
                <c:pt idx="33">
                  <c:v>35028459.219999999</c:v>
                </c:pt>
                <c:pt idx="34">
                  <c:v>35157150.07</c:v>
                </c:pt>
                <c:pt idx="35">
                  <c:v>34804330.450000003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FEF1-4698-8754-71C6BDF339B1}"/>
            </c:ext>
          </c:extLst>
        </c:ser>
        <c:ser>
          <c:idx val="0"/>
          <c:order val="5"/>
          <c:tx>
            <c:strRef>
              <c:f>TIPS!$H$1</c:f>
              <c:strCache>
                <c:ptCount val="1"/>
                <c:pt idx="0">
                  <c:v> Scotia </c:v>
                </c:pt>
              </c:strCache>
            </c:strRef>
          </c:tx>
          <c:marker>
            <c:symbol val="none"/>
          </c:marker>
          <c:cat>
            <c:numRef>
              <c:f>TIPS!$A$3:$A$489</c:f>
              <c:numCache>
                <c:formatCode>[$-409]mmm\-yy;@</c:formatCode>
                <c:ptCount val="487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TIPS!$H$3:$H$50000</c:f>
              <c:numCache>
                <c:formatCode>_(* #,##0_);_(* \(#,##0\);_(* "-"??_);_(@_)</c:formatCode>
                <c:ptCount val="4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230114279.08884999</c:v>
                </c:pt>
                <c:pt idx="5">
                  <c:v>231110464.67242494</c:v>
                </c:pt>
                <c:pt idx="6">
                  <c:v>220761109.76440001</c:v>
                </c:pt>
                <c:pt idx="7">
                  <c:v>221271595.07973331</c:v>
                </c:pt>
                <c:pt idx="8">
                  <c:v>224709388.48000002</c:v>
                </c:pt>
                <c:pt idx="9">
                  <c:v>225729495.46000001</c:v>
                </c:pt>
                <c:pt idx="10">
                  <c:v>221775081.28</c:v>
                </c:pt>
                <c:pt idx="11">
                  <c:v>224493761.38000003</c:v>
                </c:pt>
                <c:pt idx="12">
                  <c:v>225563075.77999997</c:v>
                </c:pt>
                <c:pt idx="13">
                  <c:v>226632390.19999999</c:v>
                </c:pt>
                <c:pt idx="14">
                  <c:v>227632716.56000003</c:v>
                </c:pt>
                <c:pt idx="15">
                  <c:v>229281975.89999998</c:v>
                </c:pt>
                <c:pt idx="16">
                  <c:v>230321567</c:v>
                </c:pt>
                <c:pt idx="17">
                  <c:v>231395811.15000001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FEF1-4698-8754-71C6BDF339B1}"/>
            </c:ext>
          </c:extLst>
        </c:ser>
        <c:ser>
          <c:idx val="6"/>
          <c:order val="6"/>
          <c:tx>
            <c:strRef>
              <c:f>TIPS!$N$1</c:f>
              <c:strCache>
                <c:ptCount val="1"/>
                <c:pt idx="0">
                  <c:v> Mizuho </c:v>
                </c:pt>
              </c:strCache>
            </c:strRef>
          </c:tx>
          <c:marker>
            <c:symbol val="none"/>
          </c:marker>
          <c:cat>
            <c:numRef>
              <c:f>TIPS!$A$3:$A$489</c:f>
              <c:numCache>
                <c:formatCode>[$-409]mmm\-yy;@</c:formatCode>
                <c:ptCount val="487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TIPS!$N$3:$N$50000</c:f>
              <c:numCache>
                <c:formatCode>_(* #,##0_);_(* \(#,##0\);_(* "-"??_);_(@_)</c:formatCode>
                <c:ptCount val="4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FEF1-4698-8754-71C6BDF339B1}"/>
            </c:ext>
          </c:extLst>
        </c:ser>
        <c:ser>
          <c:idx val="7"/>
          <c:order val="7"/>
          <c:tx>
            <c:strRef>
              <c:f>TIPS!$J$1</c:f>
              <c:strCache>
                <c:ptCount val="1"/>
                <c:pt idx="0">
                  <c:v> Mitsubishi </c:v>
                </c:pt>
              </c:strCache>
            </c:strRef>
          </c:tx>
          <c:marker>
            <c:symbol val="none"/>
          </c:marker>
          <c:cat>
            <c:numRef>
              <c:f>TIPS!$A$3:$A$489</c:f>
              <c:numCache>
                <c:formatCode>[$-409]mmm\-yy;@</c:formatCode>
                <c:ptCount val="487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TIPS!$J$3:$J$50000</c:f>
              <c:numCache>
                <c:formatCode>_(* #,##0_);_(* \(#,##0\);_(* "-"??_);_(@_)</c:formatCode>
                <c:ptCount val="49998"/>
                <c:pt idx="0">
                  <c:v>837944485.69205821</c:v>
                </c:pt>
                <c:pt idx="1">
                  <c:v>828612541.35869348</c:v>
                </c:pt>
                <c:pt idx="2">
                  <c:v>203880471.91326106</c:v>
                </c:pt>
                <c:pt idx="3">
                  <c:v>61513623.632465258</c:v>
                </c:pt>
                <c:pt idx="4">
                  <c:v>61894514.9375875</c:v>
                </c:pt>
                <c:pt idx="5">
                  <c:v>19463421.354999982</c:v>
                </c:pt>
                <c:pt idx="6">
                  <c:v>19444791.63505207</c:v>
                </c:pt>
                <c:pt idx="7">
                  <c:v>19461591.023416661</c:v>
                </c:pt>
                <c:pt idx="8">
                  <c:v>11689506.309999999</c:v>
                </c:pt>
                <c:pt idx="9">
                  <c:v>11738051.859999999</c:v>
                </c:pt>
                <c:pt idx="10">
                  <c:v>11182044.1</c:v>
                </c:pt>
                <c:pt idx="11">
                  <c:v>11233510.560000001</c:v>
                </c:pt>
                <c:pt idx="12">
                  <c:v>11287018.310000001</c:v>
                </c:pt>
                <c:pt idx="13">
                  <c:v>11340526.050000001</c:v>
                </c:pt>
                <c:pt idx="14">
                  <c:v>11390581.68</c:v>
                </c:pt>
                <c:pt idx="15">
                  <c:v>11460302.859999999</c:v>
                </c:pt>
                <c:pt idx="16">
                  <c:v>11512265.199999999</c:v>
                </c:pt>
                <c:pt idx="17">
                  <c:v>11565959.630000001</c:v>
                </c:pt>
                <c:pt idx="18">
                  <c:v>11606796.41</c:v>
                </c:pt>
                <c:pt idx="19">
                  <c:v>11661177.189999999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FEF1-4698-8754-71C6BDF339B1}"/>
            </c:ext>
          </c:extLst>
        </c:ser>
        <c:ser>
          <c:idx val="8"/>
          <c:order val="8"/>
          <c:tx>
            <c:strRef>
              <c:f>TIPS!$M$1</c:f>
              <c:strCache>
                <c:ptCount val="1"/>
                <c:pt idx="0">
                  <c:v> Soc Gen </c:v>
                </c:pt>
              </c:strCache>
            </c:strRef>
          </c:tx>
          <c:marker>
            <c:symbol val="none"/>
          </c:marker>
          <c:cat>
            <c:numRef>
              <c:f>TIPS!$A$3:$A$489</c:f>
              <c:numCache>
                <c:formatCode>[$-409]mmm\-yy;@</c:formatCode>
                <c:ptCount val="487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TIPS!$M$3:$M$10000</c:f>
              <c:numCache>
                <c:formatCode>_(* #,##0_);_(* \(#,##0\);_(* "-"??_);_(@_)</c:formatCode>
                <c:ptCount val="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8-FEF1-4698-8754-71C6BDF339B1}"/>
            </c:ext>
          </c:extLst>
        </c:ser>
        <c:ser>
          <c:idx val="9"/>
          <c:order val="9"/>
          <c:tx>
            <c:strRef>
              <c:f>TIPS!$E$1</c:f>
              <c:strCache>
                <c:ptCount val="1"/>
                <c:pt idx="0">
                  <c:v> Nomura </c:v>
                </c:pt>
              </c:strCache>
            </c:strRef>
          </c:tx>
          <c:spPr>
            <a:ln>
              <a:solidFill>
                <a:srgbClr val="00B0F0"/>
              </a:solidFill>
            </a:ln>
          </c:spPr>
          <c:marker>
            <c:symbol val="none"/>
          </c:marker>
          <c:cat>
            <c:numRef>
              <c:f>TIPS!$A$3:$A$489</c:f>
              <c:numCache>
                <c:formatCode>[$-409]mmm\-yy;@</c:formatCode>
                <c:ptCount val="487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TIPS!$E$3:$E$100</c:f>
              <c:numCache>
                <c:formatCode>_(* #,##0_);_(* \(#,##0\);_(* "-"??_);_(@_)</c:formatCode>
                <c:ptCount val="98"/>
                <c:pt idx="0">
                  <c:v>11281628.53125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97772000.050000012</c:v>
                </c:pt>
                <c:pt idx="21">
                  <c:v>98208250.090000004</c:v>
                </c:pt>
                <c:pt idx="22">
                  <c:v>105160634.63</c:v>
                </c:pt>
                <c:pt idx="23">
                  <c:v>142571200.06</c:v>
                </c:pt>
                <c:pt idx="24">
                  <c:v>108529576.92999999</c:v>
                </c:pt>
                <c:pt idx="25">
                  <c:v>117361367.11</c:v>
                </c:pt>
                <c:pt idx="26">
                  <c:v>126438752.27</c:v>
                </c:pt>
                <c:pt idx="27">
                  <c:v>126919443.28999999</c:v>
                </c:pt>
                <c:pt idx="28">
                  <c:v>10613721.769999994</c:v>
                </c:pt>
                <c:pt idx="29">
                  <c:v>10661735.199999996</c:v>
                </c:pt>
                <c:pt idx="30">
                  <c:v>10779395.350000009</c:v>
                </c:pt>
                <c:pt idx="31">
                  <c:v>-2320430.8900000006</c:v>
                </c:pt>
                <c:pt idx="32">
                  <c:v>256358340.88000003</c:v>
                </c:pt>
                <c:pt idx="33">
                  <c:v>246414961.07000002</c:v>
                </c:pt>
                <c:pt idx="34">
                  <c:v>206904718.22999999</c:v>
                </c:pt>
                <c:pt idx="35">
                  <c:v>131371801.76000001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9-FEF1-4698-8754-71C6BDF339B1}"/>
            </c:ext>
          </c:extLst>
        </c:ser>
        <c:ser>
          <c:idx val="10"/>
          <c:order val="10"/>
          <c:tx>
            <c:strRef>
              <c:f>TIPS!$K$1</c:f>
              <c:strCache>
                <c:ptCount val="1"/>
                <c:pt idx="0">
                  <c:v> TD </c:v>
                </c:pt>
              </c:strCache>
            </c:strRef>
          </c:tx>
          <c:marker>
            <c:symbol val="none"/>
          </c:marker>
          <c:cat>
            <c:numRef>
              <c:f>TIPS!$A$3:$A$489</c:f>
              <c:numCache>
                <c:formatCode>[$-409]mmm\-yy;@</c:formatCode>
                <c:ptCount val="487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TIPS!$K$3:$K$210</c:f>
              <c:numCache>
                <c:formatCode>_(* #,##0_);_(* \(#,##0\);_(* "-"??_);_(@_)</c:formatCode>
                <c:ptCount val="208"/>
                <c:pt idx="0">
                  <c:v>252120854.37476012</c:v>
                </c:pt>
                <c:pt idx="1">
                  <c:v>252372885.26581478</c:v>
                </c:pt>
                <c:pt idx="2">
                  <c:v>230780660.97196218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A-FEF1-4698-8754-71C6BDF339B1}"/>
            </c:ext>
          </c:extLst>
        </c:ser>
        <c:ser>
          <c:idx val="11"/>
          <c:order val="11"/>
          <c:tx>
            <c:strRef>
              <c:f>TIPS!$G$1</c:f>
              <c:strCache>
                <c:ptCount val="1"/>
                <c:pt idx="0">
                  <c:v> JP Morgan </c:v>
                </c:pt>
              </c:strCache>
            </c:strRef>
          </c:tx>
          <c:marker>
            <c:symbol val="none"/>
          </c:marker>
          <c:cat>
            <c:numRef>
              <c:f>TIPS!$A$3:$A$489</c:f>
              <c:numCache>
                <c:formatCode>[$-409]mmm\-yy;@</c:formatCode>
                <c:ptCount val="487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TIPS!$G$3:$G$554</c:f>
              <c:numCache>
                <c:formatCode>_(* #,##0_);_(* \(#,##0\);_(* "-"??_);_(@_)</c:formatCode>
                <c:ptCount val="552"/>
                <c:pt idx="0">
                  <c:v>703005676.26505876</c:v>
                </c:pt>
                <c:pt idx="1">
                  <c:v>634081169.22208834</c:v>
                </c:pt>
                <c:pt idx="2">
                  <c:v>1279661210.6704204</c:v>
                </c:pt>
                <c:pt idx="3">
                  <c:v>1211808473.8059909</c:v>
                </c:pt>
                <c:pt idx="4">
                  <c:v>1166979880.933573</c:v>
                </c:pt>
                <c:pt idx="5">
                  <c:v>1217827776.5425198</c:v>
                </c:pt>
                <c:pt idx="6">
                  <c:v>1229743246.630985</c:v>
                </c:pt>
                <c:pt idx="7">
                  <c:v>1281364492.9062304</c:v>
                </c:pt>
                <c:pt idx="8">
                  <c:v>1293403477.8399997</c:v>
                </c:pt>
                <c:pt idx="9">
                  <c:v>1283525158.9200001</c:v>
                </c:pt>
                <c:pt idx="10">
                  <c:v>1231640419.6199996</c:v>
                </c:pt>
                <c:pt idx="11">
                  <c:v>1163597011.4400001</c:v>
                </c:pt>
                <c:pt idx="12">
                  <c:v>1264590437.9799998</c:v>
                </c:pt>
                <c:pt idx="13">
                  <c:v>1620172122.8799999</c:v>
                </c:pt>
                <c:pt idx="14">
                  <c:v>1623750870.4600008</c:v>
                </c:pt>
                <c:pt idx="15">
                  <c:v>1631383326.3000004</c:v>
                </c:pt>
                <c:pt idx="16">
                  <c:v>1630956035.1799998</c:v>
                </c:pt>
                <c:pt idx="17">
                  <c:v>1628847357.3700001</c:v>
                </c:pt>
                <c:pt idx="18">
                  <c:v>1913003553.089999</c:v>
                </c:pt>
                <c:pt idx="19">
                  <c:v>1924650355.7599995</c:v>
                </c:pt>
                <c:pt idx="20">
                  <c:v>1860427224.7699997</c:v>
                </c:pt>
                <c:pt idx="21">
                  <c:v>1909148220.7800004</c:v>
                </c:pt>
                <c:pt idx="22">
                  <c:v>1679602664.7299998</c:v>
                </c:pt>
                <c:pt idx="23">
                  <c:v>1635755066.7399998</c:v>
                </c:pt>
                <c:pt idx="24">
                  <c:v>1659489326.3599997</c:v>
                </c:pt>
                <c:pt idx="25">
                  <c:v>1309296377.4300001</c:v>
                </c:pt>
                <c:pt idx="26">
                  <c:v>1305090769.5599999</c:v>
                </c:pt>
                <c:pt idx="27">
                  <c:v>1316177877.5099998</c:v>
                </c:pt>
                <c:pt idx="28">
                  <c:v>1118389342.7199998</c:v>
                </c:pt>
                <c:pt idx="29">
                  <c:v>1036594839.61</c:v>
                </c:pt>
                <c:pt idx="30">
                  <c:v>1064531038.7599999</c:v>
                </c:pt>
                <c:pt idx="31">
                  <c:v>807054311.90999997</c:v>
                </c:pt>
                <c:pt idx="32">
                  <c:v>522180160.84000009</c:v>
                </c:pt>
                <c:pt idx="33">
                  <c:v>578186149.79999995</c:v>
                </c:pt>
                <c:pt idx="34">
                  <c:v>350398510.82000011</c:v>
                </c:pt>
                <c:pt idx="35">
                  <c:v>421592365.40999991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B-FEF1-4698-8754-71C6BDF339B1}"/>
            </c:ext>
          </c:extLst>
        </c:ser>
        <c:ser>
          <c:idx val="12"/>
          <c:order val="12"/>
          <c:tx>
            <c:strRef>
              <c:f>TIPS!$L$1</c:f>
              <c:strCache>
                <c:ptCount val="1"/>
                <c:pt idx="0">
                  <c:v> Credit Agricole </c:v>
                </c:pt>
              </c:strCache>
            </c:strRef>
          </c:tx>
          <c:marker>
            <c:symbol val="none"/>
          </c:marker>
          <c:val>
            <c:numRef>
              <c:f>TIPS!$L$3:$L$50000</c:f>
              <c:numCache>
                <c:formatCode>_(* #,##0_);_(* \(#,##0\);_(* "-"??_);_(@_)</c:formatCode>
                <c:ptCount val="49998"/>
                <c:pt idx="0">
                  <c:v>-11951980.852499999</c:v>
                </c:pt>
                <c:pt idx="1">
                  <c:v>-11973328.77</c:v>
                </c:pt>
                <c:pt idx="2">
                  <c:v>-11992610.76</c:v>
                </c:pt>
                <c:pt idx="3">
                  <c:v>383078236.26121867</c:v>
                </c:pt>
                <c:pt idx="4">
                  <c:v>388520340.17160398</c:v>
                </c:pt>
                <c:pt idx="5">
                  <c:v>390131080.69103175</c:v>
                </c:pt>
                <c:pt idx="6">
                  <c:v>363933366.60221404</c:v>
                </c:pt>
                <c:pt idx="7">
                  <c:v>365456459.20474434</c:v>
                </c:pt>
                <c:pt idx="8">
                  <c:v>368589167.20000005</c:v>
                </c:pt>
                <c:pt idx="9">
                  <c:v>363518869.1500001</c:v>
                </c:pt>
                <c:pt idx="10">
                  <c:v>365260070.67000002</c:v>
                </c:pt>
                <c:pt idx="11">
                  <c:v>364245616.09000003</c:v>
                </c:pt>
                <c:pt idx="12">
                  <c:v>365974351.73000002</c:v>
                </c:pt>
                <c:pt idx="13">
                  <c:v>26182743.270000003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19720372.18</c:v>
                </c:pt>
                <c:pt idx="33">
                  <c:v>19793548.909999996</c:v>
                </c:pt>
                <c:pt idx="34">
                  <c:v>20003086.449999999</c:v>
                </c:pt>
                <c:pt idx="35">
                  <c:v>20071741.370000001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F53-469C-A3EE-7252A7DF4FE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24582912"/>
        <c:axId val="125571840"/>
      </c:lineChart>
      <c:dateAx>
        <c:axId val="124582912"/>
        <c:scaling>
          <c:orientation val="minMax"/>
        </c:scaling>
        <c:delete val="0"/>
        <c:axPos val="b"/>
        <c:numFmt formatCode="[$-409]mmm\-yy;@" sourceLinked="1"/>
        <c:majorTickMark val="none"/>
        <c:minorTickMark val="none"/>
        <c:tickLblPos val="low"/>
        <c:crossAx val="125571840"/>
        <c:crossesAt val="0"/>
        <c:auto val="1"/>
        <c:lblOffset val="100"/>
        <c:baseTimeUnit val="months"/>
      </c:dateAx>
      <c:valAx>
        <c:axId val="125571840"/>
        <c:scaling>
          <c:orientation val="minMax"/>
          <c:min val="-150000000"/>
        </c:scaling>
        <c:delete val="0"/>
        <c:axPos val="l"/>
        <c:majorGridlines/>
        <c:numFmt formatCode="_(* #,##0_);_(* \(#,##0\);_(* &quot;-&quot;??_);_(@_)" sourceLinked="1"/>
        <c:majorTickMark val="none"/>
        <c:minorTickMark val="out"/>
        <c:tickLblPos val="nextTo"/>
        <c:spPr>
          <a:ln w="9525">
            <a:noFill/>
          </a:ln>
        </c:spPr>
        <c:crossAx val="124582912"/>
        <c:crosses val="autoZero"/>
        <c:crossBetween val="between"/>
      </c:valAx>
    </c:plotArea>
    <c:legend>
      <c:legendPos val="b"/>
      <c:layout>
        <c:manualLayout>
          <c:xMode val="edge"/>
          <c:yMode val="edge"/>
          <c:x val="9.728106812735364E-2"/>
          <c:y val="0.90051912514440957"/>
          <c:w val="0.80543786374529269"/>
          <c:h val="8.746284781502961E-2"/>
        </c:manualLayout>
      </c:layout>
      <c:overlay val="0"/>
    </c:legend>
    <c:plotVisOnly val="1"/>
    <c:dispBlanksAs val="gap"/>
    <c:showDLblsOverMax val="0"/>
  </c:chart>
  <c:externalData r:id="rId2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/>
            </a:pPr>
            <a:r>
              <a:rPr lang="en-US"/>
              <a:t>TIPS</a:t>
            </a:r>
            <a:r>
              <a:rPr lang="en-US" baseline="0"/>
              <a:t> REPO Exposure WAL</a:t>
            </a:r>
            <a:endParaRPr lang="en-US"/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4.3830210878812559E-2"/>
          <c:y val="5.4234193506280573E-2"/>
          <c:w val="0.93901375222209738"/>
          <c:h val="0.84046507084684996"/>
        </c:manualLayout>
      </c:layout>
      <c:lineChart>
        <c:grouping val="standard"/>
        <c:varyColors val="0"/>
        <c:ser>
          <c:idx val="1"/>
          <c:order val="0"/>
          <c:tx>
            <c:strRef>
              <c:f>WAL!$B$2</c:f>
              <c:strCache>
                <c:ptCount val="1"/>
                <c:pt idx="0">
                  <c:v> WAL TIPS REPO </c:v>
                </c:pt>
              </c:strCache>
            </c:strRef>
          </c:tx>
          <c:cat>
            <c:numRef>
              <c:f>WAL!$A$3:$A$50000</c:f>
              <c:numCache>
                <c:formatCode>[$-409]mmm\-yy;@</c:formatCode>
                <c:ptCount val="49998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WAL!$B$3:$B$50000</c:f>
              <c:numCache>
                <c:formatCode>_(* #,##0_);_(* \(#,##0\);_(* "-"??_);_(@_)</c:formatCode>
                <c:ptCount val="49998"/>
                <c:pt idx="0">
                  <c:v>37.630000000000003</c:v>
                </c:pt>
                <c:pt idx="1">
                  <c:v>59.86</c:v>
                </c:pt>
                <c:pt idx="2">
                  <c:v>100.53</c:v>
                </c:pt>
                <c:pt idx="3">
                  <c:v>96.64</c:v>
                </c:pt>
                <c:pt idx="4">
                  <c:v>79.3</c:v>
                </c:pt>
                <c:pt idx="5">
                  <c:v>56.22</c:v>
                </c:pt>
                <c:pt idx="6">
                  <c:v>38.840000000000003</c:v>
                </c:pt>
                <c:pt idx="7">
                  <c:v>31.95</c:v>
                </c:pt>
                <c:pt idx="8">
                  <c:v>30.27</c:v>
                </c:pt>
                <c:pt idx="9">
                  <c:v>55.45</c:v>
                </c:pt>
                <c:pt idx="10">
                  <c:v>71.19</c:v>
                </c:pt>
                <c:pt idx="11">
                  <c:v>73.900000000000006</c:v>
                </c:pt>
                <c:pt idx="12">
                  <c:v>42.97</c:v>
                </c:pt>
                <c:pt idx="13">
                  <c:v>54.14</c:v>
                </c:pt>
                <c:pt idx="14">
                  <c:v>54.63</c:v>
                </c:pt>
                <c:pt idx="15">
                  <c:v>48.77</c:v>
                </c:pt>
                <c:pt idx="16">
                  <c:v>44.58</c:v>
                </c:pt>
                <c:pt idx="17">
                  <c:v>60.94</c:v>
                </c:pt>
                <c:pt idx="18">
                  <c:v>60.81</c:v>
                </c:pt>
                <c:pt idx="19">
                  <c:v>59.697927718454942</c:v>
                </c:pt>
                <c:pt idx="20">
                  <c:v>68.191181646281834</c:v>
                </c:pt>
                <c:pt idx="21">
                  <c:v>49.96</c:v>
                </c:pt>
                <c:pt idx="22">
                  <c:v>44.36</c:v>
                </c:pt>
                <c:pt idx="23">
                  <c:v>43.22</c:v>
                </c:pt>
                <c:pt idx="24">
                  <c:v>28.73</c:v>
                </c:pt>
                <c:pt idx="25">
                  <c:v>63.39</c:v>
                </c:pt>
                <c:pt idx="26">
                  <c:v>53.62</c:v>
                </c:pt>
                <c:pt idx="27">
                  <c:v>52.48</c:v>
                </c:pt>
                <c:pt idx="28">
                  <c:v>71.8</c:v>
                </c:pt>
                <c:pt idx="29">
                  <c:v>43.71</c:v>
                </c:pt>
                <c:pt idx="30">
                  <c:v>33.46</c:v>
                </c:pt>
                <c:pt idx="31">
                  <c:v>39.369999999999997</c:v>
                </c:pt>
                <c:pt idx="32">
                  <c:v>31.15</c:v>
                </c:pt>
                <c:pt idx="33">
                  <c:v>26.6</c:v>
                </c:pt>
                <c:pt idx="34">
                  <c:v>30.2</c:v>
                </c:pt>
                <c:pt idx="35">
                  <c:v>59.238295631852232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4B-B75A-402F-8A20-AA451014BF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54545152"/>
        <c:axId val="154546944"/>
      </c:lineChart>
      <c:dateAx>
        <c:axId val="154545152"/>
        <c:scaling>
          <c:orientation val="minMax"/>
        </c:scaling>
        <c:delete val="0"/>
        <c:axPos val="b"/>
        <c:numFmt formatCode="[$-409]mmm\-yy;@" sourceLinked="1"/>
        <c:majorTickMark val="none"/>
        <c:minorTickMark val="none"/>
        <c:tickLblPos val="nextTo"/>
        <c:crossAx val="154546944"/>
        <c:crosses val="autoZero"/>
        <c:auto val="1"/>
        <c:lblOffset val="100"/>
        <c:baseTimeUnit val="months"/>
      </c:dateAx>
      <c:valAx>
        <c:axId val="154546944"/>
        <c:scaling>
          <c:orientation val="minMax"/>
        </c:scaling>
        <c:delete val="0"/>
        <c:axPos val="l"/>
        <c:majorGridlines/>
        <c:numFmt formatCode="_(* #,##0_);_(* \(#,##0\);_(* &quot;-&quot;??_);_(@_)" sourceLinked="1"/>
        <c:majorTickMark val="none"/>
        <c:minorTickMark val="none"/>
        <c:tickLblPos val="nextTo"/>
        <c:spPr>
          <a:ln w="9525">
            <a:noFill/>
          </a:ln>
        </c:spPr>
        <c:crossAx val="154545152"/>
        <c:crosses val="autoZero"/>
        <c:crossBetween val="between"/>
      </c:valAx>
    </c:plotArea>
    <c:plotVisOnly val="1"/>
    <c:dispBlanksAs val="gap"/>
    <c:showDLblsOverMax val="0"/>
  </c:chart>
  <c:externalData r:id="rId2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/>
            </a:pPr>
            <a:r>
              <a:rPr lang="en-US"/>
              <a:t>Nominal Counterparty Exposure - ex Trend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2"/>
          <c:order val="0"/>
          <c:tx>
            <c:strRef>
              <c:f>Nominal!$B$1</c:f>
              <c:strCache>
                <c:ptCount val="1"/>
                <c:pt idx="0">
                  <c:v> Deutsche Bank </c:v>
                </c:pt>
              </c:strCache>
            </c:strRef>
          </c:tx>
          <c:spPr>
            <a:ln>
              <a:solidFill>
                <a:srgbClr val="FF0000"/>
              </a:solidFill>
            </a:ln>
          </c:spPr>
          <c:marker>
            <c:symbol val="none"/>
          </c:marker>
          <c:cat>
            <c:numRef>
              <c:f>Nominal!$A$3:$A$685</c:f>
              <c:numCache>
                <c:formatCode>[$-409]mmm\-yy;@</c:formatCode>
                <c:ptCount val="683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Nominal!$B$3:$B$50000</c:f>
              <c:numCache>
                <c:formatCode>_(* #,##0_);_(* \(#,##0\);_(* "-"??_);_(@_)</c:formatCode>
                <c:ptCount val="4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C04-44D4-8209-7B86F8FACD82}"/>
            </c:ext>
          </c:extLst>
        </c:ser>
        <c:ser>
          <c:idx val="0"/>
          <c:order val="1"/>
          <c:tx>
            <c:strRef>
              <c:f>Nominal!$O$1</c:f>
              <c:strCache>
                <c:ptCount val="1"/>
                <c:pt idx="0">
                  <c:v> Barclays </c:v>
                </c:pt>
              </c:strCache>
            </c:strRef>
          </c:tx>
          <c:marker>
            <c:symbol val="none"/>
          </c:marker>
          <c:cat>
            <c:numRef>
              <c:f>Nominal!$A$3:$A$685</c:f>
              <c:numCache>
                <c:formatCode>[$-409]mmm\-yy;@</c:formatCode>
                <c:ptCount val="683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Nominal!$O$3:$O$50000</c:f>
              <c:numCache>
                <c:formatCode>_(* #,##0_);_(* \(#,##0\);_(* "-"??_);_(@_)</c:formatCode>
                <c:ptCount val="49998"/>
                <c:pt idx="0">
                  <c:v>155668934</c:v>
                </c:pt>
                <c:pt idx="1">
                  <c:v>159569922.80000001</c:v>
                </c:pt>
                <c:pt idx="2">
                  <c:v>155836099</c:v>
                </c:pt>
                <c:pt idx="3">
                  <c:v>160346706</c:v>
                </c:pt>
                <c:pt idx="4">
                  <c:v>161206005</c:v>
                </c:pt>
                <c:pt idx="5">
                  <c:v>159334469</c:v>
                </c:pt>
                <c:pt idx="6">
                  <c:v>158137995</c:v>
                </c:pt>
                <c:pt idx="7">
                  <c:v>157578170.81999999</c:v>
                </c:pt>
                <c:pt idx="8">
                  <c:v>156761552.5</c:v>
                </c:pt>
                <c:pt idx="9">
                  <c:v>153298038.03999999</c:v>
                </c:pt>
                <c:pt idx="10">
                  <c:v>151445708.68000001</c:v>
                </c:pt>
                <c:pt idx="11">
                  <c:v>156705356.63999999</c:v>
                </c:pt>
                <c:pt idx="12">
                  <c:v>161978520.06</c:v>
                </c:pt>
                <c:pt idx="13">
                  <c:v>161523973.80000001</c:v>
                </c:pt>
                <c:pt idx="14">
                  <c:v>159404891.94</c:v>
                </c:pt>
                <c:pt idx="15">
                  <c:v>160429221.53999999</c:v>
                </c:pt>
                <c:pt idx="16">
                  <c:v>156695397.88</c:v>
                </c:pt>
                <c:pt idx="17">
                  <c:v>158978087.94</c:v>
                </c:pt>
                <c:pt idx="18">
                  <c:v>160581448.30000001</c:v>
                </c:pt>
                <c:pt idx="19">
                  <c:v>164094756.56</c:v>
                </c:pt>
                <c:pt idx="20">
                  <c:v>166193920.90000001</c:v>
                </c:pt>
                <c:pt idx="21">
                  <c:v>168192074.96000001</c:v>
                </c:pt>
                <c:pt idx="22">
                  <c:v>164187230.75999999</c:v>
                </c:pt>
                <c:pt idx="23">
                  <c:v>165463374.72</c:v>
                </c:pt>
                <c:pt idx="24">
                  <c:v>162913932.16</c:v>
                </c:pt>
                <c:pt idx="25">
                  <c:v>163756870.06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C04-44D4-8209-7B86F8FACD82}"/>
            </c:ext>
          </c:extLst>
        </c:ser>
        <c:ser>
          <c:idx val="1"/>
          <c:order val="2"/>
          <c:tx>
            <c:strRef>
              <c:f>Nominal!$C$1</c:f>
              <c:strCache>
                <c:ptCount val="1"/>
                <c:pt idx="0">
                  <c:v> Bank of America </c:v>
                </c:pt>
              </c:strCache>
            </c:strRef>
          </c:tx>
          <c:marker>
            <c:symbol val="none"/>
          </c:marker>
          <c:cat>
            <c:numRef>
              <c:f>Nominal!$A$3:$A$685</c:f>
              <c:numCache>
                <c:formatCode>[$-409]mmm\-yy;@</c:formatCode>
                <c:ptCount val="683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Nominal!$C$3:$C$50000</c:f>
              <c:numCache>
                <c:formatCode>_(* #,##0_);_(* \(#,##0\);_(* "-"??_);_(@_)</c:formatCode>
                <c:ptCount val="4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C04-44D4-8209-7B86F8FACD82}"/>
            </c:ext>
          </c:extLst>
        </c:ser>
        <c:ser>
          <c:idx val="3"/>
          <c:order val="3"/>
          <c:tx>
            <c:strRef>
              <c:f>Nominal!$P$1</c:f>
              <c:strCache>
                <c:ptCount val="1"/>
                <c:pt idx="0">
                  <c:v> CME </c:v>
                </c:pt>
              </c:strCache>
            </c:strRef>
          </c:tx>
          <c:marker>
            <c:symbol val="none"/>
          </c:marker>
          <c:cat>
            <c:numRef>
              <c:f>Nominal!$A$3:$A$685</c:f>
              <c:numCache>
                <c:formatCode>[$-409]mmm\-yy;@</c:formatCode>
                <c:ptCount val="683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Nominal!$P$3:$P$10000</c:f>
              <c:numCache>
                <c:formatCode>_(* #,##0_);_(* \(#,##0\);_(* "-"??_);_(@_)</c:formatCode>
                <c:ptCount val="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-20234046.880000003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C04-44D4-8209-7B86F8FACD82}"/>
            </c:ext>
          </c:extLst>
        </c:ser>
        <c:ser>
          <c:idx val="4"/>
          <c:order val="4"/>
          <c:tx>
            <c:strRef>
              <c:f>Nominal!$M$1</c:f>
              <c:strCache>
                <c:ptCount val="1"/>
                <c:pt idx="0">
                  <c:v> Mitsubishi </c:v>
                </c:pt>
              </c:strCache>
            </c:strRef>
          </c:tx>
          <c:marker>
            <c:symbol val="none"/>
          </c:marker>
          <c:cat>
            <c:numRef>
              <c:f>Nominal!$A$3:$A$685</c:f>
              <c:numCache>
                <c:formatCode>[$-409]mmm\-yy;@</c:formatCode>
                <c:ptCount val="683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Nominal!$M$3:$M$50000</c:f>
              <c:numCache>
                <c:formatCode>_(* #,##0_);_(* \(#,##0\);_(* "-"??_);_(@_)</c:formatCode>
                <c:ptCount val="49998"/>
                <c:pt idx="0">
                  <c:v>1015164787.6924794</c:v>
                </c:pt>
                <c:pt idx="1">
                  <c:v>1017387502.7079961</c:v>
                </c:pt>
                <c:pt idx="2">
                  <c:v>312526736.62297213</c:v>
                </c:pt>
                <c:pt idx="3">
                  <c:v>148639627.70631936</c:v>
                </c:pt>
                <c:pt idx="4">
                  <c:v>144844360.32135409</c:v>
                </c:pt>
                <c:pt idx="5">
                  <c:v>133081072.54884893</c:v>
                </c:pt>
                <c:pt idx="6">
                  <c:v>133654745.98213011</c:v>
                </c:pt>
                <c:pt idx="7">
                  <c:v>119732911.20995824</c:v>
                </c:pt>
                <c:pt idx="8">
                  <c:v>120285871.79999998</c:v>
                </c:pt>
                <c:pt idx="9">
                  <c:v>166651129.11999997</c:v>
                </c:pt>
                <c:pt idx="10">
                  <c:v>160828851.80000001</c:v>
                </c:pt>
                <c:pt idx="11">
                  <c:v>161570564.17999995</c:v>
                </c:pt>
                <c:pt idx="12">
                  <c:v>162337000.31999999</c:v>
                </c:pt>
                <c:pt idx="13">
                  <c:v>146574737.29000002</c:v>
                </c:pt>
                <c:pt idx="14">
                  <c:v>147258003.38</c:v>
                </c:pt>
                <c:pt idx="15">
                  <c:v>147906846.57999995</c:v>
                </c:pt>
                <c:pt idx="16">
                  <c:v>135725424.65000001</c:v>
                </c:pt>
                <c:pt idx="17">
                  <c:v>133517198.83999999</c:v>
                </c:pt>
                <c:pt idx="18">
                  <c:v>134119430.48</c:v>
                </c:pt>
                <c:pt idx="19">
                  <c:v>136744098.31</c:v>
                </c:pt>
                <c:pt idx="20">
                  <c:v>137376962.81</c:v>
                </c:pt>
                <c:pt idx="21">
                  <c:v>127606264.71000001</c:v>
                </c:pt>
                <c:pt idx="22">
                  <c:v>127671789.13999999</c:v>
                </c:pt>
                <c:pt idx="23">
                  <c:v>79788263.400000006</c:v>
                </c:pt>
                <c:pt idx="24">
                  <c:v>78939436.179999992</c:v>
                </c:pt>
                <c:pt idx="25">
                  <c:v>78986275.549999997</c:v>
                </c:pt>
                <c:pt idx="26">
                  <c:v>4428243.0999999996</c:v>
                </c:pt>
                <c:pt idx="27">
                  <c:v>4445061.1100000003</c:v>
                </c:pt>
                <c:pt idx="28">
                  <c:v>4511988.29</c:v>
                </c:pt>
                <c:pt idx="29">
                  <c:v>4517043.88</c:v>
                </c:pt>
                <c:pt idx="30">
                  <c:v>4533830.26</c:v>
                </c:pt>
                <c:pt idx="31">
                  <c:v>4543214.24</c:v>
                </c:pt>
                <c:pt idx="32">
                  <c:v>4560654.1900000004</c:v>
                </c:pt>
                <c:pt idx="33">
                  <c:v>4577531.5599999996</c:v>
                </c:pt>
                <c:pt idx="34">
                  <c:v>4598664.54</c:v>
                </c:pt>
                <c:pt idx="35">
                  <c:v>4614050.99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4C04-44D4-8209-7B86F8FACD82}"/>
            </c:ext>
          </c:extLst>
        </c:ser>
        <c:ser>
          <c:idx val="5"/>
          <c:order val="5"/>
          <c:tx>
            <c:strRef>
              <c:f>Nominal!$D$1</c:f>
              <c:strCache>
                <c:ptCount val="1"/>
                <c:pt idx="0">
                  <c:v> Goldman Sachs </c:v>
                </c:pt>
              </c:strCache>
            </c:strRef>
          </c:tx>
          <c:marker>
            <c:symbol val="none"/>
          </c:marker>
          <c:cat>
            <c:numRef>
              <c:f>Nominal!$A$3:$A$685</c:f>
              <c:numCache>
                <c:formatCode>[$-409]mmm\-yy;@</c:formatCode>
                <c:ptCount val="683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Nominal!$D$3:$D$10000</c:f>
              <c:numCache>
                <c:formatCode>_(* #,##0_);_(* \(#,##0\);_(* "-"??_);_(@_)</c:formatCode>
                <c:ptCount val="9998"/>
                <c:pt idx="0">
                  <c:v>3282239.8204166712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4C04-44D4-8209-7B86F8FACD82}"/>
            </c:ext>
          </c:extLst>
        </c:ser>
        <c:ser>
          <c:idx val="6"/>
          <c:order val="6"/>
          <c:tx>
            <c:strRef>
              <c:f>Nominal!$Q$1</c:f>
              <c:strCache>
                <c:ptCount val="1"/>
                <c:pt idx="0">
                  <c:v> EUREX </c:v>
                </c:pt>
              </c:strCache>
            </c:strRef>
          </c:tx>
          <c:spPr>
            <a:ln>
              <a:solidFill>
                <a:schemeClr val="accent3">
                  <a:lumMod val="75000"/>
                </a:schemeClr>
              </a:solidFill>
            </a:ln>
          </c:spPr>
          <c:marker>
            <c:symbol val="diamond"/>
            <c:size val="5"/>
          </c:marker>
          <c:dPt>
            <c:idx val="22"/>
            <c:bubble3D val="0"/>
            <c:extLst>
              <c:ext xmlns:c16="http://schemas.microsoft.com/office/drawing/2014/chart" uri="{C3380CC4-5D6E-409C-BE32-E72D297353CC}">
                <c16:uniqueId val="{00000006-4C04-44D4-8209-7B86F8FACD82}"/>
              </c:ext>
            </c:extLst>
          </c:dPt>
          <c:dPt>
            <c:idx val="24"/>
            <c:marker>
              <c:spPr>
                <a:solidFill>
                  <a:schemeClr val="accent3">
                    <a:lumMod val="75000"/>
                  </a:schemeClr>
                </a:solidFill>
                <a:ln>
                  <a:solidFill>
                    <a:schemeClr val="accent3">
                      <a:lumMod val="75000"/>
                    </a:schemeClr>
                  </a:solidFill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4C04-44D4-8209-7B86F8FACD82}"/>
              </c:ext>
            </c:extLst>
          </c:dPt>
          <c:cat>
            <c:numRef>
              <c:f>Nominal!$A$3:$A$685</c:f>
              <c:numCache>
                <c:formatCode>[$-409]mmm\-yy;@</c:formatCode>
                <c:ptCount val="683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Nominal!$Q$3:$Q$108</c:f>
              <c:numCache>
                <c:formatCode>_(* #,##0_);_(* \(#,##0\);_(* "-"??_);_(@_)</c:formatCode>
                <c:ptCount val="10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8-4C04-44D4-8209-7B86F8FACD82}"/>
            </c:ext>
          </c:extLst>
        </c:ser>
        <c:ser>
          <c:idx val="7"/>
          <c:order val="7"/>
          <c:tx>
            <c:strRef>
              <c:f>Nominal!$E$1</c:f>
              <c:strCache>
                <c:ptCount val="1"/>
                <c:pt idx="0">
                  <c:v> BNP Paribas </c:v>
                </c:pt>
              </c:strCache>
            </c:strRef>
          </c:tx>
          <c:marker>
            <c:symbol val="none"/>
          </c:marker>
          <c:cat>
            <c:numRef>
              <c:f>Nominal!$A$3:$A$685</c:f>
              <c:numCache>
                <c:formatCode>[$-409]mmm\-yy;@</c:formatCode>
                <c:ptCount val="683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Nominal!$E$3:$E$100</c:f>
              <c:numCache>
                <c:formatCode>_(* #,##0_);_(* \(#,##0\);_(* "-"??_);_(@_)</c:formatCode>
                <c:ptCount val="98"/>
                <c:pt idx="0">
                  <c:v>0</c:v>
                </c:pt>
                <c:pt idx="1">
                  <c:v>2820682.5805555503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-21639631.657916628</c:v>
                </c:pt>
                <c:pt idx="6">
                  <c:v>-17213602.285000004</c:v>
                </c:pt>
                <c:pt idx="7">
                  <c:v>-2969943.5782499998</c:v>
                </c:pt>
                <c:pt idx="8">
                  <c:v>39956162.189999998</c:v>
                </c:pt>
                <c:pt idx="9">
                  <c:v>6044901.5999999996</c:v>
                </c:pt>
                <c:pt idx="10">
                  <c:v>5681253.3900000006</c:v>
                </c:pt>
                <c:pt idx="11">
                  <c:v>0</c:v>
                </c:pt>
                <c:pt idx="12">
                  <c:v>0</c:v>
                </c:pt>
                <c:pt idx="13">
                  <c:v>4306853.8100000005</c:v>
                </c:pt>
                <c:pt idx="14">
                  <c:v>0</c:v>
                </c:pt>
                <c:pt idx="15">
                  <c:v>15755842.220000001</c:v>
                </c:pt>
                <c:pt idx="16">
                  <c:v>28328006.399999999</c:v>
                </c:pt>
                <c:pt idx="17">
                  <c:v>28460670.140000001</c:v>
                </c:pt>
                <c:pt idx="18">
                  <c:v>28589054.399999999</c:v>
                </c:pt>
                <c:pt idx="19">
                  <c:v>0</c:v>
                </c:pt>
                <c:pt idx="20">
                  <c:v>17500311.850000001</c:v>
                </c:pt>
                <c:pt idx="21">
                  <c:v>17574644.09</c:v>
                </c:pt>
                <c:pt idx="22">
                  <c:v>17651454.07</c:v>
                </c:pt>
                <c:pt idx="23">
                  <c:v>17725786.309999999</c:v>
                </c:pt>
                <c:pt idx="24">
                  <c:v>247802732.64000002</c:v>
                </c:pt>
                <c:pt idx="25">
                  <c:v>241538178.47</c:v>
                </c:pt>
                <c:pt idx="26">
                  <c:v>248081392.22</c:v>
                </c:pt>
                <c:pt idx="27">
                  <c:v>460938046</c:v>
                </c:pt>
                <c:pt idx="28">
                  <c:v>471931231.31999999</c:v>
                </c:pt>
                <c:pt idx="29">
                  <c:v>467036722.04999995</c:v>
                </c:pt>
                <c:pt idx="30">
                  <c:v>707317774.15999997</c:v>
                </c:pt>
                <c:pt idx="31">
                  <c:v>718875930.70000005</c:v>
                </c:pt>
                <c:pt idx="32">
                  <c:v>730904046.19000006</c:v>
                </c:pt>
                <c:pt idx="33">
                  <c:v>735830691.27999997</c:v>
                </c:pt>
                <c:pt idx="34">
                  <c:v>740890488.94000006</c:v>
                </c:pt>
                <c:pt idx="35">
                  <c:v>748421006.50999999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9-4C04-44D4-8209-7B86F8FACD82}"/>
            </c:ext>
          </c:extLst>
        </c:ser>
        <c:ser>
          <c:idx val="8"/>
          <c:order val="8"/>
          <c:tx>
            <c:strRef>
              <c:f>Nominal!$I$1</c:f>
              <c:strCache>
                <c:ptCount val="1"/>
                <c:pt idx="0">
                  <c:v> Soc Gen </c:v>
                </c:pt>
              </c:strCache>
            </c:strRef>
          </c:tx>
          <c:marker>
            <c:symbol val="none"/>
          </c:marker>
          <c:cat>
            <c:numRef>
              <c:f>Nominal!$A$3:$A$685</c:f>
              <c:numCache>
                <c:formatCode>[$-409]mmm\-yy;@</c:formatCode>
                <c:ptCount val="683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Nominal!$I$3:$I$100</c:f>
              <c:numCache>
                <c:formatCode>_(* #,##0_);_(* \(#,##0\);_(* "-"??_);_(@_)</c:formatCode>
                <c:ptCount val="98"/>
                <c:pt idx="0">
                  <c:v>121555308.42</c:v>
                </c:pt>
                <c:pt idx="1">
                  <c:v>129347056.8</c:v>
                </c:pt>
                <c:pt idx="2">
                  <c:v>123211363.08</c:v>
                </c:pt>
                <c:pt idx="3">
                  <c:v>129051626.20999999</c:v>
                </c:pt>
                <c:pt idx="4">
                  <c:v>129723908.20999999</c:v>
                </c:pt>
                <c:pt idx="5">
                  <c:v>126098440.78</c:v>
                </c:pt>
                <c:pt idx="6">
                  <c:v>126077525.34</c:v>
                </c:pt>
                <c:pt idx="7">
                  <c:v>123344325.52</c:v>
                </c:pt>
                <c:pt idx="8">
                  <c:v>119905229.59999999</c:v>
                </c:pt>
                <c:pt idx="9">
                  <c:v>111158840.78</c:v>
                </c:pt>
                <c:pt idx="10">
                  <c:v>105673393.15000001</c:v>
                </c:pt>
                <c:pt idx="11">
                  <c:v>115349025.09</c:v>
                </c:pt>
                <c:pt idx="12">
                  <c:v>125279003.72</c:v>
                </c:pt>
                <c:pt idx="13">
                  <c:v>122520780.06999999</c:v>
                </c:pt>
                <c:pt idx="14">
                  <c:v>119724086.95</c:v>
                </c:pt>
                <c:pt idx="15">
                  <c:v>121199372.45</c:v>
                </c:pt>
                <c:pt idx="16">
                  <c:v>113815848.64</c:v>
                </c:pt>
                <c:pt idx="17">
                  <c:v>117067079.09</c:v>
                </c:pt>
                <c:pt idx="18">
                  <c:v>118999516.34999999</c:v>
                </c:pt>
                <c:pt idx="19">
                  <c:v>123252820.47</c:v>
                </c:pt>
                <c:pt idx="20">
                  <c:v>125763046.76000001</c:v>
                </c:pt>
                <c:pt idx="21">
                  <c:v>242999898.72</c:v>
                </c:pt>
                <c:pt idx="22">
                  <c:v>234893905.06</c:v>
                </c:pt>
                <c:pt idx="23">
                  <c:v>237172778.74000001</c:v>
                </c:pt>
                <c:pt idx="24">
                  <c:v>231870399.41</c:v>
                </c:pt>
                <c:pt idx="25">
                  <c:v>233419633.71000001</c:v>
                </c:pt>
                <c:pt idx="26">
                  <c:v>239981390.59999999</c:v>
                </c:pt>
                <c:pt idx="27">
                  <c:v>240880946</c:v>
                </c:pt>
                <c:pt idx="28">
                  <c:v>243344728.28999999</c:v>
                </c:pt>
                <c:pt idx="29">
                  <c:v>240476146.06999999</c:v>
                </c:pt>
                <c:pt idx="30">
                  <c:v>244264273.81</c:v>
                </c:pt>
                <c:pt idx="31">
                  <c:v>242829982.69999999</c:v>
                </c:pt>
                <c:pt idx="32">
                  <c:v>261893207.47999999</c:v>
                </c:pt>
                <c:pt idx="33">
                  <c:v>263658493.75999999</c:v>
                </c:pt>
                <c:pt idx="34">
                  <c:v>265471490.47999999</c:v>
                </c:pt>
                <c:pt idx="35">
                  <c:v>268169780.91999999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A-4C04-44D4-8209-7B86F8FACD82}"/>
            </c:ext>
          </c:extLst>
        </c:ser>
        <c:ser>
          <c:idx val="9"/>
          <c:order val="9"/>
          <c:tx>
            <c:strRef>
              <c:f>Nominal!$K$1</c:f>
              <c:strCache>
                <c:ptCount val="1"/>
                <c:pt idx="0">
                  <c:v> Scotia </c:v>
                </c:pt>
              </c:strCache>
            </c:strRef>
          </c:tx>
          <c:marker>
            <c:symbol val="none"/>
          </c:marker>
          <c:cat>
            <c:numRef>
              <c:f>Nominal!$A$3:$A$685</c:f>
              <c:numCache>
                <c:formatCode>[$-409]mmm\-yy;@</c:formatCode>
                <c:ptCount val="683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Nominal!$K$3:$K$113</c:f>
              <c:numCache>
                <c:formatCode>_(* #,##0_);_(* \(#,##0\);_(* "-"??_);_(@_)</c:formatCode>
                <c:ptCount val="11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265710100.07825002</c:v>
                </c:pt>
                <c:pt idx="5">
                  <c:v>266860383.19912481</c:v>
                </c:pt>
                <c:pt idx="6">
                  <c:v>247392492.34437498</c:v>
                </c:pt>
                <c:pt idx="7">
                  <c:v>248539769.78468731</c:v>
                </c:pt>
                <c:pt idx="8">
                  <c:v>249687047.21000001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B-4C04-44D4-8209-7B86F8FACD82}"/>
            </c:ext>
          </c:extLst>
        </c:ser>
        <c:ser>
          <c:idx val="10"/>
          <c:order val="10"/>
          <c:tx>
            <c:strRef>
              <c:f>Nominal!$F$1</c:f>
              <c:strCache>
                <c:ptCount val="1"/>
                <c:pt idx="0">
                  <c:v> Nomura </c:v>
                </c:pt>
              </c:strCache>
            </c:strRef>
          </c:tx>
          <c:marker>
            <c:symbol val="none"/>
          </c:marker>
          <c:cat>
            <c:numRef>
              <c:f>Nominal!$A$3:$A$685</c:f>
              <c:numCache>
                <c:formatCode>[$-409]mmm\-yy;@</c:formatCode>
                <c:ptCount val="683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Nominal!$F$3:$F$90</c:f>
              <c:numCache>
                <c:formatCode>_(* #,##0_);_(* \(#,##0\);_(* "-"??_);_(@_)</c:formatCode>
                <c:ptCount val="8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-19945363.790000003</c:v>
                </c:pt>
                <c:pt idx="13">
                  <c:v>28128604.18</c:v>
                </c:pt>
                <c:pt idx="14">
                  <c:v>38003247.799999997</c:v>
                </c:pt>
                <c:pt idx="15">
                  <c:v>38180063.549999997</c:v>
                </c:pt>
                <c:pt idx="16">
                  <c:v>38351175.57</c:v>
                </c:pt>
                <c:pt idx="17">
                  <c:v>164772472.30000001</c:v>
                </c:pt>
                <c:pt idx="18">
                  <c:v>165517370.23000002</c:v>
                </c:pt>
                <c:pt idx="19">
                  <c:v>195835358.45999998</c:v>
                </c:pt>
                <c:pt idx="20">
                  <c:v>197835434.47</c:v>
                </c:pt>
                <c:pt idx="21">
                  <c:v>200515999.82999998</c:v>
                </c:pt>
                <c:pt idx="22">
                  <c:v>205551246.22999996</c:v>
                </c:pt>
                <c:pt idx="23">
                  <c:v>260042052.34999999</c:v>
                </c:pt>
                <c:pt idx="24">
                  <c:v>273607698.56</c:v>
                </c:pt>
                <c:pt idx="25">
                  <c:v>262203050.47000006</c:v>
                </c:pt>
                <c:pt idx="26">
                  <c:v>232200245.73000005</c:v>
                </c:pt>
                <c:pt idx="27">
                  <c:v>233754860.14000005</c:v>
                </c:pt>
                <c:pt idx="28">
                  <c:v>227558445.27000001</c:v>
                </c:pt>
                <c:pt idx="29">
                  <c:v>200534326.94000003</c:v>
                </c:pt>
                <c:pt idx="30">
                  <c:v>190045193.12999997</c:v>
                </c:pt>
                <c:pt idx="31">
                  <c:v>195824052.04000008</c:v>
                </c:pt>
                <c:pt idx="32">
                  <c:v>181209939.71999997</c:v>
                </c:pt>
                <c:pt idx="33">
                  <c:v>63539289.68</c:v>
                </c:pt>
                <c:pt idx="34">
                  <c:v>49972926.25</c:v>
                </c:pt>
                <c:pt idx="35">
                  <c:v>50321446.640000001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C-4C04-44D4-8209-7B86F8FACD82}"/>
            </c:ext>
          </c:extLst>
        </c:ser>
        <c:ser>
          <c:idx val="11"/>
          <c:order val="11"/>
          <c:tx>
            <c:strRef>
              <c:f>Nominal!$G$1</c:f>
              <c:strCache>
                <c:ptCount val="1"/>
                <c:pt idx="0">
                  <c:v> Citibank </c:v>
                </c:pt>
              </c:strCache>
            </c:strRef>
          </c:tx>
          <c:marker>
            <c:symbol val="none"/>
          </c:marker>
          <c:cat>
            <c:numRef>
              <c:f>Nominal!$A$3:$A$685</c:f>
              <c:numCache>
                <c:formatCode>[$-409]mmm\-yy;@</c:formatCode>
                <c:ptCount val="683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Nominal!$G$3:$G$277</c:f>
              <c:numCache>
                <c:formatCode>_(* #,##0_);_(* \(#,##0\);_(* "-"??_);_(@_)</c:formatCode>
                <c:ptCount val="275"/>
                <c:pt idx="0">
                  <c:v>285841852.10000002</c:v>
                </c:pt>
                <c:pt idx="1">
                  <c:v>305715683.55000001</c:v>
                </c:pt>
                <c:pt idx="2">
                  <c:v>290799584.10000002</c:v>
                </c:pt>
                <c:pt idx="3">
                  <c:v>304600193.85000002</c:v>
                </c:pt>
                <c:pt idx="4">
                  <c:v>305882530.30000001</c:v>
                </c:pt>
                <c:pt idx="5">
                  <c:v>296972913.85000002</c:v>
                </c:pt>
                <c:pt idx="6">
                  <c:v>297449618.85000002</c:v>
                </c:pt>
                <c:pt idx="7">
                  <c:v>290136964.14999998</c:v>
                </c:pt>
                <c:pt idx="8">
                  <c:v>280988995.19999999</c:v>
                </c:pt>
                <c:pt idx="9">
                  <c:v>258803144.5</c:v>
                </c:pt>
                <c:pt idx="10">
                  <c:v>244649773.05000001</c:v>
                </c:pt>
                <c:pt idx="11">
                  <c:v>269104739.55000001</c:v>
                </c:pt>
                <c:pt idx="12">
                  <c:v>293450063.89999998</c:v>
                </c:pt>
                <c:pt idx="13">
                  <c:v>285470022.19999999</c:v>
                </c:pt>
                <c:pt idx="14">
                  <c:v>279263323.10000002</c:v>
                </c:pt>
                <c:pt idx="15">
                  <c:v>282223661.14999998</c:v>
                </c:pt>
                <c:pt idx="16">
                  <c:v>263579728.59999999</c:v>
                </c:pt>
                <c:pt idx="17">
                  <c:v>271302349.60000002</c:v>
                </c:pt>
                <c:pt idx="18">
                  <c:v>276121837.14999998</c:v>
                </c:pt>
                <c:pt idx="19">
                  <c:v>286037301.14999998</c:v>
                </c:pt>
                <c:pt idx="20">
                  <c:v>292496653.89999998</c:v>
                </c:pt>
                <c:pt idx="21">
                  <c:v>298097937.64999998</c:v>
                </c:pt>
                <c:pt idx="22">
                  <c:v>281956706.35000002</c:v>
                </c:pt>
                <c:pt idx="23">
                  <c:v>287238597.75</c:v>
                </c:pt>
                <c:pt idx="24">
                  <c:v>270029547.25</c:v>
                </c:pt>
                <c:pt idx="25">
                  <c:v>270816110.5</c:v>
                </c:pt>
                <c:pt idx="26">
                  <c:v>285999164.75</c:v>
                </c:pt>
                <c:pt idx="27">
                  <c:v>282433411.35000002</c:v>
                </c:pt>
                <c:pt idx="28">
                  <c:v>278595936.10000002</c:v>
                </c:pt>
                <c:pt idx="29">
                  <c:v>269800728.85000002</c:v>
                </c:pt>
                <c:pt idx="30">
                  <c:v>120678780.3</c:v>
                </c:pt>
                <c:pt idx="31">
                  <c:v>119372517.13</c:v>
                </c:pt>
                <c:pt idx="32">
                  <c:v>119335135.98999999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D-4C04-44D4-8209-7B86F8FACD82}"/>
            </c:ext>
          </c:extLst>
        </c:ser>
        <c:ser>
          <c:idx val="12"/>
          <c:order val="12"/>
          <c:tx>
            <c:strRef>
              <c:f>Nominal!$J$1</c:f>
              <c:strCache>
                <c:ptCount val="1"/>
                <c:pt idx="0">
                  <c:v> Credit Agricole </c:v>
                </c:pt>
              </c:strCache>
            </c:strRef>
          </c:tx>
          <c:marker>
            <c:symbol val="none"/>
          </c:marker>
          <c:cat>
            <c:numRef>
              <c:f>Nominal!$A$3:$A$685</c:f>
              <c:numCache>
                <c:formatCode>[$-409]mmm\-yy;@</c:formatCode>
                <c:ptCount val="683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Nominal!$J$3:$J$340</c:f>
              <c:numCache>
                <c:formatCode>_(* #,##0_);_(* \(#,##0\);_(* "-"??_);_(@_)</c:formatCode>
                <c:ptCount val="33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152871050.4026736</c:v>
                </c:pt>
                <c:pt idx="4">
                  <c:v>157586649.66819441</c:v>
                </c:pt>
                <c:pt idx="5">
                  <c:v>158230996.19104511</c:v>
                </c:pt>
                <c:pt idx="6">
                  <c:v>158854557.34219095</c:v>
                </c:pt>
                <c:pt idx="7">
                  <c:v>159498903.86504167</c:v>
                </c:pt>
                <c:pt idx="8">
                  <c:v>163660972.92000002</c:v>
                </c:pt>
                <c:pt idx="9">
                  <c:v>171526492.12</c:v>
                </c:pt>
                <c:pt idx="10">
                  <c:v>172349401.38999999</c:v>
                </c:pt>
                <c:pt idx="11">
                  <c:v>173145765.22</c:v>
                </c:pt>
                <c:pt idx="12">
                  <c:v>173968674.5</c:v>
                </c:pt>
                <c:pt idx="13">
                  <c:v>140177748.47999999</c:v>
                </c:pt>
                <c:pt idx="14">
                  <c:v>140788100.56</c:v>
                </c:pt>
                <c:pt idx="15">
                  <c:v>141440545.90000001</c:v>
                </c:pt>
                <c:pt idx="16">
                  <c:v>142071944.60999998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-3450103.7799999984</c:v>
                </c:pt>
                <c:pt idx="28">
                  <c:v>22310952.91</c:v>
                </c:pt>
                <c:pt idx="29">
                  <c:v>22395044.18</c:v>
                </c:pt>
                <c:pt idx="30">
                  <c:v>22476422.82</c:v>
                </c:pt>
                <c:pt idx="31">
                  <c:v>18326325.030000001</c:v>
                </c:pt>
                <c:pt idx="32">
                  <c:v>19674950.370000001</c:v>
                </c:pt>
                <c:pt idx="33">
                  <c:v>19747773.280000001</c:v>
                </c:pt>
                <c:pt idx="34">
                  <c:v>34513793.589999996</c:v>
                </c:pt>
                <c:pt idx="35">
                  <c:v>34639445.030000001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E-4C04-44D4-8209-7B86F8FACD82}"/>
            </c:ext>
          </c:extLst>
        </c:ser>
        <c:ser>
          <c:idx val="13"/>
          <c:order val="13"/>
          <c:tx>
            <c:strRef>
              <c:f>Nominal!$N$1</c:f>
              <c:strCache>
                <c:ptCount val="1"/>
                <c:pt idx="0">
                  <c:v> TD </c:v>
                </c:pt>
              </c:strCache>
            </c:strRef>
          </c:tx>
          <c:marker>
            <c:symbol val="none"/>
          </c:marker>
          <c:cat>
            <c:numRef>
              <c:f>Nominal!$A$3:$A$685</c:f>
              <c:numCache>
                <c:formatCode>[$-409]mmm\-yy;@</c:formatCode>
                <c:ptCount val="683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Nominal!$N$3:$N$402</c:f>
              <c:numCache>
                <c:formatCode>_(* #,##0_);_(* \(#,##0\);_(* "-"??_);_(@_)</c:formatCode>
                <c:ptCount val="400"/>
                <c:pt idx="0">
                  <c:v>48879920.476122104</c:v>
                </c:pt>
                <c:pt idx="1">
                  <c:v>48939436.89166522</c:v>
                </c:pt>
                <c:pt idx="2">
                  <c:v>48993193.654091254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4C04-44D4-8209-7B86F8FACD82}"/>
            </c:ext>
          </c:extLst>
        </c:ser>
        <c:ser>
          <c:idx val="14"/>
          <c:order val="14"/>
          <c:tx>
            <c:strRef>
              <c:f>Nominal!$L$1</c:f>
              <c:strCache>
                <c:ptCount val="1"/>
                <c:pt idx="0">
                  <c:v> Mizuho </c:v>
                </c:pt>
              </c:strCache>
            </c:strRef>
          </c:tx>
          <c:marker>
            <c:symbol val="none"/>
          </c:marker>
          <c:cat>
            <c:numRef>
              <c:f>Nominal!$A$3:$A$685</c:f>
              <c:numCache>
                <c:formatCode>[$-409]mmm\-yy;@</c:formatCode>
                <c:ptCount val="683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Nominal!$L$3:$L$1050</c:f>
              <c:numCache>
                <c:formatCode>_(* #,##0_);_(* \(#,##0\);_(* "-"??_);_(@_)</c:formatCode>
                <c:ptCount val="104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0-4C04-44D4-8209-7B86F8FACD82}"/>
            </c:ext>
          </c:extLst>
        </c:ser>
        <c:ser>
          <c:idx val="15"/>
          <c:order val="15"/>
          <c:tx>
            <c:strRef>
              <c:f>Nominal!$H$1</c:f>
              <c:strCache>
                <c:ptCount val="1"/>
                <c:pt idx="0">
                  <c:v> JP Morgan </c:v>
                </c:pt>
              </c:strCache>
            </c:strRef>
          </c:tx>
          <c:marker>
            <c:symbol val="none"/>
          </c:marker>
          <c:cat>
            <c:numRef>
              <c:f>Nominal!$A$3:$A$685</c:f>
              <c:numCache>
                <c:formatCode>[$-409]mmm\-yy;@</c:formatCode>
                <c:ptCount val="683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Nominal!$H$3:$H$478</c:f>
              <c:numCache>
                <c:formatCode>_(* #,##0_);_(* \(#,##0\);_(* "-"??_);_(@_)</c:formatCode>
                <c:ptCount val="476"/>
                <c:pt idx="0">
                  <c:v>513139973.58407629</c:v>
                </c:pt>
                <c:pt idx="1">
                  <c:v>568351520.57941294</c:v>
                </c:pt>
                <c:pt idx="2">
                  <c:v>1168854742.122998</c:v>
                </c:pt>
                <c:pt idx="3">
                  <c:v>1170937183.1214092</c:v>
                </c:pt>
                <c:pt idx="4">
                  <c:v>1113695881.616993</c:v>
                </c:pt>
                <c:pt idx="5">
                  <c:v>1125947132.4391439</c:v>
                </c:pt>
                <c:pt idx="6">
                  <c:v>1116963895.493422</c:v>
                </c:pt>
                <c:pt idx="7">
                  <c:v>1098662328.3568871</c:v>
                </c:pt>
                <c:pt idx="8">
                  <c:v>1058683079.4400001</c:v>
                </c:pt>
                <c:pt idx="9">
                  <c:v>1045338907.53</c:v>
                </c:pt>
                <c:pt idx="10">
                  <c:v>976869576.88000011</c:v>
                </c:pt>
                <c:pt idx="11">
                  <c:v>1077256771.7</c:v>
                </c:pt>
                <c:pt idx="12">
                  <c:v>1091704444.5599997</c:v>
                </c:pt>
                <c:pt idx="13">
                  <c:v>1075806022.4499998</c:v>
                </c:pt>
                <c:pt idx="14">
                  <c:v>1105682470.5900004</c:v>
                </c:pt>
                <c:pt idx="15">
                  <c:v>1117366823.2999997</c:v>
                </c:pt>
                <c:pt idx="16">
                  <c:v>1139344563.4400003</c:v>
                </c:pt>
                <c:pt idx="17">
                  <c:v>1125014491.97</c:v>
                </c:pt>
                <c:pt idx="18">
                  <c:v>1133240733.9399998</c:v>
                </c:pt>
                <c:pt idx="19">
                  <c:v>1147153327.3099999</c:v>
                </c:pt>
                <c:pt idx="20">
                  <c:v>1168275533.27</c:v>
                </c:pt>
                <c:pt idx="21">
                  <c:v>1175215014.5999999</c:v>
                </c:pt>
                <c:pt idx="22">
                  <c:v>1033056971.3400002</c:v>
                </c:pt>
                <c:pt idx="23">
                  <c:v>1118572850.4000001</c:v>
                </c:pt>
                <c:pt idx="24">
                  <c:v>1119865579.3800004</c:v>
                </c:pt>
                <c:pt idx="25">
                  <c:v>753107294.83999956</c:v>
                </c:pt>
                <c:pt idx="26">
                  <c:v>1049048998.7300001</c:v>
                </c:pt>
                <c:pt idx="27">
                  <c:v>1056869878.9599997</c:v>
                </c:pt>
                <c:pt idx="28">
                  <c:v>890204603.40999997</c:v>
                </c:pt>
                <c:pt idx="29">
                  <c:v>883975860.06999981</c:v>
                </c:pt>
                <c:pt idx="30">
                  <c:v>908761490.24000025</c:v>
                </c:pt>
                <c:pt idx="31">
                  <c:v>783154162.58999991</c:v>
                </c:pt>
                <c:pt idx="32">
                  <c:v>829912068.80999994</c:v>
                </c:pt>
                <c:pt idx="33">
                  <c:v>1193192965.8399997</c:v>
                </c:pt>
                <c:pt idx="34">
                  <c:v>1069262169.17</c:v>
                </c:pt>
                <c:pt idx="35">
                  <c:v>1072859794.2500002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4C04-44D4-8209-7B86F8FACD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2998144"/>
        <c:axId val="202999680"/>
      </c:lineChart>
      <c:dateAx>
        <c:axId val="202998144"/>
        <c:scaling>
          <c:orientation val="minMax"/>
        </c:scaling>
        <c:delete val="0"/>
        <c:axPos val="b"/>
        <c:numFmt formatCode="[$-409]mmm\-yy;@" sourceLinked="1"/>
        <c:majorTickMark val="none"/>
        <c:minorTickMark val="none"/>
        <c:tickLblPos val="low"/>
        <c:crossAx val="202999680"/>
        <c:crosses val="autoZero"/>
        <c:auto val="1"/>
        <c:lblOffset val="100"/>
        <c:baseTimeUnit val="months"/>
      </c:dateAx>
      <c:valAx>
        <c:axId val="202999680"/>
        <c:scaling>
          <c:orientation val="minMax"/>
        </c:scaling>
        <c:delete val="0"/>
        <c:axPos val="l"/>
        <c:majorGridlines/>
        <c:numFmt formatCode="_(* #,##0_);_(* \(#,##0\);_(* &quot;-&quot;??_);_(@_)" sourceLinked="1"/>
        <c:majorTickMark val="none"/>
        <c:minorTickMark val="none"/>
        <c:tickLblPos val="nextTo"/>
        <c:spPr>
          <a:ln w="9525">
            <a:noFill/>
          </a:ln>
        </c:spPr>
        <c:crossAx val="202998144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  <c:externalData r:id="rId2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/>
            </a:pPr>
            <a:r>
              <a:rPr lang="en-US"/>
              <a:t>Equity Counterparty Exposure - ex</a:t>
            </a:r>
            <a:r>
              <a:rPr lang="en-US" baseline="0"/>
              <a:t> Trend</a:t>
            </a:r>
            <a:endParaRPr lang="en-US"/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2"/>
          <c:order val="0"/>
          <c:tx>
            <c:strRef>
              <c:f>Equity!$B$1</c:f>
              <c:strCache>
                <c:ptCount val="1"/>
                <c:pt idx="0">
                  <c:v> Deutsche Bank </c:v>
                </c:pt>
              </c:strCache>
            </c:strRef>
          </c:tx>
          <c:marker>
            <c:symbol val="none"/>
          </c:marker>
          <c:cat>
            <c:numRef>
              <c:f>Equity!$A$3:$A$480</c:f>
              <c:numCache>
                <c:formatCode>[$-409]mmm\-yy;@</c:formatCode>
                <c:ptCount val="478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Equity!$B$3:$B$50000</c:f>
              <c:numCache>
                <c:formatCode>_(* #,##0_);_(* \(#,##0\);_(* "-"??_);_(@_)</c:formatCode>
                <c:ptCount val="4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726-415A-9D4B-6BF4C843810E}"/>
            </c:ext>
          </c:extLst>
        </c:ser>
        <c:ser>
          <c:idx val="3"/>
          <c:order val="1"/>
          <c:tx>
            <c:strRef>
              <c:f>Equity!$C$1</c:f>
              <c:strCache>
                <c:ptCount val="1"/>
                <c:pt idx="0">
                  <c:v> Goldman Sachs </c:v>
                </c:pt>
              </c:strCache>
            </c:strRef>
          </c:tx>
          <c:marker>
            <c:symbol val="none"/>
          </c:marker>
          <c:cat>
            <c:numRef>
              <c:f>Equity!$A$3:$A$480</c:f>
              <c:numCache>
                <c:formatCode>[$-409]mmm\-yy;@</c:formatCode>
                <c:ptCount val="478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Equity!$C$3:$C$50000</c:f>
              <c:numCache>
                <c:formatCode>_(* #,##0_);_(* \(#,##0\);_(* "-"??_);_(@_)</c:formatCode>
                <c:ptCount val="49998"/>
                <c:pt idx="0">
                  <c:v>68732509.599999994</c:v>
                </c:pt>
                <c:pt idx="1">
                  <c:v>73254791.359999999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275466937.97000003</c:v>
                </c:pt>
                <c:pt idx="11">
                  <c:v>437748530.94000006</c:v>
                </c:pt>
                <c:pt idx="12">
                  <c:v>458372917.07999998</c:v>
                </c:pt>
                <c:pt idx="13">
                  <c:v>501353543.15999997</c:v>
                </c:pt>
                <c:pt idx="14">
                  <c:v>528255473.14999998</c:v>
                </c:pt>
                <c:pt idx="15">
                  <c:v>563210790.80000007</c:v>
                </c:pt>
                <c:pt idx="16">
                  <c:v>360940077.56999999</c:v>
                </c:pt>
                <c:pt idx="17">
                  <c:v>39196713.600000001</c:v>
                </c:pt>
                <c:pt idx="18">
                  <c:v>39048241.200000003</c:v>
                </c:pt>
                <c:pt idx="19">
                  <c:v>535052690.81999993</c:v>
                </c:pt>
                <c:pt idx="20">
                  <c:v>182075956.84299999</c:v>
                </c:pt>
                <c:pt idx="21">
                  <c:v>185327668.977</c:v>
                </c:pt>
                <c:pt idx="22">
                  <c:v>0</c:v>
                </c:pt>
                <c:pt idx="23">
                  <c:v>154608807.84799999</c:v>
                </c:pt>
                <c:pt idx="24">
                  <c:v>150778739.958</c:v>
                </c:pt>
                <c:pt idx="25">
                  <c:v>156292250.24599999</c:v>
                </c:pt>
                <c:pt idx="26">
                  <c:v>248219624.961</c:v>
                </c:pt>
                <c:pt idx="27">
                  <c:v>656954429.43000007</c:v>
                </c:pt>
                <c:pt idx="28">
                  <c:v>664225155.55500007</c:v>
                </c:pt>
                <c:pt idx="29">
                  <c:v>1044681923.6420001</c:v>
                </c:pt>
                <c:pt idx="30">
                  <c:v>1131636219.48</c:v>
                </c:pt>
                <c:pt idx="31">
                  <c:v>1145794001.04</c:v>
                </c:pt>
                <c:pt idx="32">
                  <c:v>822404522.88199997</c:v>
                </c:pt>
                <c:pt idx="33">
                  <c:v>565202570.72899997</c:v>
                </c:pt>
                <c:pt idx="34">
                  <c:v>579029990.01999998</c:v>
                </c:pt>
                <c:pt idx="35">
                  <c:v>579439132.89999998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726-415A-9D4B-6BF4C843810E}"/>
            </c:ext>
          </c:extLst>
        </c:ser>
        <c:ser>
          <c:idx val="5"/>
          <c:order val="2"/>
          <c:tx>
            <c:strRef>
              <c:f>Equity!$J$1</c:f>
              <c:strCache>
                <c:ptCount val="1"/>
                <c:pt idx="0">
                  <c:v> JP Morgan </c:v>
                </c:pt>
              </c:strCache>
            </c:strRef>
          </c:tx>
          <c:marker>
            <c:symbol val="none"/>
          </c:marker>
          <c:cat>
            <c:numRef>
              <c:f>Equity!$A$3:$A$480</c:f>
              <c:numCache>
                <c:formatCode>[$-409]mmm\-yy;@</c:formatCode>
                <c:ptCount val="478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Equity!$J$3:$J$50000</c:f>
              <c:numCache>
                <c:formatCode>_(* #,##0_);_(* \(#,##0\);_(* "-"??_);_(@_)</c:formatCode>
                <c:ptCount val="49998"/>
                <c:pt idx="0">
                  <c:v>0</c:v>
                </c:pt>
                <c:pt idx="1">
                  <c:v>133628828.64</c:v>
                </c:pt>
                <c:pt idx="2">
                  <c:v>451566200.30000001</c:v>
                </c:pt>
                <c:pt idx="3">
                  <c:v>467605160.09999996</c:v>
                </c:pt>
                <c:pt idx="4">
                  <c:v>473539410.64999998</c:v>
                </c:pt>
                <c:pt idx="5">
                  <c:v>840770607.77999997</c:v>
                </c:pt>
                <c:pt idx="6">
                  <c:v>909074610.92000008</c:v>
                </c:pt>
                <c:pt idx="7">
                  <c:v>950910083.15999985</c:v>
                </c:pt>
                <c:pt idx="8">
                  <c:v>891057700.91999996</c:v>
                </c:pt>
                <c:pt idx="9">
                  <c:v>835454500.39999998</c:v>
                </c:pt>
                <c:pt idx="10">
                  <c:v>780661327.6500001</c:v>
                </c:pt>
                <c:pt idx="11">
                  <c:v>852745168.64999998</c:v>
                </c:pt>
                <c:pt idx="12">
                  <c:v>892344126.9000001</c:v>
                </c:pt>
                <c:pt idx="13">
                  <c:v>863829349.99000001</c:v>
                </c:pt>
                <c:pt idx="14">
                  <c:v>443384738.10000002</c:v>
                </c:pt>
                <c:pt idx="15">
                  <c:v>700447845.26200008</c:v>
                </c:pt>
                <c:pt idx="16">
                  <c:v>1020962006.795</c:v>
                </c:pt>
                <c:pt idx="17">
                  <c:v>1421333470.865</c:v>
                </c:pt>
                <c:pt idx="18">
                  <c:v>1344712865.1600001</c:v>
                </c:pt>
                <c:pt idx="19">
                  <c:v>1145314333.9400001</c:v>
                </c:pt>
                <c:pt idx="20">
                  <c:v>1352198138</c:v>
                </c:pt>
                <c:pt idx="21">
                  <c:v>865063808.86000013</c:v>
                </c:pt>
                <c:pt idx="22">
                  <c:v>586713285.24599993</c:v>
                </c:pt>
                <c:pt idx="23">
                  <c:v>520241090.028</c:v>
                </c:pt>
                <c:pt idx="24">
                  <c:v>507130011.88</c:v>
                </c:pt>
                <c:pt idx="25">
                  <c:v>576242786.39600003</c:v>
                </c:pt>
                <c:pt idx="26">
                  <c:v>299160890.92600006</c:v>
                </c:pt>
                <c:pt idx="27">
                  <c:v>251714901.68399999</c:v>
                </c:pt>
                <c:pt idx="28">
                  <c:v>254234291.19399998</c:v>
                </c:pt>
                <c:pt idx="29">
                  <c:v>267724722.35599998</c:v>
                </c:pt>
                <c:pt idx="30">
                  <c:v>278685652.05799997</c:v>
                </c:pt>
                <c:pt idx="31">
                  <c:v>281851515.24400002</c:v>
                </c:pt>
                <c:pt idx="32">
                  <c:v>287942107.93400002</c:v>
                </c:pt>
                <c:pt idx="33">
                  <c:v>296901395.48199999</c:v>
                </c:pt>
                <c:pt idx="34">
                  <c:v>303474297.15999997</c:v>
                </c:pt>
                <c:pt idx="35">
                  <c:v>-4045407.2400000021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0726-415A-9D4B-6BF4C843810E}"/>
            </c:ext>
          </c:extLst>
        </c:ser>
        <c:ser>
          <c:idx val="0"/>
          <c:order val="3"/>
          <c:tx>
            <c:strRef>
              <c:f>Equity!$K$1</c:f>
              <c:strCache>
                <c:ptCount val="1"/>
                <c:pt idx="0">
                  <c:v> CME </c:v>
                </c:pt>
              </c:strCache>
            </c:strRef>
          </c:tx>
          <c:cat>
            <c:numRef>
              <c:f>Equity!$A$3:$A$480</c:f>
              <c:numCache>
                <c:formatCode>[$-409]mmm\-yy;@</c:formatCode>
                <c:ptCount val="478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Equity!$K$3:$K$50000</c:f>
              <c:numCache>
                <c:formatCode>_(* #,##0_);_(* \(#,##0\);_(* "-"??_);_(@_)</c:formatCode>
                <c:ptCount val="4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0726-415A-9D4B-6BF4C843810E}"/>
            </c:ext>
          </c:extLst>
        </c:ser>
        <c:ser>
          <c:idx val="6"/>
          <c:order val="4"/>
          <c:tx>
            <c:strRef>
              <c:f>Equity!$M$1</c:f>
              <c:strCache>
                <c:ptCount val="1"/>
                <c:pt idx="0">
                  <c:v> ICE </c:v>
                </c:pt>
              </c:strCache>
            </c:strRef>
          </c:tx>
          <c:marker>
            <c:symbol val="none"/>
          </c:marker>
          <c:cat>
            <c:numRef>
              <c:f>Equity!$A$3:$A$480</c:f>
              <c:numCache>
                <c:formatCode>[$-409]mmm\-yy;@</c:formatCode>
                <c:ptCount val="478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Equity!$M$3:$M$50000</c:f>
              <c:numCache>
                <c:formatCode>_(* #,##0_);_(* \(#,##0\);_(* "-"??_);_(@_)</c:formatCode>
                <c:ptCount val="49998"/>
                <c:pt idx="0">
                  <c:v>120972677.62</c:v>
                </c:pt>
                <c:pt idx="1">
                  <c:v>124072301.93000001</c:v>
                </c:pt>
                <c:pt idx="2">
                  <c:v>122895918.64</c:v>
                </c:pt>
                <c:pt idx="3">
                  <c:v>110477632.98999999</c:v>
                </c:pt>
                <c:pt idx="4">
                  <c:v>110204552.06999999</c:v>
                </c:pt>
                <c:pt idx="5">
                  <c:v>96126228.939999998</c:v>
                </c:pt>
                <c:pt idx="6">
                  <c:v>96979820.870000005</c:v>
                </c:pt>
                <c:pt idx="7">
                  <c:v>98111727.939999998</c:v>
                </c:pt>
                <c:pt idx="8">
                  <c:v>86374813.700000003</c:v>
                </c:pt>
                <c:pt idx="9">
                  <c:v>84571956.290000007</c:v>
                </c:pt>
                <c:pt idx="10">
                  <c:v>65945308</c:v>
                </c:pt>
                <c:pt idx="11">
                  <c:v>69200614.560000002</c:v>
                </c:pt>
                <c:pt idx="12">
                  <c:v>62915650.240000002</c:v>
                </c:pt>
                <c:pt idx="13">
                  <c:v>63016005.840000004</c:v>
                </c:pt>
                <c:pt idx="14">
                  <c:v>63719946.289999999</c:v>
                </c:pt>
                <c:pt idx="15">
                  <c:v>23333479.530000001</c:v>
                </c:pt>
                <c:pt idx="16">
                  <c:v>23195881.07</c:v>
                </c:pt>
                <c:pt idx="17">
                  <c:v>23349736.75</c:v>
                </c:pt>
                <c:pt idx="18">
                  <c:v>23301171.609999999</c:v>
                </c:pt>
                <c:pt idx="19">
                  <c:v>23392892.82</c:v>
                </c:pt>
                <c:pt idx="20">
                  <c:v>23337403.120000001</c:v>
                </c:pt>
                <c:pt idx="21">
                  <c:v>23434582.859999999</c:v>
                </c:pt>
                <c:pt idx="22">
                  <c:v>23353742.219999999</c:v>
                </c:pt>
                <c:pt idx="23">
                  <c:v>23452129.640000001</c:v>
                </c:pt>
                <c:pt idx="24">
                  <c:v>23442410.34</c:v>
                </c:pt>
                <c:pt idx="25">
                  <c:v>25321165.34</c:v>
                </c:pt>
                <c:pt idx="26">
                  <c:v>25206032.620000001</c:v>
                </c:pt>
                <c:pt idx="27">
                  <c:v>24632172.359999999</c:v>
                </c:pt>
                <c:pt idx="28">
                  <c:v>24305533.620000001</c:v>
                </c:pt>
                <c:pt idx="29">
                  <c:v>24863585.379999999</c:v>
                </c:pt>
                <c:pt idx="30">
                  <c:v>25177881.780000001</c:v>
                </c:pt>
                <c:pt idx="31">
                  <c:v>25105326.620000001</c:v>
                </c:pt>
                <c:pt idx="32">
                  <c:v>25106942.600000001</c:v>
                </c:pt>
                <c:pt idx="33">
                  <c:v>65267022.833999999</c:v>
                </c:pt>
                <c:pt idx="34">
                  <c:v>64999807.704000004</c:v>
                </c:pt>
                <c:pt idx="35">
                  <c:v>65105239.523999996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0726-415A-9D4B-6BF4C843810E}"/>
            </c:ext>
          </c:extLst>
        </c:ser>
        <c:ser>
          <c:idx val="1"/>
          <c:order val="5"/>
          <c:tx>
            <c:strRef>
              <c:f>Equity!$D$1</c:f>
              <c:strCache>
                <c:ptCount val="1"/>
                <c:pt idx="0">
                  <c:v> Citibank </c:v>
                </c:pt>
              </c:strCache>
            </c:strRef>
          </c:tx>
          <c:marker>
            <c:symbol val="none"/>
          </c:marker>
          <c:cat>
            <c:numRef>
              <c:f>Equity!$A$3:$A$480</c:f>
              <c:numCache>
                <c:formatCode>[$-409]mmm\-yy;@</c:formatCode>
                <c:ptCount val="478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Equity!$D$3:$D$100</c:f>
              <c:numCache>
                <c:formatCode>_(* #,##0_);_(* \(#,##0\);_(* "-"??_);_(@_)</c:formatCode>
                <c:ptCount val="98"/>
                <c:pt idx="0">
                  <c:v>185739577.28049999</c:v>
                </c:pt>
                <c:pt idx="1">
                  <c:v>209031540.5758</c:v>
                </c:pt>
                <c:pt idx="2">
                  <c:v>70193324.3574</c:v>
                </c:pt>
                <c:pt idx="3">
                  <c:v>63496447.080399998</c:v>
                </c:pt>
                <c:pt idx="4">
                  <c:v>55776468.090000004</c:v>
                </c:pt>
                <c:pt idx="5">
                  <c:v>55149172.423</c:v>
                </c:pt>
                <c:pt idx="6">
                  <c:v>57950021.379000001</c:v>
                </c:pt>
                <c:pt idx="7">
                  <c:v>59641542.384999998</c:v>
                </c:pt>
                <c:pt idx="8">
                  <c:v>58334052.053999998</c:v>
                </c:pt>
                <c:pt idx="9">
                  <c:v>221327556.59099999</c:v>
                </c:pt>
                <c:pt idx="10">
                  <c:v>215915657.74949998</c:v>
                </c:pt>
                <c:pt idx="11">
                  <c:v>236187270.71250001</c:v>
                </c:pt>
                <c:pt idx="12">
                  <c:v>247359176.42150003</c:v>
                </c:pt>
                <c:pt idx="13">
                  <c:v>244247451.78</c:v>
                </c:pt>
                <c:pt idx="14">
                  <c:v>657887706.11199999</c:v>
                </c:pt>
                <c:pt idx="15">
                  <c:v>678815163.22600007</c:v>
                </c:pt>
                <c:pt idx="16">
                  <c:v>442283994.90600002</c:v>
                </c:pt>
                <c:pt idx="17">
                  <c:v>463267811.29800004</c:v>
                </c:pt>
                <c:pt idx="18">
                  <c:v>446515129.73199999</c:v>
                </c:pt>
                <c:pt idx="19">
                  <c:v>452347811.52400005</c:v>
                </c:pt>
                <c:pt idx="20">
                  <c:v>47007351.972000003</c:v>
                </c:pt>
                <c:pt idx="21">
                  <c:v>47868241.134000003</c:v>
                </c:pt>
                <c:pt idx="22">
                  <c:v>46918685.435999997</c:v>
                </c:pt>
                <c:pt idx="23">
                  <c:v>49071623.328000002</c:v>
                </c:pt>
                <c:pt idx="24">
                  <c:v>47792786.579999998</c:v>
                </c:pt>
                <c:pt idx="25">
                  <c:v>36945537.174000002</c:v>
                </c:pt>
                <c:pt idx="26">
                  <c:v>36679632.912</c:v>
                </c:pt>
                <c:pt idx="27">
                  <c:v>35046635.597999997</c:v>
                </c:pt>
                <c:pt idx="28">
                  <c:v>0</c:v>
                </c:pt>
                <c:pt idx="29">
                  <c:v>0</c:v>
                </c:pt>
                <c:pt idx="30">
                  <c:v>-4995764.0089999996</c:v>
                </c:pt>
                <c:pt idx="31">
                  <c:v>0</c:v>
                </c:pt>
                <c:pt idx="32">
                  <c:v>0</c:v>
                </c:pt>
                <c:pt idx="33">
                  <c:v>-8004015.1940000001</c:v>
                </c:pt>
                <c:pt idx="34">
                  <c:v>-8164297.9879999999</c:v>
                </c:pt>
                <c:pt idx="35">
                  <c:v>-8187360.2019999996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0726-415A-9D4B-6BF4C843810E}"/>
            </c:ext>
          </c:extLst>
        </c:ser>
        <c:ser>
          <c:idx val="4"/>
          <c:order val="6"/>
          <c:tx>
            <c:strRef>
              <c:f>Equity!$I$1</c:f>
              <c:strCache>
                <c:ptCount val="1"/>
                <c:pt idx="0">
                  <c:v> Merrill Lynch </c:v>
                </c:pt>
              </c:strCache>
            </c:strRef>
          </c:tx>
          <c:marker>
            <c:symbol val="none"/>
          </c:marker>
          <c:cat>
            <c:numRef>
              <c:f>Equity!$A$3:$A$480</c:f>
              <c:numCache>
                <c:formatCode>[$-409]mmm\-yy;@</c:formatCode>
                <c:ptCount val="478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Equity!$I$3:$I$100</c:f>
              <c:numCache>
                <c:formatCode>_(* #,##0_);_(* \(#,##0\);_(* "-"??_);_(@_)</c:formatCode>
                <c:ptCount val="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0726-415A-9D4B-6BF4C843810E}"/>
            </c:ext>
          </c:extLst>
        </c:ser>
        <c:ser>
          <c:idx val="7"/>
          <c:order val="7"/>
          <c:tx>
            <c:strRef>
              <c:f>Equity!$E$1</c:f>
              <c:strCache>
                <c:ptCount val="1"/>
                <c:pt idx="0">
                  <c:v> Bank of America </c:v>
                </c:pt>
              </c:strCache>
            </c:strRef>
          </c:tx>
          <c:marker>
            <c:symbol val="none"/>
          </c:marker>
          <c:cat>
            <c:numRef>
              <c:f>Equity!$A$3:$A$480</c:f>
              <c:numCache>
                <c:formatCode>[$-409]mmm\-yy;@</c:formatCode>
                <c:ptCount val="478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Equity!$E$3:$E$164</c:f>
              <c:numCache>
                <c:formatCode>_(* #,##0_);_(* \(#,##0\);_(* "-"??_);_(@_)</c:formatCode>
                <c:ptCount val="162"/>
                <c:pt idx="0">
                  <c:v>708356703.79999995</c:v>
                </c:pt>
                <c:pt idx="1">
                  <c:v>754963304.08000004</c:v>
                </c:pt>
                <c:pt idx="2">
                  <c:v>736940585.72000003</c:v>
                </c:pt>
                <c:pt idx="3">
                  <c:v>1059407996.4000001</c:v>
                </c:pt>
                <c:pt idx="4">
                  <c:v>1066849395.9400001</c:v>
                </c:pt>
                <c:pt idx="5">
                  <c:v>868053671.46000004</c:v>
                </c:pt>
                <c:pt idx="6">
                  <c:v>635277273.29999995</c:v>
                </c:pt>
                <c:pt idx="7">
                  <c:v>631782388.74000001</c:v>
                </c:pt>
                <c:pt idx="8">
                  <c:v>621349069.52999997</c:v>
                </c:pt>
                <c:pt idx="9">
                  <c:v>446321874.29999995</c:v>
                </c:pt>
                <c:pt idx="10">
                  <c:v>436051450.10000002</c:v>
                </c:pt>
                <c:pt idx="11">
                  <c:v>288861580.91000003</c:v>
                </c:pt>
                <c:pt idx="12">
                  <c:v>302471204.62</c:v>
                </c:pt>
                <c:pt idx="13">
                  <c:v>307182808.44</c:v>
                </c:pt>
                <c:pt idx="14">
                  <c:v>323665808.35000002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136997964.28799999</c:v>
                </c:pt>
                <c:pt idx="19">
                  <c:v>139312867.31999999</c:v>
                </c:pt>
                <c:pt idx="20">
                  <c:v>903661503.02199996</c:v>
                </c:pt>
                <c:pt idx="21">
                  <c:v>1541796079.707</c:v>
                </c:pt>
                <c:pt idx="22">
                  <c:v>1976281860.6299999</c:v>
                </c:pt>
                <c:pt idx="23">
                  <c:v>2422700138.3600006</c:v>
                </c:pt>
                <c:pt idx="24">
                  <c:v>2443010317.0380001</c:v>
                </c:pt>
                <c:pt idx="25">
                  <c:v>2492380509.9860001</c:v>
                </c:pt>
                <c:pt idx="26">
                  <c:v>2701004562.756</c:v>
                </c:pt>
                <c:pt idx="27">
                  <c:v>2447285257.0839996</c:v>
                </c:pt>
                <c:pt idx="28">
                  <c:v>1889470630.921</c:v>
                </c:pt>
                <c:pt idx="29">
                  <c:v>1513222850.118</c:v>
                </c:pt>
                <c:pt idx="30">
                  <c:v>1581524510.1389999</c:v>
                </c:pt>
                <c:pt idx="31">
                  <c:v>1543311033.4980001</c:v>
                </c:pt>
                <c:pt idx="32">
                  <c:v>1580223118.813</c:v>
                </c:pt>
                <c:pt idx="33">
                  <c:v>1634330536.8790002</c:v>
                </c:pt>
                <c:pt idx="34">
                  <c:v>1674313677.02</c:v>
                </c:pt>
                <c:pt idx="35">
                  <c:v>1999535796.3000002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0726-415A-9D4B-6BF4C843810E}"/>
            </c:ext>
          </c:extLst>
        </c:ser>
        <c:ser>
          <c:idx val="8"/>
          <c:order val="8"/>
          <c:tx>
            <c:strRef>
              <c:f>Equity!$H$1</c:f>
              <c:strCache>
                <c:ptCount val="1"/>
                <c:pt idx="0">
                  <c:v> Barclays </c:v>
                </c:pt>
              </c:strCache>
            </c:strRef>
          </c:tx>
          <c:marker>
            <c:symbol val="none"/>
          </c:marker>
          <c:cat>
            <c:numRef>
              <c:f>Equity!$A$3:$A$480</c:f>
              <c:numCache>
                <c:formatCode>[$-409]mmm\-yy;@</c:formatCode>
                <c:ptCount val="478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Equity!$H$3:$H$519</c:f>
              <c:numCache>
                <c:formatCode>_(* #,##0_);_(* \(#,##0\);_(* "-"??_);_(@_)</c:formatCode>
                <c:ptCount val="517"/>
                <c:pt idx="0">
                  <c:v>755989541.32999992</c:v>
                </c:pt>
                <c:pt idx="1">
                  <c:v>714784475.85000002</c:v>
                </c:pt>
                <c:pt idx="2">
                  <c:v>698141408.61000013</c:v>
                </c:pt>
                <c:pt idx="3">
                  <c:v>425552877.36000001</c:v>
                </c:pt>
                <c:pt idx="4">
                  <c:v>423841161.45000005</c:v>
                </c:pt>
                <c:pt idx="5">
                  <c:v>135652381.20999998</c:v>
                </c:pt>
                <c:pt idx="6">
                  <c:v>433945135.87999994</c:v>
                </c:pt>
                <c:pt idx="7">
                  <c:v>447541967.75999999</c:v>
                </c:pt>
                <c:pt idx="8">
                  <c:v>395007971.73000002</c:v>
                </c:pt>
                <c:pt idx="9">
                  <c:v>406210640.31999999</c:v>
                </c:pt>
                <c:pt idx="10">
                  <c:v>110708538.43000001</c:v>
                </c:pt>
                <c:pt idx="11">
                  <c:v>119763485.03</c:v>
                </c:pt>
                <c:pt idx="12">
                  <c:v>124882114.3</c:v>
                </c:pt>
                <c:pt idx="13">
                  <c:v>15622363.68</c:v>
                </c:pt>
                <c:pt idx="14">
                  <c:v>15704156.16</c:v>
                </c:pt>
                <c:pt idx="15">
                  <c:v>8795967.75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156477385.97999999</c:v>
                </c:pt>
                <c:pt idx="22">
                  <c:v>155321802.72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8-0726-415A-9D4B-6BF4C843810E}"/>
            </c:ext>
          </c:extLst>
        </c:ser>
        <c:ser>
          <c:idx val="9"/>
          <c:order val="9"/>
          <c:tx>
            <c:strRef>
              <c:f>Equity!$F$1</c:f>
              <c:strCache>
                <c:ptCount val="1"/>
                <c:pt idx="0">
                  <c:v> BNP Paribas </c:v>
                </c:pt>
              </c:strCache>
            </c:strRef>
          </c:tx>
          <c:marker>
            <c:symbol val="none"/>
          </c:marker>
          <c:cat>
            <c:numRef>
              <c:f>Equity!$A$3:$A$480</c:f>
              <c:numCache>
                <c:formatCode>[$-409]mmm\-yy;@</c:formatCode>
                <c:ptCount val="478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Equity!$F$3:$F$371</c:f>
              <c:numCache>
                <c:formatCode>_(* #,##0_);_(* \(#,##0\);_(* "-"??_);_(@_)</c:formatCode>
                <c:ptCount val="369"/>
                <c:pt idx="0">
                  <c:v>52264103.789999999</c:v>
                </c:pt>
                <c:pt idx="1">
                  <c:v>53740634.730000004</c:v>
                </c:pt>
                <c:pt idx="2">
                  <c:v>53333315.850000001</c:v>
                </c:pt>
                <c:pt idx="3">
                  <c:v>52951454.399999999</c:v>
                </c:pt>
                <c:pt idx="4">
                  <c:v>45531157.68</c:v>
                </c:pt>
                <c:pt idx="5">
                  <c:v>32776886.600000001</c:v>
                </c:pt>
                <c:pt idx="6">
                  <c:v>11008106.960000001</c:v>
                </c:pt>
                <c:pt idx="7">
                  <c:v>0</c:v>
                </c:pt>
                <c:pt idx="8">
                  <c:v>0</c:v>
                </c:pt>
                <c:pt idx="9">
                  <c:v>11137294</c:v>
                </c:pt>
                <c:pt idx="10">
                  <c:v>23136609.600000001</c:v>
                </c:pt>
                <c:pt idx="11">
                  <c:v>23247843.300000001</c:v>
                </c:pt>
                <c:pt idx="12">
                  <c:v>23559297.66</c:v>
                </c:pt>
                <c:pt idx="13">
                  <c:v>23370200.369999997</c:v>
                </c:pt>
                <c:pt idx="14">
                  <c:v>33760573.439999998</c:v>
                </c:pt>
                <c:pt idx="15">
                  <c:v>22586338.800000001</c:v>
                </c:pt>
                <c:pt idx="16">
                  <c:v>22479547.600000001</c:v>
                </c:pt>
                <c:pt idx="17">
                  <c:v>10268016</c:v>
                </c:pt>
                <c:pt idx="18">
                  <c:v>136997964.28799999</c:v>
                </c:pt>
                <c:pt idx="19">
                  <c:v>0</c:v>
                </c:pt>
                <c:pt idx="20">
                  <c:v>12257198.59</c:v>
                </c:pt>
                <c:pt idx="21">
                  <c:v>12222294.369999999</c:v>
                </c:pt>
                <c:pt idx="22">
                  <c:v>12210659.630000001</c:v>
                </c:pt>
                <c:pt idx="23">
                  <c:v>12280468.07</c:v>
                </c:pt>
                <c:pt idx="24">
                  <c:v>6262570.7199999997</c:v>
                </c:pt>
                <c:pt idx="25">
                  <c:v>12245563.85</c:v>
                </c:pt>
                <c:pt idx="26">
                  <c:v>12193207.52</c:v>
                </c:pt>
                <c:pt idx="27">
                  <c:v>12041955.9</c:v>
                </c:pt>
                <c:pt idx="28">
                  <c:v>566950651.62199998</c:v>
                </c:pt>
                <c:pt idx="29">
                  <c:v>599454083.36800003</c:v>
                </c:pt>
                <c:pt idx="30">
                  <c:v>645996276.88759995</c:v>
                </c:pt>
                <c:pt idx="31">
                  <c:v>653799245.90719998</c:v>
                </c:pt>
                <c:pt idx="32">
                  <c:v>1015551242.733</c:v>
                </c:pt>
                <c:pt idx="33">
                  <c:v>1576797715.0311999</c:v>
                </c:pt>
                <c:pt idx="34">
                  <c:v>1591063767.2855999</c:v>
                </c:pt>
                <c:pt idx="35">
                  <c:v>1592255031.3213999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9-0726-415A-9D4B-6BF4C843810E}"/>
            </c:ext>
          </c:extLst>
        </c:ser>
        <c:ser>
          <c:idx val="10"/>
          <c:order val="10"/>
          <c:tx>
            <c:strRef>
              <c:f>Equity!$L$1</c:f>
              <c:strCache>
                <c:ptCount val="1"/>
                <c:pt idx="0">
                  <c:v> Morgan Stanley </c:v>
                </c:pt>
              </c:strCache>
            </c:strRef>
          </c:tx>
          <c:marker>
            <c:symbol val="none"/>
          </c:marker>
          <c:cat>
            <c:numRef>
              <c:f>Equity!$A$3:$A$480</c:f>
              <c:numCache>
                <c:formatCode>[$-409]mmm\-yy;@</c:formatCode>
                <c:ptCount val="478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Equity!$L$3:$L$471</c:f>
              <c:numCache>
                <c:formatCode>_(* #,##0_);_(* \(#,##0\);_(* "-"??_);_(@_)</c:formatCode>
                <c:ptCount val="469"/>
                <c:pt idx="0">
                  <c:v>303810520.69999999</c:v>
                </c:pt>
                <c:pt idx="1">
                  <c:v>190171021.48000002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7014083.450000003</c:v>
                </c:pt>
                <c:pt idx="14">
                  <c:v>7050806.3999999985</c:v>
                </c:pt>
                <c:pt idx="15">
                  <c:v>7060821.75</c:v>
                </c:pt>
                <c:pt idx="16">
                  <c:v>7027437.25</c:v>
                </c:pt>
                <c:pt idx="17">
                  <c:v>7050806.3999999985</c:v>
                </c:pt>
                <c:pt idx="18">
                  <c:v>17253220.799999997</c:v>
                </c:pt>
                <c:pt idx="19">
                  <c:v>17220420</c:v>
                </c:pt>
                <c:pt idx="20">
                  <c:v>17277821.399999995</c:v>
                </c:pt>
                <c:pt idx="21">
                  <c:v>148331294.94</c:v>
                </c:pt>
                <c:pt idx="22">
                  <c:v>147346703.16</c:v>
                </c:pt>
                <c:pt idx="23">
                  <c:v>17310622.200000003</c:v>
                </c:pt>
                <c:pt idx="24">
                  <c:v>17277821.399999995</c:v>
                </c:pt>
                <c:pt idx="25">
                  <c:v>42154281.5</c:v>
                </c:pt>
                <c:pt idx="26">
                  <c:v>42096279.700000003</c:v>
                </c:pt>
                <c:pt idx="27">
                  <c:v>97450116.320500001</c:v>
                </c:pt>
                <c:pt idx="28">
                  <c:v>134939099.5345</c:v>
                </c:pt>
                <c:pt idx="29">
                  <c:v>139635262.54249999</c:v>
                </c:pt>
                <c:pt idx="30">
                  <c:v>211381235.7432</c:v>
                </c:pt>
                <c:pt idx="31">
                  <c:v>217162931.33239999</c:v>
                </c:pt>
                <c:pt idx="32">
                  <c:v>220144778.14200002</c:v>
                </c:pt>
                <c:pt idx="33">
                  <c:v>281089155.22620004</c:v>
                </c:pt>
                <c:pt idx="34">
                  <c:v>281456806.50559998</c:v>
                </c:pt>
                <c:pt idx="35">
                  <c:v>270042226.49139994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A-0726-415A-9D4B-6BF4C843810E}"/>
            </c:ext>
          </c:extLst>
        </c:ser>
        <c:ser>
          <c:idx val="11"/>
          <c:order val="11"/>
          <c:tx>
            <c:strRef>
              <c:f>Equity!$N$1</c:f>
              <c:strCache>
                <c:ptCount val="1"/>
                <c:pt idx="0">
                  <c:v> Canadian </c:v>
                </c:pt>
              </c:strCache>
            </c:strRef>
          </c:tx>
          <c:marker>
            <c:symbol val="none"/>
          </c:marker>
          <c:cat>
            <c:numRef>
              <c:f>Equity!$A$3:$A$480</c:f>
              <c:numCache>
                <c:formatCode>[$-409]mmm\-yy;@</c:formatCode>
                <c:ptCount val="478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Equity!$N$3:$N$331</c:f>
              <c:numCache>
                <c:formatCode>_(* #,##0_);_(* \(#,##0\);_(* "-"??_);_(@_)</c:formatCode>
                <c:ptCount val="32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B-0726-415A-9D4B-6BF4C843810E}"/>
            </c:ext>
          </c:extLst>
        </c:ser>
        <c:ser>
          <c:idx val="12"/>
          <c:order val="12"/>
          <c:tx>
            <c:strRef>
              <c:f>Equity!$G$1</c:f>
              <c:strCache>
                <c:ptCount val="1"/>
                <c:pt idx="0">
                  <c:v> Soc Gen </c:v>
                </c:pt>
              </c:strCache>
            </c:strRef>
          </c:tx>
          <c:marker>
            <c:symbol val="none"/>
          </c:marker>
          <c:cat>
            <c:numRef>
              <c:f>Equity!$A$3:$A$480</c:f>
              <c:numCache>
                <c:formatCode>[$-409]mmm\-yy;@</c:formatCode>
                <c:ptCount val="478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Equity!$G$3:$G$634</c:f>
              <c:numCache>
                <c:formatCode>_(* #,##0_);_(* \(#,##0\);_(* "-"??_);_(@_)</c:formatCode>
                <c:ptCount val="632"/>
                <c:pt idx="0">
                  <c:v>10918152.388499999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C-0726-415A-9D4B-6BF4C84381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26304384"/>
        <c:axId val="226305920"/>
      </c:lineChart>
      <c:dateAx>
        <c:axId val="226304384"/>
        <c:scaling>
          <c:orientation val="minMax"/>
        </c:scaling>
        <c:delete val="0"/>
        <c:axPos val="b"/>
        <c:numFmt formatCode="[$-409]mmm\-yy;@" sourceLinked="1"/>
        <c:majorTickMark val="none"/>
        <c:minorTickMark val="none"/>
        <c:tickLblPos val="low"/>
        <c:crossAx val="226305920"/>
        <c:crosses val="autoZero"/>
        <c:auto val="1"/>
        <c:lblOffset val="100"/>
        <c:baseTimeUnit val="months"/>
      </c:dateAx>
      <c:valAx>
        <c:axId val="226305920"/>
        <c:scaling>
          <c:orientation val="minMax"/>
        </c:scaling>
        <c:delete val="0"/>
        <c:axPos val="l"/>
        <c:majorGridlines/>
        <c:numFmt formatCode="_(* #,##0_);_(* \(#,##0\);_(* &quot;-&quot;??_);_(@_)" sourceLinked="1"/>
        <c:majorTickMark val="none"/>
        <c:minorTickMark val="none"/>
        <c:tickLblPos val="nextTo"/>
        <c:spPr>
          <a:ln w="9525">
            <a:noFill/>
          </a:ln>
        </c:spPr>
        <c:crossAx val="226304384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  <c:externalData r:id="rId2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/>
            </a:pPr>
            <a:r>
              <a:rPr lang="en-US"/>
              <a:t>Commodity Counterparty Exposure - ex Trend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3"/>
          <c:order val="0"/>
          <c:tx>
            <c:strRef>
              <c:f>Commodity!$F$1</c:f>
              <c:strCache>
                <c:ptCount val="1"/>
                <c:pt idx="0">
                  <c:v> ICE Clear US </c:v>
                </c:pt>
              </c:strCache>
            </c:strRef>
          </c:tx>
          <c:marker>
            <c:symbol val="none"/>
          </c:marker>
          <c:cat>
            <c:numRef>
              <c:f>Commodity!$A$3:$A$194</c:f>
              <c:numCache>
                <c:formatCode>[$-409]mmm\-yy;@</c:formatCode>
                <c:ptCount val="192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Commodity!$F$3:$F$10000</c:f>
              <c:numCache>
                <c:formatCode>_(* #,##0_);_(* \(#,##0\);_(* "-"??_);_(@_)</c:formatCode>
                <c:ptCount val="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A7E-4E07-B4BA-5F287ECD3A8C}"/>
            </c:ext>
          </c:extLst>
        </c:ser>
        <c:ser>
          <c:idx val="5"/>
          <c:order val="1"/>
          <c:tx>
            <c:strRef>
              <c:f>Commodity!$C$1</c:f>
              <c:strCache>
                <c:ptCount val="1"/>
                <c:pt idx="0">
                  <c:v> JP Morgan </c:v>
                </c:pt>
              </c:strCache>
            </c:strRef>
          </c:tx>
          <c:marker>
            <c:symbol val="none"/>
          </c:marker>
          <c:cat>
            <c:numRef>
              <c:f>Commodity!$A$3:$A$194</c:f>
              <c:numCache>
                <c:formatCode>[$-409]mmm\-yy;@</c:formatCode>
                <c:ptCount val="192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Commodity!$C$3:$C$50000</c:f>
              <c:numCache>
                <c:formatCode>_(* #,##0_);_(* \(#,##0\);_(* "-"??_);_(@_)</c:formatCode>
                <c:ptCount val="49998"/>
                <c:pt idx="0">
                  <c:v>114060377.31479999</c:v>
                </c:pt>
                <c:pt idx="1">
                  <c:v>113501507.9436</c:v>
                </c:pt>
                <c:pt idx="2">
                  <c:v>108168081.3423</c:v>
                </c:pt>
                <c:pt idx="3">
                  <c:v>107945331.44850001</c:v>
                </c:pt>
                <c:pt idx="4">
                  <c:v>107134163.7282</c:v>
                </c:pt>
                <c:pt idx="5">
                  <c:v>101095749.02069999</c:v>
                </c:pt>
                <c:pt idx="6">
                  <c:v>105179326.9884</c:v>
                </c:pt>
                <c:pt idx="7">
                  <c:v>111759726.23549999</c:v>
                </c:pt>
                <c:pt idx="8">
                  <c:v>110903424.0615</c:v>
                </c:pt>
                <c:pt idx="9">
                  <c:v>156435732.49150002</c:v>
                </c:pt>
                <c:pt idx="10">
                  <c:v>110425917.31290001</c:v>
                </c:pt>
                <c:pt idx="11">
                  <c:v>145938354.23000002</c:v>
                </c:pt>
                <c:pt idx="12">
                  <c:v>165013048.75</c:v>
                </c:pt>
                <c:pt idx="13">
                  <c:v>165669579.625</c:v>
                </c:pt>
                <c:pt idx="14">
                  <c:v>163232639.625</c:v>
                </c:pt>
                <c:pt idx="15">
                  <c:v>183548403.95819998</c:v>
                </c:pt>
                <c:pt idx="16">
                  <c:v>188487716.4012</c:v>
                </c:pt>
                <c:pt idx="17">
                  <c:v>191796746.3865</c:v>
                </c:pt>
                <c:pt idx="18">
                  <c:v>210846864.954</c:v>
                </c:pt>
                <c:pt idx="19">
                  <c:v>202336901.85750002</c:v>
                </c:pt>
                <c:pt idx="20">
                  <c:v>258206915.60720003</c:v>
                </c:pt>
                <c:pt idx="21">
                  <c:v>270759753.0176</c:v>
                </c:pt>
                <c:pt idx="22">
                  <c:v>265742052.04960001</c:v>
                </c:pt>
                <c:pt idx="23">
                  <c:v>266822857.15680003</c:v>
                </c:pt>
                <c:pt idx="24">
                  <c:v>196542536.49059999</c:v>
                </c:pt>
                <c:pt idx="25">
                  <c:v>188313429.38939998</c:v>
                </c:pt>
                <c:pt idx="26">
                  <c:v>189780223.6785</c:v>
                </c:pt>
                <c:pt idx="27">
                  <c:v>139236728.6058</c:v>
                </c:pt>
                <c:pt idx="28">
                  <c:v>132541124.6313</c:v>
                </c:pt>
                <c:pt idx="29">
                  <c:v>131777053.50740001</c:v>
                </c:pt>
                <c:pt idx="30">
                  <c:v>134951295.53569999</c:v>
                </c:pt>
                <c:pt idx="31">
                  <c:v>134338463.01120001</c:v>
                </c:pt>
                <c:pt idx="32">
                  <c:v>145926393.04319999</c:v>
                </c:pt>
                <c:pt idx="33">
                  <c:v>149064536.0864</c:v>
                </c:pt>
                <c:pt idx="34">
                  <c:v>153378740.2719</c:v>
                </c:pt>
                <c:pt idx="35">
                  <c:v>158290484.72600001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A7E-4E07-B4BA-5F287ECD3A8C}"/>
            </c:ext>
          </c:extLst>
        </c:ser>
        <c:ser>
          <c:idx val="0"/>
          <c:order val="2"/>
          <c:tx>
            <c:strRef>
              <c:f>Commodity!$E$1</c:f>
              <c:strCache>
                <c:ptCount val="1"/>
                <c:pt idx="0">
                  <c:v> CME </c:v>
                </c:pt>
              </c:strCache>
            </c:strRef>
          </c:tx>
          <c:marker>
            <c:symbol val="none"/>
          </c:marker>
          <c:cat>
            <c:numRef>
              <c:f>Commodity!$A$3:$A$194</c:f>
              <c:numCache>
                <c:formatCode>[$-409]mmm\-yy;@</c:formatCode>
                <c:ptCount val="192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Commodity!$E$3:$E$50000</c:f>
              <c:numCache>
                <c:formatCode>_(* #,##0_);_(* \(#,##0\);_(* "-"??_);_(@_)</c:formatCode>
                <c:ptCount val="4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9A7E-4E07-B4BA-5F287ECD3A8C}"/>
            </c:ext>
          </c:extLst>
        </c:ser>
        <c:ser>
          <c:idx val="1"/>
          <c:order val="3"/>
          <c:tx>
            <c:strRef>
              <c:f>Commodity!$G$1</c:f>
              <c:strCache>
                <c:ptCount val="1"/>
                <c:pt idx="0">
                  <c:v> ICE Europe </c:v>
                </c:pt>
              </c:strCache>
            </c:strRef>
          </c:tx>
          <c:marker>
            <c:symbol val="none"/>
          </c:marker>
          <c:cat>
            <c:numRef>
              <c:f>Commodity!$A$3:$A$194</c:f>
              <c:numCache>
                <c:formatCode>[$-409]mmm\-yy;@</c:formatCode>
                <c:ptCount val="192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Commodity!$G$3:$G$50000</c:f>
              <c:numCache>
                <c:formatCode>_(* #,##0_);_(* \(#,##0\);_(* "-"??_);_(@_)</c:formatCode>
                <c:ptCount val="4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9A7E-4E07-B4BA-5F287ECD3A8C}"/>
            </c:ext>
          </c:extLst>
        </c:ser>
        <c:ser>
          <c:idx val="4"/>
          <c:order val="4"/>
          <c:tx>
            <c:strRef>
              <c:f>Commodity!$H$1</c:f>
              <c:strCache>
                <c:ptCount val="1"/>
                <c:pt idx="0">
                  <c:v> LME </c:v>
                </c:pt>
              </c:strCache>
            </c:strRef>
          </c:tx>
          <c:marker>
            <c:symbol val="none"/>
          </c:marker>
          <c:cat>
            <c:numRef>
              <c:f>Commodity!$A$3:$A$194</c:f>
              <c:numCache>
                <c:formatCode>[$-409]mmm\-yy;@</c:formatCode>
                <c:ptCount val="192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Commodity!$H$3:$H$10000</c:f>
              <c:numCache>
                <c:formatCode>_(* #,##0_);_(* \(#,##0\);_(* "-"??_);_(@_)</c:formatCode>
                <c:ptCount val="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9A7E-4E07-B4BA-5F287ECD3A8C}"/>
            </c:ext>
          </c:extLst>
        </c:ser>
        <c:ser>
          <c:idx val="6"/>
          <c:order val="5"/>
          <c:tx>
            <c:strRef>
              <c:f>Commodity!$B$1</c:f>
              <c:strCache>
                <c:ptCount val="1"/>
                <c:pt idx="0">
                  <c:v> Goldman Sachs </c:v>
                </c:pt>
              </c:strCache>
            </c:strRef>
          </c:tx>
          <c:marker>
            <c:symbol val="none"/>
          </c:marker>
          <c:cat>
            <c:numRef>
              <c:f>Commodity!$A$3:$A$194</c:f>
              <c:numCache>
                <c:formatCode>[$-409]mmm\-yy;@</c:formatCode>
                <c:ptCount val="192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Commodity!$B$3:$B$100</c:f>
              <c:numCache>
                <c:formatCode>_(* #,##0_);_(* \(#,##0\);_(* "-"??_);_(@_)</c:formatCode>
                <c:ptCount val="98"/>
                <c:pt idx="0">
                  <c:v>0</c:v>
                </c:pt>
                <c:pt idx="1">
                  <c:v>0</c:v>
                </c:pt>
                <c:pt idx="2">
                  <c:v>204568396</c:v>
                </c:pt>
                <c:pt idx="3">
                  <c:v>204147129</c:v>
                </c:pt>
                <c:pt idx="4">
                  <c:v>202613042</c:v>
                </c:pt>
                <c:pt idx="5">
                  <c:v>191193141</c:v>
                </c:pt>
                <c:pt idx="6">
                  <c:v>198916038</c:v>
                </c:pt>
                <c:pt idx="7">
                  <c:v>241183199</c:v>
                </c:pt>
                <c:pt idx="8">
                  <c:v>239335255</c:v>
                </c:pt>
                <c:pt idx="9">
                  <c:v>237673507</c:v>
                </c:pt>
                <c:pt idx="10">
                  <c:v>254730028</c:v>
                </c:pt>
                <c:pt idx="11">
                  <c:v>248991879</c:v>
                </c:pt>
                <c:pt idx="12">
                  <c:v>242294858</c:v>
                </c:pt>
                <c:pt idx="13">
                  <c:v>243258867</c:v>
                </c:pt>
                <c:pt idx="14">
                  <c:v>239680616</c:v>
                </c:pt>
                <c:pt idx="15">
                  <c:v>247609587</c:v>
                </c:pt>
                <c:pt idx="16">
                  <c:v>211272800</c:v>
                </c:pt>
                <c:pt idx="17">
                  <c:v>214981837</c:v>
                </c:pt>
                <c:pt idx="18">
                  <c:v>211675382</c:v>
                </c:pt>
                <c:pt idx="19">
                  <c:v>203131979</c:v>
                </c:pt>
                <c:pt idx="20">
                  <c:v>203230935</c:v>
                </c:pt>
                <c:pt idx="21">
                  <c:v>156111045</c:v>
                </c:pt>
                <c:pt idx="22">
                  <c:v>153218006</c:v>
                </c:pt>
                <c:pt idx="23">
                  <c:v>153841162</c:v>
                </c:pt>
                <c:pt idx="24">
                  <c:v>155409278</c:v>
                </c:pt>
                <c:pt idx="25">
                  <c:v>161553892</c:v>
                </c:pt>
                <c:pt idx="26">
                  <c:v>149812362</c:v>
                </c:pt>
                <c:pt idx="27">
                  <c:v>155698518.36059999</c:v>
                </c:pt>
                <c:pt idx="28">
                  <c:v>148211301.23910001</c:v>
                </c:pt>
                <c:pt idx="29">
                  <c:v>147356894.9118</c:v>
                </c:pt>
                <c:pt idx="30">
                  <c:v>99306458.385199994</c:v>
                </c:pt>
                <c:pt idx="31">
                  <c:v>98855494.003199995</c:v>
                </c:pt>
                <c:pt idx="32">
                  <c:v>100759837.5168</c:v>
                </c:pt>
                <c:pt idx="33">
                  <c:v>41426752.223999999</c:v>
                </c:pt>
                <c:pt idx="34">
                  <c:v>42625719.278999999</c:v>
                </c:pt>
                <c:pt idx="35">
                  <c:v>43990749.659999996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9A7E-4E07-B4BA-5F287ECD3A8C}"/>
            </c:ext>
          </c:extLst>
        </c:ser>
        <c:ser>
          <c:idx val="7"/>
          <c:order val="6"/>
          <c:tx>
            <c:strRef>
              <c:f>Commodity!$D$1</c:f>
              <c:strCache>
                <c:ptCount val="1"/>
                <c:pt idx="0">
                  <c:v> Soc Gen </c:v>
                </c:pt>
              </c:strCache>
            </c:strRef>
          </c:tx>
          <c:marker>
            <c:symbol val="none"/>
          </c:marker>
          <c:cat>
            <c:numRef>
              <c:f>Commodity!$A$3:$A$194</c:f>
              <c:numCache>
                <c:formatCode>[$-409]mmm\-yy;@</c:formatCode>
                <c:ptCount val="192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Commodity!$D$3:$D$246</c:f>
              <c:numCache>
                <c:formatCode>_(* #,##0_);_(* \(#,##0\);_(* "-"??_);_(@_)</c:formatCode>
                <c:ptCount val="244"/>
                <c:pt idx="0">
                  <c:v>315215938.71560001</c:v>
                </c:pt>
                <c:pt idx="1">
                  <c:v>313671453.78920001</c:v>
                </c:pt>
                <c:pt idx="2">
                  <c:v>109363629.55319999</c:v>
                </c:pt>
                <c:pt idx="3">
                  <c:v>124138445.9575</c:v>
                </c:pt>
                <c:pt idx="4">
                  <c:v>123205593.199</c:v>
                </c:pt>
                <c:pt idx="5">
                  <c:v>116261342.73650001</c:v>
                </c:pt>
                <c:pt idx="6">
                  <c:v>120957507.138</c:v>
                </c:pt>
                <c:pt idx="7">
                  <c:v>98702792.912499994</c:v>
                </c:pt>
                <c:pt idx="8">
                  <c:v>87946626.391499996</c:v>
                </c:pt>
                <c:pt idx="9">
                  <c:v>41033666.081500001</c:v>
                </c:pt>
                <c:pt idx="10">
                  <c:v>41142652.048900001</c:v>
                </c:pt>
                <c:pt idx="11">
                  <c:v>40215856.536400005</c:v>
                </c:pt>
                <c:pt idx="12">
                  <c:v>39134188.957000002</c:v>
                </c:pt>
                <c:pt idx="13">
                  <c:v>39289890.603100002</c:v>
                </c:pt>
                <c:pt idx="14">
                  <c:v>38711950.427100003</c:v>
                </c:pt>
                <c:pt idx="15">
                  <c:v>25076796.326000001</c:v>
                </c:pt>
                <c:pt idx="16">
                  <c:v>25751616.316</c:v>
                </c:pt>
                <c:pt idx="17">
                  <c:v>26203703.445</c:v>
                </c:pt>
                <c:pt idx="18">
                  <c:v>25800686.252</c:v>
                </c:pt>
                <c:pt idx="19">
                  <c:v>24759348.085000001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9A7E-4E07-B4BA-5F287ECD3A8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50742272"/>
        <c:axId val="250743808"/>
      </c:lineChart>
      <c:dateAx>
        <c:axId val="250742272"/>
        <c:scaling>
          <c:orientation val="minMax"/>
        </c:scaling>
        <c:delete val="0"/>
        <c:axPos val="b"/>
        <c:numFmt formatCode="[$-409]mmm\-yy;@" sourceLinked="1"/>
        <c:majorTickMark val="none"/>
        <c:minorTickMark val="none"/>
        <c:tickLblPos val="low"/>
        <c:crossAx val="250743808"/>
        <c:crosses val="autoZero"/>
        <c:auto val="1"/>
        <c:lblOffset val="100"/>
        <c:baseTimeUnit val="months"/>
      </c:dateAx>
      <c:valAx>
        <c:axId val="250743808"/>
        <c:scaling>
          <c:orientation val="minMax"/>
        </c:scaling>
        <c:delete val="0"/>
        <c:axPos val="l"/>
        <c:majorGridlines/>
        <c:numFmt formatCode="_(* #,##0_);_(* \(#,##0\);_(* &quot;-&quot;??_);_(@_)" sourceLinked="1"/>
        <c:majorTickMark val="none"/>
        <c:minorTickMark val="none"/>
        <c:tickLblPos val="nextTo"/>
        <c:spPr>
          <a:ln w="9525">
            <a:noFill/>
          </a:ln>
        </c:spPr>
        <c:crossAx val="250742272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  <c:externalData r:id="rId2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/>
            </a:pPr>
            <a:r>
              <a:rPr lang="en-US"/>
              <a:t>Currency Counterparty Exposure - ex Trend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9.8684780373223688E-2"/>
          <c:y val="8.1932678088602925E-2"/>
          <c:w val="0.8882816595437063"/>
          <c:h val="0.78979737805004258"/>
        </c:manualLayout>
      </c:layout>
      <c:lineChart>
        <c:grouping val="standard"/>
        <c:varyColors val="0"/>
        <c:ser>
          <c:idx val="1"/>
          <c:order val="0"/>
          <c:tx>
            <c:strRef>
              <c:f>Currency!$B$1</c:f>
              <c:strCache>
                <c:ptCount val="1"/>
                <c:pt idx="0">
                  <c:v> Barclays </c:v>
                </c:pt>
              </c:strCache>
            </c:strRef>
          </c:tx>
          <c:marker>
            <c:symbol val="none"/>
          </c:marker>
          <c:cat>
            <c:numRef>
              <c:f>Currency!$A$3:$A$223</c:f>
              <c:numCache>
                <c:formatCode>[$-409]mmm\-yy;@</c:formatCode>
                <c:ptCount val="221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Currency!$B$3:$B$50000</c:f>
              <c:numCache>
                <c:formatCode>_(* #,##0_);_(* \(#,##0\);_(* "-"??_);_(@_)</c:formatCode>
                <c:ptCount val="4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326-498A-A2D8-7602A02A1722}"/>
            </c:ext>
          </c:extLst>
        </c:ser>
        <c:ser>
          <c:idx val="0"/>
          <c:order val="1"/>
          <c:tx>
            <c:strRef>
              <c:f>Currency!$C$1</c:f>
              <c:strCache>
                <c:ptCount val="1"/>
                <c:pt idx="0">
                  <c:v> Bank America </c:v>
                </c:pt>
              </c:strCache>
            </c:strRef>
          </c:tx>
          <c:marker>
            <c:symbol val="none"/>
          </c:marker>
          <c:cat>
            <c:numRef>
              <c:f>Currency!$A$3:$A$223</c:f>
              <c:numCache>
                <c:formatCode>[$-409]mmm\-yy;@</c:formatCode>
                <c:ptCount val="221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Currency!$C$3:$C$50000</c:f>
              <c:numCache>
                <c:formatCode>_(* #,##0_);_(* \(#,##0\);_(* "-"??_);_(@_)</c:formatCode>
                <c:ptCount val="4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326-498A-A2D8-7602A02A1722}"/>
            </c:ext>
          </c:extLst>
        </c:ser>
        <c:ser>
          <c:idx val="2"/>
          <c:order val="2"/>
          <c:tx>
            <c:strRef>
              <c:f>Currency!$D$1</c:f>
              <c:strCache>
                <c:ptCount val="1"/>
                <c:pt idx="0">
                  <c:v> Goldman Sachs </c:v>
                </c:pt>
              </c:strCache>
            </c:strRef>
          </c:tx>
          <c:spPr>
            <a:ln>
              <a:solidFill>
                <a:srgbClr val="FFC000"/>
              </a:solidFill>
            </a:ln>
          </c:spPr>
          <c:marker>
            <c:symbol val="none"/>
          </c:marker>
          <c:cat>
            <c:numRef>
              <c:f>Currency!$A$3:$A$223</c:f>
              <c:numCache>
                <c:formatCode>[$-409]mmm\-yy;@</c:formatCode>
                <c:ptCount val="221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Currency!$D$3:$D$123</c:f>
              <c:numCache>
                <c:formatCode>_(* #,##0_);_(* \(#,##0\);_(* "-"??_);_(@_)</c:formatCode>
                <c:ptCount val="12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326-498A-A2D8-7602A02A1722}"/>
            </c:ext>
          </c:extLst>
        </c:ser>
        <c:ser>
          <c:idx val="3"/>
          <c:order val="3"/>
          <c:tx>
            <c:strRef>
              <c:f>Currency!$E$1</c:f>
              <c:strCache>
                <c:ptCount val="1"/>
                <c:pt idx="0">
                  <c:v> CME </c:v>
                </c:pt>
              </c:strCache>
            </c:strRef>
          </c:tx>
          <c:marker>
            <c:symbol val="none"/>
          </c:marker>
          <c:cat>
            <c:numRef>
              <c:f>Currency!$A$3:$A$223</c:f>
              <c:numCache>
                <c:formatCode>[$-409]mmm\-yy;@</c:formatCode>
                <c:ptCount val="221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Currency!$E$3:$E$266</c:f>
              <c:numCache>
                <c:formatCode>_(* #,##0_);_(* \(#,##0\);_(* "-"??_);_(@_)</c:formatCode>
                <c:ptCount val="26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326-498A-A2D8-7602A02A17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328803072"/>
        <c:axId val="328804608"/>
      </c:lineChart>
      <c:dateAx>
        <c:axId val="328803072"/>
        <c:scaling>
          <c:orientation val="minMax"/>
        </c:scaling>
        <c:delete val="0"/>
        <c:axPos val="b"/>
        <c:numFmt formatCode="[$-409]mmm\-yy;@" sourceLinked="1"/>
        <c:majorTickMark val="none"/>
        <c:minorTickMark val="none"/>
        <c:tickLblPos val="low"/>
        <c:crossAx val="328804608"/>
        <c:crosses val="autoZero"/>
        <c:auto val="1"/>
        <c:lblOffset val="100"/>
        <c:baseTimeUnit val="months"/>
      </c:dateAx>
      <c:valAx>
        <c:axId val="328804608"/>
        <c:scaling>
          <c:orientation val="minMax"/>
        </c:scaling>
        <c:delete val="0"/>
        <c:axPos val="l"/>
        <c:majorGridlines/>
        <c:numFmt formatCode="_(* #,##0_);_(* \(#,##0\);_(* &quot;-&quot;??_);_(@_)" sourceLinked="1"/>
        <c:majorTickMark val="none"/>
        <c:minorTickMark val="none"/>
        <c:tickLblPos val="nextTo"/>
        <c:spPr>
          <a:ln w="9525">
            <a:noFill/>
          </a:ln>
        </c:spPr>
        <c:crossAx val="328803072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  <c:externalData r:id="rId2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/>
            </a:pPr>
            <a:r>
              <a:rPr lang="en-US"/>
              <a:t>Total Counterparty Exposure - Trend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7"/>
          <c:order val="0"/>
          <c:tx>
            <c:strRef>
              <c:f>Total!$B$1</c:f>
              <c:strCache>
                <c:ptCount val="1"/>
                <c:pt idx="0">
                  <c:v> CME </c:v>
                </c:pt>
              </c:strCache>
            </c:strRef>
          </c:tx>
          <c:marker>
            <c:symbol val="none"/>
          </c:marker>
          <c:cat>
            <c:numRef>
              <c:f>Total!$A$3:$A$49999</c:f>
              <c:numCache>
                <c:formatCode>[$-409]mmm\-yy;@</c:formatCode>
                <c:ptCount val="49997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Total!$B$3:$B$49999</c:f>
              <c:numCache>
                <c:formatCode>_(* #,##0_);_(* \(#,##0\);_(* "-"??_);_(@_)</c:formatCode>
                <c:ptCount val="49997"/>
                <c:pt idx="0">
                  <c:v>-116850009.64</c:v>
                </c:pt>
                <c:pt idx="1">
                  <c:v>-78981153.370000005</c:v>
                </c:pt>
                <c:pt idx="2">
                  <c:v>-76764686.140000001</c:v>
                </c:pt>
                <c:pt idx="3">
                  <c:v>11146464.229999997</c:v>
                </c:pt>
                <c:pt idx="4">
                  <c:v>800637.25</c:v>
                </c:pt>
                <c:pt idx="5">
                  <c:v>-8728933.0799999982</c:v>
                </c:pt>
                <c:pt idx="6">
                  <c:v>-41678957.129999995</c:v>
                </c:pt>
                <c:pt idx="7">
                  <c:v>-32675639.629999995</c:v>
                </c:pt>
                <c:pt idx="8">
                  <c:v>50804052.549999997</c:v>
                </c:pt>
                <c:pt idx="9">
                  <c:v>-43033981.779999994</c:v>
                </c:pt>
                <c:pt idx="10">
                  <c:v>-189311205.72999999</c:v>
                </c:pt>
                <c:pt idx="11">
                  <c:v>-269094020.68000001</c:v>
                </c:pt>
                <c:pt idx="12">
                  <c:v>-248840328.06</c:v>
                </c:pt>
                <c:pt idx="13">
                  <c:v>-55487164.079999998</c:v>
                </c:pt>
                <c:pt idx="14">
                  <c:v>-63833241.350000001</c:v>
                </c:pt>
                <c:pt idx="15">
                  <c:v>-72544462.579999998</c:v>
                </c:pt>
                <c:pt idx="16">
                  <c:v>-84670887.780000001</c:v>
                </c:pt>
                <c:pt idx="17">
                  <c:v>-130370534.08</c:v>
                </c:pt>
                <c:pt idx="18">
                  <c:v>-141792632.40000001</c:v>
                </c:pt>
                <c:pt idx="19">
                  <c:v>-103923154.72999999</c:v>
                </c:pt>
                <c:pt idx="20">
                  <c:v>-64637078.839999996</c:v>
                </c:pt>
                <c:pt idx="21">
                  <c:v>92733934.280000001</c:v>
                </c:pt>
                <c:pt idx="22">
                  <c:v>166401953.40000001</c:v>
                </c:pt>
                <c:pt idx="23">
                  <c:v>-90030406.159999996</c:v>
                </c:pt>
                <c:pt idx="24">
                  <c:v>-153555912.38</c:v>
                </c:pt>
                <c:pt idx="25">
                  <c:v>-187402618.18000001</c:v>
                </c:pt>
                <c:pt idx="26">
                  <c:v>-181182225.5</c:v>
                </c:pt>
                <c:pt idx="27">
                  <c:v>60999888.849999994</c:v>
                </c:pt>
                <c:pt idx="28">
                  <c:v>-19717676.840000004</c:v>
                </c:pt>
                <c:pt idx="29">
                  <c:v>77754059.599999994</c:v>
                </c:pt>
                <c:pt idx="30">
                  <c:v>142164437.90000001</c:v>
                </c:pt>
                <c:pt idx="31">
                  <c:v>225287588.72999999</c:v>
                </c:pt>
                <c:pt idx="32">
                  <c:v>271739792.80000001</c:v>
                </c:pt>
                <c:pt idx="33">
                  <c:v>352306130.88</c:v>
                </c:pt>
                <c:pt idx="34">
                  <c:v>242237697.55000001</c:v>
                </c:pt>
                <c:pt idx="35">
                  <c:v>276748382.98000002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B63-4D84-9C09-AAC0CE8585F9}"/>
            </c:ext>
          </c:extLst>
        </c:ser>
        <c:ser>
          <c:idx val="8"/>
          <c:order val="1"/>
          <c:tx>
            <c:strRef>
              <c:f>Total!$C$1</c:f>
              <c:strCache>
                <c:ptCount val="1"/>
                <c:pt idx="0">
                  <c:v> ICE </c:v>
                </c:pt>
              </c:strCache>
            </c:strRef>
          </c:tx>
          <c:marker>
            <c:symbol val="none"/>
          </c:marker>
          <c:cat>
            <c:numRef>
              <c:f>Total!$A$3:$A$49999</c:f>
              <c:numCache>
                <c:formatCode>[$-409]mmm\-yy;@</c:formatCode>
                <c:ptCount val="49997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Total!$C$3:$C$49999</c:f>
              <c:numCache>
                <c:formatCode>_(* #,##0_);_(* \(#,##0\);_(* "-"??_);_(@_)</c:formatCode>
                <c:ptCount val="49997"/>
                <c:pt idx="0">
                  <c:v>4456578</c:v>
                </c:pt>
                <c:pt idx="1">
                  <c:v>4523090.3</c:v>
                </c:pt>
                <c:pt idx="2">
                  <c:v>-796872.29999999981</c:v>
                </c:pt>
                <c:pt idx="3">
                  <c:v>-1463980</c:v>
                </c:pt>
                <c:pt idx="4">
                  <c:v>6151548.25</c:v>
                </c:pt>
                <c:pt idx="5">
                  <c:v>4679277.7</c:v>
                </c:pt>
                <c:pt idx="6">
                  <c:v>4145209.4000000004</c:v>
                </c:pt>
                <c:pt idx="7">
                  <c:v>2523306.1500000004</c:v>
                </c:pt>
                <c:pt idx="8">
                  <c:v>5337118.8000000007</c:v>
                </c:pt>
                <c:pt idx="9">
                  <c:v>6414886.4500000002</c:v>
                </c:pt>
                <c:pt idx="10">
                  <c:v>4755704.7</c:v>
                </c:pt>
                <c:pt idx="11">
                  <c:v>4246423</c:v>
                </c:pt>
                <c:pt idx="12">
                  <c:v>12433326.300000001</c:v>
                </c:pt>
                <c:pt idx="13">
                  <c:v>5740960.2000000002</c:v>
                </c:pt>
                <c:pt idx="14">
                  <c:v>7789171.3499999996</c:v>
                </c:pt>
                <c:pt idx="15">
                  <c:v>5388209.5499999998</c:v>
                </c:pt>
                <c:pt idx="16">
                  <c:v>4041153.8</c:v>
                </c:pt>
                <c:pt idx="17">
                  <c:v>-2692940.75</c:v>
                </c:pt>
                <c:pt idx="18">
                  <c:v>1564101</c:v>
                </c:pt>
                <c:pt idx="19">
                  <c:v>-4297151.8</c:v>
                </c:pt>
                <c:pt idx="20">
                  <c:v>-3995334.75</c:v>
                </c:pt>
                <c:pt idx="21">
                  <c:v>-6897565.2999999998</c:v>
                </c:pt>
                <c:pt idx="22">
                  <c:v>1614919.7999999998</c:v>
                </c:pt>
                <c:pt idx="23">
                  <c:v>1826660.2000000002</c:v>
                </c:pt>
                <c:pt idx="24">
                  <c:v>1199523.1499999999</c:v>
                </c:pt>
                <c:pt idx="25">
                  <c:v>-6477567.75</c:v>
                </c:pt>
                <c:pt idx="26">
                  <c:v>-6891788.25</c:v>
                </c:pt>
                <c:pt idx="27">
                  <c:v>-8981273.1999999993</c:v>
                </c:pt>
                <c:pt idx="28">
                  <c:v>-8244780</c:v>
                </c:pt>
                <c:pt idx="29">
                  <c:v>-8888808.5</c:v>
                </c:pt>
                <c:pt idx="30">
                  <c:v>-10834534.5</c:v>
                </c:pt>
                <c:pt idx="31">
                  <c:v>-20314704</c:v>
                </c:pt>
                <c:pt idx="32">
                  <c:v>-21917350.300000001</c:v>
                </c:pt>
                <c:pt idx="33">
                  <c:v>-13336483.5</c:v>
                </c:pt>
                <c:pt idx="34">
                  <c:v>-14525747.15</c:v>
                </c:pt>
                <c:pt idx="35">
                  <c:v>-13008933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B63-4D84-9C09-AAC0CE8585F9}"/>
            </c:ext>
          </c:extLst>
        </c:ser>
        <c:ser>
          <c:idx val="9"/>
          <c:order val="2"/>
          <c:tx>
            <c:strRef>
              <c:f>Total!$D$1</c:f>
              <c:strCache>
                <c:ptCount val="1"/>
                <c:pt idx="0">
                  <c:v> EUREX </c:v>
                </c:pt>
              </c:strCache>
            </c:strRef>
          </c:tx>
          <c:cat>
            <c:numRef>
              <c:f>Total!$A$3:$A$49999</c:f>
              <c:numCache>
                <c:formatCode>[$-409]mmm\-yy;@</c:formatCode>
                <c:ptCount val="49997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Total!$D$3:$D$49999</c:f>
              <c:numCache>
                <c:formatCode>_(* #,##0_);_(* \(#,##0\);_(* "-"??_);_(@_)</c:formatCode>
                <c:ptCount val="49997"/>
                <c:pt idx="0">
                  <c:v>-17396217.679999996</c:v>
                </c:pt>
                <c:pt idx="1">
                  <c:v>-17534972.32</c:v>
                </c:pt>
                <c:pt idx="2">
                  <c:v>-17659255.109999999</c:v>
                </c:pt>
                <c:pt idx="3">
                  <c:v>-22628374.169999998</c:v>
                </c:pt>
                <c:pt idx="4">
                  <c:v>-15874283.520000003</c:v>
                </c:pt>
                <c:pt idx="5">
                  <c:v>-14611412.229999997</c:v>
                </c:pt>
                <c:pt idx="6">
                  <c:v>-15435566.189999998</c:v>
                </c:pt>
                <c:pt idx="7">
                  <c:v>-24290615.32</c:v>
                </c:pt>
                <c:pt idx="8">
                  <c:v>-34098690.579999998</c:v>
                </c:pt>
                <c:pt idx="9">
                  <c:v>-35062104.960000008</c:v>
                </c:pt>
                <c:pt idx="10">
                  <c:v>-35861393.920000002</c:v>
                </c:pt>
                <c:pt idx="11">
                  <c:v>-88438215.799999997</c:v>
                </c:pt>
                <c:pt idx="12">
                  <c:v>-100471717.49000001</c:v>
                </c:pt>
                <c:pt idx="13">
                  <c:v>102496773.98</c:v>
                </c:pt>
                <c:pt idx="14">
                  <c:v>-27446505.520000011</c:v>
                </c:pt>
                <c:pt idx="15">
                  <c:v>-29571480</c:v>
                </c:pt>
                <c:pt idx="16">
                  <c:v>-31013532.089999996</c:v>
                </c:pt>
                <c:pt idx="17">
                  <c:v>-39405255.359999992</c:v>
                </c:pt>
                <c:pt idx="18">
                  <c:v>-37417568.329999998</c:v>
                </c:pt>
                <c:pt idx="19">
                  <c:v>-40607036.100000001</c:v>
                </c:pt>
                <c:pt idx="20">
                  <c:v>-46907328.220000006</c:v>
                </c:pt>
                <c:pt idx="21">
                  <c:v>-59588130.439999998</c:v>
                </c:pt>
                <c:pt idx="22">
                  <c:v>107800995.53</c:v>
                </c:pt>
                <c:pt idx="23">
                  <c:v>98092304.169999987</c:v>
                </c:pt>
                <c:pt idx="24">
                  <c:v>-52205850.839999996</c:v>
                </c:pt>
                <c:pt idx="25">
                  <c:v>111060760.86999999</c:v>
                </c:pt>
                <c:pt idx="26">
                  <c:v>53438600.799999997</c:v>
                </c:pt>
                <c:pt idx="27">
                  <c:v>-77564830.400000006</c:v>
                </c:pt>
                <c:pt idx="28">
                  <c:v>-57656033.900000006</c:v>
                </c:pt>
                <c:pt idx="29">
                  <c:v>-70221547.199999988</c:v>
                </c:pt>
                <c:pt idx="30">
                  <c:v>-119534847.59</c:v>
                </c:pt>
                <c:pt idx="31">
                  <c:v>-118770108.02000001</c:v>
                </c:pt>
                <c:pt idx="32">
                  <c:v>-95361384.120000005</c:v>
                </c:pt>
                <c:pt idx="33">
                  <c:v>-104081376.62</c:v>
                </c:pt>
                <c:pt idx="34">
                  <c:v>-100209617.68000001</c:v>
                </c:pt>
                <c:pt idx="35">
                  <c:v>78432638.269999996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B63-4D84-9C09-AAC0CE8585F9}"/>
            </c:ext>
          </c:extLst>
        </c:ser>
        <c:ser>
          <c:idx val="10"/>
          <c:order val="3"/>
          <c:tx>
            <c:strRef>
              <c:f>Total!$E$1</c:f>
              <c:strCache>
                <c:ptCount val="1"/>
                <c:pt idx="0">
                  <c:v> ICE Euro </c:v>
                </c:pt>
              </c:strCache>
            </c:strRef>
          </c:tx>
          <c:cat>
            <c:numRef>
              <c:f>Total!$A$3:$A$49999</c:f>
              <c:numCache>
                <c:formatCode>[$-409]mmm\-yy;@</c:formatCode>
                <c:ptCount val="49997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Total!$E$3:$E$49999</c:f>
              <c:numCache>
                <c:formatCode>_(* #,##0_);_(* \(#,##0\);_(* "-"??_);_(@_)</c:formatCode>
                <c:ptCount val="49997"/>
                <c:pt idx="0">
                  <c:v>6507420</c:v>
                </c:pt>
                <c:pt idx="1">
                  <c:v>7332150</c:v>
                </c:pt>
                <c:pt idx="2">
                  <c:v>6976550</c:v>
                </c:pt>
                <c:pt idx="3">
                  <c:v>-1880435</c:v>
                </c:pt>
                <c:pt idx="4">
                  <c:v>-2222590</c:v>
                </c:pt>
                <c:pt idx="5">
                  <c:v>-795925</c:v>
                </c:pt>
                <c:pt idx="6">
                  <c:v>-11119770</c:v>
                </c:pt>
                <c:pt idx="7">
                  <c:v>-13117530</c:v>
                </c:pt>
                <c:pt idx="8">
                  <c:v>299240</c:v>
                </c:pt>
                <c:pt idx="9">
                  <c:v>-1244375</c:v>
                </c:pt>
                <c:pt idx="10">
                  <c:v>14797055</c:v>
                </c:pt>
                <c:pt idx="11">
                  <c:v>-1253590</c:v>
                </c:pt>
                <c:pt idx="12">
                  <c:v>9609550</c:v>
                </c:pt>
                <c:pt idx="13">
                  <c:v>10685700</c:v>
                </c:pt>
                <c:pt idx="14">
                  <c:v>-553765</c:v>
                </c:pt>
                <c:pt idx="15">
                  <c:v>13604200</c:v>
                </c:pt>
                <c:pt idx="16">
                  <c:v>13418915</c:v>
                </c:pt>
                <c:pt idx="17">
                  <c:v>15003130</c:v>
                </c:pt>
                <c:pt idx="18">
                  <c:v>16288000</c:v>
                </c:pt>
                <c:pt idx="19">
                  <c:v>16451380</c:v>
                </c:pt>
                <c:pt idx="20">
                  <c:v>167555</c:v>
                </c:pt>
                <c:pt idx="21">
                  <c:v>13534700</c:v>
                </c:pt>
                <c:pt idx="22">
                  <c:v>-12240000</c:v>
                </c:pt>
                <c:pt idx="23">
                  <c:v>-665215</c:v>
                </c:pt>
                <c:pt idx="24">
                  <c:v>-544050</c:v>
                </c:pt>
                <c:pt idx="25">
                  <c:v>-354130</c:v>
                </c:pt>
                <c:pt idx="26">
                  <c:v>885230</c:v>
                </c:pt>
                <c:pt idx="27">
                  <c:v>1441620</c:v>
                </c:pt>
                <c:pt idx="28">
                  <c:v>44860</c:v>
                </c:pt>
                <c:pt idx="29">
                  <c:v>-15615760</c:v>
                </c:pt>
                <c:pt idx="30">
                  <c:v>-19983140</c:v>
                </c:pt>
                <c:pt idx="31">
                  <c:v>-234200</c:v>
                </c:pt>
                <c:pt idx="32">
                  <c:v>-89790</c:v>
                </c:pt>
                <c:pt idx="33">
                  <c:v>65820</c:v>
                </c:pt>
                <c:pt idx="34">
                  <c:v>232110</c:v>
                </c:pt>
                <c:pt idx="35">
                  <c:v>15592220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B63-4D84-9C09-AAC0CE8585F9}"/>
            </c:ext>
          </c:extLst>
        </c:ser>
        <c:ser>
          <c:idx val="11"/>
          <c:order val="4"/>
          <c:tx>
            <c:strRef>
              <c:f>Total!$F$1</c:f>
              <c:strCache>
                <c:ptCount val="1"/>
                <c:pt idx="0">
                  <c:v> Korea Exchange </c:v>
                </c:pt>
              </c:strCache>
            </c:strRef>
          </c:tx>
          <c:cat>
            <c:numRef>
              <c:f>Total!$A$3:$A$49999</c:f>
              <c:numCache>
                <c:formatCode>[$-409]mmm\-yy;@</c:formatCode>
                <c:ptCount val="49997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Total!$F$3:$F$49999</c:f>
              <c:numCache>
                <c:formatCode>_(* #,##0_);_(* \(#,##0\);_(* "-"??_);_(@_)</c:formatCode>
                <c:ptCount val="49997"/>
                <c:pt idx="0">
                  <c:v>-6368821.6699999999</c:v>
                </c:pt>
                <c:pt idx="1">
                  <c:v>7437236.1600000001</c:v>
                </c:pt>
                <c:pt idx="2">
                  <c:v>-6839353.8600000003</c:v>
                </c:pt>
                <c:pt idx="3">
                  <c:v>-9448553.9800000004</c:v>
                </c:pt>
                <c:pt idx="4">
                  <c:v>11401075.91</c:v>
                </c:pt>
                <c:pt idx="5">
                  <c:v>13027330.949999999</c:v>
                </c:pt>
                <c:pt idx="6">
                  <c:v>15375668.800000001</c:v>
                </c:pt>
                <c:pt idx="7">
                  <c:v>15868915</c:v>
                </c:pt>
                <c:pt idx="8">
                  <c:v>14133762.060000001</c:v>
                </c:pt>
                <c:pt idx="9">
                  <c:v>12495368.310000001</c:v>
                </c:pt>
                <c:pt idx="10">
                  <c:v>11312594.869999999</c:v>
                </c:pt>
                <c:pt idx="11">
                  <c:v>-11692826.42</c:v>
                </c:pt>
                <c:pt idx="12">
                  <c:v>10279175.4</c:v>
                </c:pt>
                <c:pt idx="13">
                  <c:v>9026898.4399999995</c:v>
                </c:pt>
                <c:pt idx="14">
                  <c:v>9842961.4700000007</c:v>
                </c:pt>
                <c:pt idx="15">
                  <c:v>10814020.43</c:v>
                </c:pt>
                <c:pt idx="16">
                  <c:v>8773496.8499999996</c:v>
                </c:pt>
                <c:pt idx="17">
                  <c:v>9680582.1400000006</c:v>
                </c:pt>
                <c:pt idx="18">
                  <c:v>9683309.1199999992</c:v>
                </c:pt>
                <c:pt idx="19">
                  <c:v>10613037.949999999</c:v>
                </c:pt>
                <c:pt idx="20">
                  <c:v>9618314.1799999997</c:v>
                </c:pt>
                <c:pt idx="21">
                  <c:v>6384950.6799999997</c:v>
                </c:pt>
                <c:pt idx="22">
                  <c:v>5250905.8</c:v>
                </c:pt>
                <c:pt idx="23">
                  <c:v>7718648.0800000001</c:v>
                </c:pt>
                <c:pt idx="24">
                  <c:v>7690079.1399999997</c:v>
                </c:pt>
                <c:pt idx="25">
                  <c:v>-8638592.5700000003</c:v>
                </c:pt>
                <c:pt idx="26">
                  <c:v>-8942528.5399999991</c:v>
                </c:pt>
                <c:pt idx="27">
                  <c:v>-9634295.4199999999</c:v>
                </c:pt>
                <c:pt idx="28">
                  <c:v>-11501591.630000001</c:v>
                </c:pt>
                <c:pt idx="29">
                  <c:v>-11114010.289999999</c:v>
                </c:pt>
                <c:pt idx="30">
                  <c:v>-15263355.810000001</c:v>
                </c:pt>
                <c:pt idx="31">
                  <c:v>14761915.92</c:v>
                </c:pt>
                <c:pt idx="32">
                  <c:v>15056716.42</c:v>
                </c:pt>
                <c:pt idx="33">
                  <c:v>15007563.880000001</c:v>
                </c:pt>
                <c:pt idx="34">
                  <c:v>16825715.039999999</c:v>
                </c:pt>
                <c:pt idx="35">
                  <c:v>11910090.779999999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AB63-4D84-9C09-AAC0CE8585F9}"/>
            </c:ext>
          </c:extLst>
        </c:ser>
        <c:ser>
          <c:idx val="12"/>
          <c:order val="5"/>
          <c:tx>
            <c:strRef>
              <c:f>Total!$G$1</c:f>
              <c:strCache>
                <c:ptCount val="1"/>
                <c:pt idx="0">
                  <c:v> Japan SCC </c:v>
                </c:pt>
              </c:strCache>
            </c:strRef>
          </c:tx>
          <c:marker>
            <c:symbol val="none"/>
          </c:marker>
          <c:cat>
            <c:numRef>
              <c:f>Total!$A$3:$A$49999</c:f>
              <c:numCache>
                <c:formatCode>[$-409]mmm\-yy;@</c:formatCode>
                <c:ptCount val="49997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Total!$G$3:$G$49999</c:f>
              <c:numCache>
                <c:formatCode>_(* #,##0_);_(* \(#,##0\);_(* "-"??_);_(@_)</c:formatCode>
                <c:ptCount val="49997"/>
                <c:pt idx="0">
                  <c:v>-43398385.690000005</c:v>
                </c:pt>
                <c:pt idx="1">
                  <c:v>-31257641.59</c:v>
                </c:pt>
                <c:pt idx="2">
                  <c:v>-21282017.390000001</c:v>
                </c:pt>
                <c:pt idx="3">
                  <c:v>-29228942.820000004</c:v>
                </c:pt>
                <c:pt idx="4">
                  <c:v>-29235412.920000002</c:v>
                </c:pt>
                <c:pt idx="5">
                  <c:v>-36804208.57</c:v>
                </c:pt>
                <c:pt idx="6">
                  <c:v>-37609367.969999999</c:v>
                </c:pt>
                <c:pt idx="7">
                  <c:v>13109234.23</c:v>
                </c:pt>
                <c:pt idx="8">
                  <c:v>73894357.25</c:v>
                </c:pt>
                <c:pt idx="9">
                  <c:v>66921360.359999999</c:v>
                </c:pt>
                <c:pt idx="10">
                  <c:v>-43714879.990000002</c:v>
                </c:pt>
                <c:pt idx="11">
                  <c:v>-54356681.43</c:v>
                </c:pt>
                <c:pt idx="12">
                  <c:v>-50958221.030000001</c:v>
                </c:pt>
                <c:pt idx="13">
                  <c:v>-35822336.240000002</c:v>
                </c:pt>
                <c:pt idx="14">
                  <c:v>59934121.740000002</c:v>
                </c:pt>
                <c:pt idx="15">
                  <c:v>62250487.299999997</c:v>
                </c:pt>
                <c:pt idx="16">
                  <c:v>69405013.820000008</c:v>
                </c:pt>
                <c:pt idx="17">
                  <c:v>77172420.36999999</c:v>
                </c:pt>
                <c:pt idx="18">
                  <c:v>-58241825.189999998</c:v>
                </c:pt>
                <c:pt idx="19">
                  <c:v>-54760401.439999998</c:v>
                </c:pt>
                <c:pt idx="20">
                  <c:v>-50684866.590000004</c:v>
                </c:pt>
                <c:pt idx="21">
                  <c:v>-35674636.460000001</c:v>
                </c:pt>
                <c:pt idx="22">
                  <c:v>-31177613.66</c:v>
                </c:pt>
                <c:pt idx="23">
                  <c:v>64894097.280000001</c:v>
                </c:pt>
                <c:pt idx="24">
                  <c:v>-51833799.950000003</c:v>
                </c:pt>
                <c:pt idx="25">
                  <c:v>-62693122.380000003</c:v>
                </c:pt>
                <c:pt idx="26">
                  <c:v>-62474202.859999999</c:v>
                </c:pt>
                <c:pt idx="27">
                  <c:v>-61220008.029999994</c:v>
                </c:pt>
                <c:pt idx="28">
                  <c:v>-57656688.160000004</c:v>
                </c:pt>
                <c:pt idx="29">
                  <c:v>-38200492.039999999</c:v>
                </c:pt>
                <c:pt idx="30">
                  <c:v>-42156045.560000002</c:v>
                </c:pt>
                <c:pt idx="31">
                  <c:v>-40315292.869999997</c:v>
                </c:pt>
                <c:pt idx="32">
                  <c:v>-47968261.530000001</c:v>
                </c:pt>
                <c:pt idx="33">
                  <c:v>-59859091.990000002</c:v>
                </c:pt>
                <c:pt idx="34">
                  <c:v>-64010126.25999999</c:v>
                </c:pt>
                <c:pt idx="35">
                  <c:v>-86244152.520000011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AB63-4D84-9C09-AAC0CE8585F9}"/>
            </c:ext>
          </c:extLst>
        </c:ser>
        <c:ser>
          <c:idx val="0"/>
          <c:order val="6"/>
          <c:tx>
            <c:strRef>
              <c:f>Total!$H$1</c:f>
              <c:strCache>
                <c:ptCount val="1"/>
                <c:pt idx="0">
                  <c:v>ASX</c:v>
                </c:pt>
              </c:strCache>
            </c:strRef>
          </c:tx>
          <c:marker>
            <c:symbol val="none"/>
          </c:marker>
          <c:val>
            <c:numRef>
              <c:f>Total!$H$3:$H$10000</c:f>
              <c:numCache>
                <c:formatCode>_(* #,##0_);_(* \(#,##0\);_(* "-"??_);_(@_)</c:formatCode>
                <c:ptCount val="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AB63-4D84-9C09-AAC0CE8585F9}"/>
            </c:ext>
          </c:extLst>
        </c:ser>
        <c:ser>
          <c:idx val="1"/>
          <c:order val="7"/>
          <c:tx>
            <c:strRef>
              <c:f>Total!$I$1</c:f>
              <c:strCache>
                <c:ptCount val="1"/>
                <c:pt idx="0">
                  <c:v>Canadian</c:v>
                </c:pt>
              </c:strCache>
            </c:strRef>
          </c:tx>
          <c:val>
            <c:numRef>
              <c:f>Total!$I$3:$I$100000</c:f>
              <c:numCache>
                <c:formatCode>_(* #,##0_);_(* \(#,##0\);_(* "-"??_);_(@_)</c:formatCode>
                <c:ptCount val="9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AB63-4D84-9C09-AAC0CE8585F9}"/>
            </c:ext>
          </c:extLst>
        </c:ser>
        <c:ser>
          <c:idx val="2"/>
          <c:order val="8"/>
          <c:tx>
            <c:strRef>
              <c:f>Total!$J$1</c:f>
              <c:strCache>
                <c:ptCount val="1"/>
                <c:pt idx="0">
                  <c:v>HKFE</c:v>
                </c:pt>
              </c:strCache>
            </c:strRef>
          </c:tx>
          <c:marker>
            <c:symbol val="none"/>
          </c:marker>
          <c:val>
            <c:numRef>
              <c:f>Total!$J$3:$J$10000</c:f>
              <c:numCache>
                <c:formatCode>_(* #,##0_);_(* \(#,##0\);_(* "-"??_);_(@_)</c:formatCode>
                <c:ptCount val="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8-AB63-4D84-9C09-AAC0CE8585F9}"/>
            </c:ext>
          </c:extLst>
        </c:ser>
        <c:ser>
          <c:idx val="3"/>
          <c:order val="9"/>
          <c:tx>
            <c:strRef>
              <c:f>Total!$K$1</c:f>
              <c:strCache>
                <c:ptCount val="1"/>
                <c:pt idx="0">
                  <c:v>JSE</c:v>
                </c:pt>
              </c:strCache>
            </c:strRef>
          </c:tx>
          <c:marker>
            <c:symbol val="none"/>
          </c:marker>
          <c:val>
            <c:numRef>
              <c:f>Total!$K$3:$K$10000</c:f>
              <c:numCache>
                <c:formatCode>_(* #,##0_);_(* \(#,##0\);_(* "-"??_);_(@_)</c:formatCode>
                <c:ptCount val="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9-AB63-4D84-9C09-AAC0CE8585F9}"/>
            </c:ext>
          </c:extLst>
        </c:ser>
        <c:ser>
          <c:idx val="4"/>
          <c:order val="10"/>
          <c:tx>
            <c:strRef>
              <c:f>Total!$L$1</c:f>
              <c:strCache>
                <c:ptCount val="1"/>
                <c:pt idx="0">
                  <c:v>LME</c:v>
                </c:pt>
              </c:strCache>
            </c:strRef>
          </c:tx>
          <c:marker>
            <c:symbol val="none"/>
          </c:marker>
          <c:val>
            <c:numRef>
              <c:f>Total!$L$3:$L$10000</c:f>
              <c:numCache>
                <c:formatCode>_(* #,##0_);_(* \(#,##0\);_(* "-"??_);_(@_)</c:formatCode>
                <c:ptCount val="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A-AB63-4D84-9C09-AAC0CE8585F9}"/>
            </c:ext>
          </c:extLst>
        </c:ser>
        <c:ser>
          <c:idx val="5"/>
          <c:order val="11"/>
          <c:tx>
            <c:strRef>
              <c:f>Total!$M$1</c:f>
              <c:strCache>
                <c:ptCount val="1"/>
                <c:pt idx="0">
                  <c:v>Singapore</c:v>
                </c:pt>
              </c:strCache>
            </c:strRef>
          </c:tx>
          <c:marker>
            <c:symbol val="none"/>
          </c:marker>
          <c:val>
            <c:numRef>
              <c:f>Total!$M$3:$M$10000</c:f>
              <c:numCache>
                <c:formatCode>_(* #,##0_);_(* \(#,##0\);_(* "-"??_);_(@_)</c:formatCode>
                <c:ptCount val="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B-AB63-4D84-9C09-AAC0CE8585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328417664"/>
        <c:axId val="330886528"/>
      </c:lineChart>
      <c:dateAx>
        <c:axId val="328417664"/>
        <c:scaling>
          <c:orientation val="minMax"/>
          <c:max val="45991"/>
        </c:scaling>
        <c:delete val="0"/>
        <c:axPos val="b"/>
        <c:numFmt formatCode="[$-409]mmm\-yy;@" sourceLinked="1"/>
        <c:majorTickMark val="out"/>
        <c:minorTickMark val="none"/>
        <c:tickLblPos val="low"/>
        <c:crossAx val="330886528"/>
        <c:crosses val="autoZero"/>
        <c:auto val="1"/>
        <c:lblOffset val="100"/>
        <c:baseTimeUnit val="days"/>
      </c:dateAx>
      <c:valAx>
        <c:axId val="330886528"/>
        <c:scaling>
          <c:orientation val="minMax"/>
          <c:max val="450000000"/>
          <c:min val="-300000000"/>
        </c:scaling>
        <c:delete val="0"/>
        <c:axPos val="l"/>
        <c:majorGridlines/>
        <c:numFmt formatCode="_(* #,##0_);_(* \(#,##0\);_(* &quot;-&quot;??_);_(@_)" sourceLinked="1"/>
        <c:majorTickMark val="out"/>
        <c:minorTickMark val="none"/>
        <c:tickLblPos val="nextTo"/>
        <c:spPr>
          <a:ln w="9525">
            <a:noFill/>
          </a:ln>
        </c:spPr>
        <c:crossAx val="328417664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  <c:externalData r:id="rId2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/>
            </a:pPr>
            <a:r>
              <a:rPr lang="en-US"/>
              <a:t>Asset</a:t>
            </a:r>
            <a:r>
              <a:rPr lang="en-US" baseline="0"/>
              <a:t> Class </a:t>
            </a:r>
            <a:r>
              <a:rPr lang="en-US"/>
              <a:t>Exposure - Trend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1"/>
          <c:order val="0"/>
          <c:tx>
            <c:strRef>
              <c:f>Class!$B$1</c:f>
              <c:strCache>
                <c:ptCount val="1"/>
                <c:pt idx="0">
                  <c:v>TIPS</c:v>
                </c:pt>
              </c:strCache>
            </c:strRef>
          </c:tx>
          <c:marker>
            <c:symbol val="none"/>
          </c:marker>
          <c:cat>
            <c:numRef>
              <c:f>Class!$A$3:$A$49999</c:f>
              <c:numCache>
                <c:formatCode>[$-409]mmm\-yy;@</c:formatCode>
                <c:ptCount val="49997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Class!$B$3:$B$49999</c:f>
              <c:numCache>
                <c:formatCode>0.0%</c:formatCode>
                <c:ptCount val="4999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8B0-43C4-B44B-BC78FE024474}"/>
            </c:ext>
          </c:extLst>
        </c:ser>
        <c:ser>
          <c:idx val="2"/>
          <c:order val="1"/>
          <c:tx>
            <c:strRef>
              <c:f>Class!$C$1</c:f>
              <c:strCache>
                <c:ptCount val="1"/>
                <c:pt idx="0">
                  <c:v>Treasury</c:v>
                </c:pt>
              </c:strCache>
            </c:strRef>
          </c:tx>
          <c:marker>
            <c:symbol val="none"/>
          </c:marker>
          <c:cat>
            <c:numRef>
              <c:f>Class!$A$3:$A$49999</c:f>
              <c:numCache>
                <c:formatCode>[$-409]mmm\-yy;@</c:formatCode>
                <c:ptCount val="49997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Class!$C$3:$C$49999</c:f>
              <c:numCache>
                <c:formatCode>0.0%</c:formatCode>
                <c:ptCount val="49997"/>
                <c:pt idx="0">
                  <c:v>0.44662028554275718</c:v>
                </c:pt>
                <c:pt idx="1">
                  <c:v>0.42098656815692148</c:v>
                </c:pt>
                <c:pt idx="2">
                  <c:v>0.39825245176444324</c:v>
                </c:pt>
                <c:pt idx="3">
                  <c:v>0.38457664894504329</c:v>
                </c:pt>
                <c:pt idx="4">
                  <c:v>0.32933634102945514</c:v>
                </c:pt>
                <c:pt idx="5">
                  <c:v>0.33704341972950919</c:v>
                </c:pt>
                <c:pt idx="6">
                  <c:v>0.32984417741014438</c:v>
                </c:pt>
                <c:pt idx="7">
                  <c:v>0.28971508595231471</c:v>
                </c:pt>
                <c:pt idx="8">
                  <c:v>0.39765015395289027</c:v>
                </c:pt>
                <c:pt idx="9">
                  <c:v>0.39069334742024414</c:v>
                </c:pt>
                <c:pt idx="10">
                  <c:v>0.38807997821398327</c:v>
                </c:pt>
                <c:pt idx="11">
                  <c:v>0.39063819231396535</c:v>
                </c:pt>
                <c:pt idx="12">
                  <c:v>0.39579033442438327</c:v>
                </c:pt>
                <c:pt idx="13">
                  <c:v>0.38240194338387229</c:v>
                </c:pt>
                <c:pt idx="14">
                  <c:v>0.37273679562612561</c:v>
                </c:pt>
                <c:pt idx="15">
                  <c:v>0.37249744498459875</c:v>
                </c:pt>
                <c:pt idx="16">
                  <c:v>0.38744759561695763</c:v>
                </c:pt>
                <c:pt idx="17">
                  <c:v>0.40448619802433183</c:v>
                </c:pt>
                <c:pt idx="18">
                  <c:v>0.41177429382363506</c:v>
                </c:pt>
                <c:pt idx="19">
                  <c:v>0.3975235214146095</c:v>
                </c:pt>
                <c:pt idx="20">
                  <c:v>0.4099310982387771</c:v>
                </c:pt>
                <c:pt idx="21">
                  <c:v>0.4023501032347801</c:v>
                </c:pt>
                <c:pt idx="22">
                  <c:v>0.42900066452269242</c:v>
                </c:pt>
                <c:pt idx="23">
                  <c:v>0.44346205597565241</c:v>
                </c:pt>
                <c:pt idx="24">
                  <c:v>0.45362352252482241</c:v>
                </c:pt>
                <c:pt idx="25">
                  <c:v>0.47388500485739632</c:v>
                </c:pt>
                <c:pt idx="26">
                  <c:v>0.48013269116183327</c:v>
                </c:pt>
                <c:pt idx="27">
                  <c:v>0.46934930439158118</c:v>
                </c:pt>
                <c:pt idx="28">
                  <c:v>0.43778894751067099</c:v>
                </c:pt>
                <c:pt idx="29">
                  <c:v>0.44342674392549503</c:v>
                </c:pt>
                <c:pt idx="30">
                  <c:v>0.46650338775157174</c:v>
                </c:pt>
                <c:pt idx="31">
                  <c:v>0.47983863411217254</c:v>
                </c:pt>
                <c:pt idx="32">
                  <c:v>0.46370481681503151</c:v>
                </c:pt>
                <c:pt idx="33">
                  <c:v>0.45641873393484078</c:v>
                </c:pt>
                <c:pt idx="34">
                  <c:v>0.44806370010888735</c:v>
                </c:pt>
                <c:pt idx="35">
                  <c:v>0.49544260355445374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8B0-43C4-B44B-BC78FE024474}"/>
            </c:ext>
          </c:extLst>
        </c:ser>
        <c:ser>
          <c:idx val="3"/>
          <c:order val="2"/>
          <c:tx>
            <c:strRef>
              <c:f>Class!$D$1</c:f>
              <c:strCache>
                <c:ptCount val="1"/>
                <c:pt idx="0">
                  <c:v>Equity</c:v>
                </c:pt>
              </c:strCache>
            </c:strRef>
          </c:tx>
          <c:marker>
            <c:symbol val="none"/>
          </c:marker>
          <c:cat>
            <c:numRef>
              <c:f>Class!$A$3:$A$49999</c:f>
              <c:numCache>
                <c:formatCode>[$-409]mmm\-yy;@</c:formatCode>
                <c:ptCount val="49997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Class!$D$3:$D$49999</c:f>
              <c:numCache>
                <c:formatCode>0.0%</c:formatCode>
                <c:ptCount val="49997"/>
                <c:pt idx="0">
                  <c:v>0.1333837638569835</c:v>
                </c:pt>
                <c:pt idx="1">
                  <c:v>0.14932202355459764</c:v>
                </c:pt>
                <c:pt idx="2">
                  <c:v>0.15418601976553997</c:v>
                </c:pt>
                <c:pt idx="3">
                  <c:v>0.15798437128533008</c:v>
                </c:pt>
                <c:pt idx="4">
                  <c:v>0.16201224139900153</c:v>
                </c:pt>
                <c:pt idx="5">
                  <c:v>0.16829297780971364</c:v>
                </c:pt>
                <c:pt idx="6">
                  <c:v>0.18176454611093371</c:v>
                </c:pt>
                <c:pt idx="7">
                  <c:v>0.20231323559960207</c:v>
                </c:pt>
                <c:pt idx="8">
                  <c:v>0.16126609814424403</c:v>
                </c:pt>
                <c:pt idx="9">
                  <c:v>0.14865006917851237</c:v>
                </c:pt>
                <c:pt idx="10">
                  <c:v>0.14386189069286268</c:v>
                </c:pt>
                <c:pt idx="11">
                  <c:v>0.14111635609724299</c:v>
                </c:pt>
                <c:pt idx="12">
                  <c:v>0.15129787114214927</c:v>
                </c:pt>
                <c:pt idx="13">
                  <c:v>0.17139187425093005</c:v>
                </c:pt>
                <c:pt idx="14">
                  <c:v>0.18764684406669729</c:v>
                </c:pt>
                <c:pt idx="15">
                  <c:v>0.17304179102567993</c:v>
                </c:pt>
                <c:pt idx="16">
                  <c:v>0.1459578199697516</c:v>
                </c:pt>
                <c:pt idx="17">
                  <c:v>0.13673193178244578</c:v>
                </c:pt>
                <c:pt idx="18">
                  <c:v>0.14137553026654498</c:v>
                </c:pt>
                <c:pt idx="19">
                  <c:v>0.14251824602703972</c:v>
                </c:pt>
                <c:pt idx="20">
                  <c:v>0.12510646985355792</c:v>
                </c:pt>
                <c:pt idx="21">
                  <c:v>0.10827099629017507</c:v>
                </c:pt>
                <c:pt idx="22">
                  <c:v>9.5508680258477613E-2</c:v>
                </c:pt>
                <c:pt idx="23">
                  <c:v>0.11776488320309834</c:v>
                </c:pt>
                <c:pt idx="24">
                  <c:v>0.12173597460898031</c:v>
                </c:pt>
                <c:pt idx="25">
                  <c:v>0.12716667843736909</c:v>
                </c:pt>
                <c:pt idx="26">
                  <c:v>0.12519365057062434</c:v>
                </c:pt>
                <c:pt idx="27">
                  <c:v>0.11871169072939179</c:v>
                </c:pt>
                <c:pt idx="28">
                  <c:v>0.10900489761159377</c:v>
                </c:pt>
                <c:pt idx="29">
                  <c:v>9.7726020340674888E-2</c:v>
                </c:pt>
                <c:pt idx="30">
                  <c:v>9.9507381333183126E-2</c:v>
                </c:pt>
                <c:pt idx="31">
                  <c:v>0.10661516619196286</c:v>
                </c:pt>
                <c:pt idx="32">
                  <c:v>0.1524470339323224</c:v>
                </c:pt>
                <c:pt idx="33">
                  <c:v>0.14529457055515568</c:v>
                </c:pt>
                <c:pt idx="34">
                  <c:v>0.14423562502124249</c:v>
                </c:pt>
                <c:pt idx="35">
                  <c:v>0.11525532234584461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08B0-43C4-B44B-BC78FE024474}"/>
            </c:ext>
          </c:extLst>
        </c:ser>
        <c:ser>
          <c:idx val="4"/>
          <c:order val="3"/>
          <c:tx>
            <c:strRef>
              <c:f>Class!$E$1</c:f>
              <c:strCache>
                <c:ptCount val="1"/>
                <c:pt idx="0">
                  <c:v>Commodity</c:v>
                </c:pt>
              </c:strCache>
            </c:strRef>
          </c:tx>
          <c:marker>
            <c:symbol val="none"/>
          </c:marker>
          <c:cat>
            <c:numRef>
              <c:f>Class!$A$3:$A$49999</c:f>
              <c:numCache>
                <c:formatCode>[$-409]mmm\-yy;@</c:formatCode>
                <c:ptCount val="49997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Class!$E$3:$E$49999</c:f>
              <c:numCache>
                <c:formatCode>0.0%</c:formatCode>
                <c:ptCount val="49997"/>
                <c:pt idx="0">
                  <c:v>0.20421064242815179</c:v>
                </c:pt>
                <c:pt idx="1">
                  <c:v>0.20730916049364481</c:v>
                </c:pt>
                <c:pt idx="2">
                  <c:v>0.21491980220534138</c:v>
                </c:pt>
                <c:pt idx="3">
                  <c:v>0.19514268589933967</c:v>
                </c:pt>
                <c:pt idx="4">
                  <c:v>0.21760785482987716</c:v>
                </c:pt>
                <c:pt idx="5">
                  <c:v>0.20394462380847705</c:v>
                </c:pt>
                <c:pt idx="6">
                  <c:v>0.1916366807037965</c:v>
                </c:pt>
                <c:pt idx="7">
                  <c:v>0.19196899704989551</c:v>
                </c:pt>
                <c:pt idx="8">
                  <c:v>0.17661996091146401</c:v>
                </c:pt>
                <c:pt idx="9">
                  <c:v>0.18559632993332459</c:v>
                </c:pt>
                <c:pt idx="10">
                  <c:v>0.18690145944305492</c:v>
                </c:pt>
                <c:pt idx="11">
                  <c:v>0.15818639123931244</c:v>
                </c:pt>
                <c:pt idx="12">
                  <c:v>0.15709123099492109</c:v>
                </c:pt>
                <c:pt idx="13">
                  <c:v>0.1650002045073006</c:v>
                </c:pt>
                <c:pt idx="14">
                  <c:v>0.16981647761633525</c:v>
                </c:pt>
                <c:pt idx="15">
                  <c:v>0.17534208944053242</c:v>
                </c:pt>
                <c:pt idx="16">
                  <c:v>0.17262607096410301</c:v>
                </c:pt>
                <c:pt idx="17">
                  <c:v>0.17033441625037485</c:v>
                </c:pt>
                <c:pt idx="18">
                  <c:v>0.16297513921983323</c:v>
                </c:pt>
                <c:pt idx="19">
                  <c:v>0.15836396878171907</c:v>
                </c:pt>
                <c:pt idx="20">
                  <c:v>0.14075654438852211</c:v>
                </c:pt>
                <c:pt idx="21">
                  <c:v>0.16670836897746835</c:v>
                </c:pt>
                <c:pt idx="22">
                  <c:v>0.16525061767023505</c:v>
                </c:pt>
                <c:pt idx="23">
                  <c:v>0.15072683691351016</c:v>
                </c:pt>
                <c:pt idx="24">
                  <c:v>0.16294129307057284</c:v>
                </c:pt>
                <c:pt idx="25">
                  <c:v>0.16133931507105151</c:v>
                </c:pt>
                <c:pt idx="26">
                  <c:v>0.16944061555327888</c:v>
                </c:pt>
                <c:pt idx="27">
                  <c:v>0.17316440295080457</c:v>
                </c:pt>
                <c:pt idx="28">
                  <c:v>0.174608264892336</c:v>
                </c:pt>
                <c:pt idx="29">
                  <c:v>0.19177308971447751</c:v>
                </c:pt>
                <c:pt idx="30">
                  <c:v>0.18781817003448431</c:v>
                </c:pt>
                <c:pt idx="31">
                  <c:v>0.17434457292705047</c:v>
                </c:pt>
                <c:pt idx="32">
                  <c:v>0.14895190687608331</c:v>
                </c:pt>
                <c:pt idx="33">
                  <c:v>0.14139663896981181</c:v>
                </c:pt>
                <c:pt idx="34">
                  <c:v>0.15661884348510158</c:v>
                </c:pt>
                <c:pt idx="35">
                  <c:v>0.1371617107058031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08B0-43C4-B44B-BC78FE024474}"/>
            </c:ext>
          </c:extLst>
        </c:ser>
        <c:ser>
          <c:idx val="5"/>
          <c:order val="4"/>
          <c:tx>
            <c:strRef>
              <c:f>Class!$F$1</c:f>
              <c:strCache>
                <c:ptCount val="1"/>
                <c:pt idx="0">
                  <c:v>Currency</c:v>
                </c:pt>
              </c:strCache>
            </c:strRef>
          </c:tx>
          <c:marker>
            <c:symbol val="none"/>
          </c:marker>
          <c:cat>
            <c:numRef>
              <c:f>Class!$A$3:$A$49999</c:f>
              <c:numCache>
                <c:formatCode>[$-409]mmm\-yy;@</c:formatCode>
                <c:ptCount val="49997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Class!$F$3:$F$49999</c:f>
              <c:numCache>
                <c:formatCode>0.0%</c:formatCode>
                <c:ptCount val="49997"/>
                <c:pt idx="0">
                  <c:v>0.21578530817210723</c:v>
                </c:pt>
                <c:pt idx="1">
                  <c:v>0.22238224779483598</c:v>
                </c:pt>
                <c:pt idx="2">
                  <c:v>0.23264172626467527</c:v>
                </c:pt>
                <c:pt idx="3">
                  <c:v>0.26229629387028686</c:v>
                </c:pt>
                <c:pt idx="4">
                  <c:v>0.2910435627416661</c:v>
                </c:pt>
                <c:pt idx="5">
                  <c:v>0.29071897865230029</c:v>
                </c:pt>
                <c:pt idx="6">
                  <c:v>0.29675459577512542</c:v>
                </c:pt>
                <c:pt idx="7">
                  <c:v>0.31600268139818771</c:v>
                </c:pt>
                <c:pt idx="8">
                  <c:v>0.26446378699140161</c:v>
                </c:pt>
                <c:pt idx="9">
                  <c:v>0.27506025346791879</c:v>
                </c:pt>
                <c:pt idx="10">
                  <c:v>0.28115667165009911</c:v>
                </c:pt>
                <c:pt idx="11">
                  <c:v>0.31005906034947917</c:v>
                </c:pt>
                <c:pt idx="12">
                  <c:v>0.29582056343854635</c:v>
                </c:pt>
                <c:pt idx="13">
                  <c:v>0.28120597785789708</c:v>
                </c:pt>
                <c:pt idx="14">
                  <c:v>0.26979988269084187</c:v>
                </c:pt>
                <c:pt idx="15">
                  <c:v>0.27911867454918887</c:v>
                </c:pt>
                <c:pt idx="16">
                  <c:v>0.29396851344918784</c:v>
                </c:pt>
                <c:pt idx="17">
                  <c:v>0.28844745394284754</c:v>
                </c:pt>
                <c:pt idx="18">
                  <c:v>0.2838750366899867</c:v>
                </c:pt>
                <c:pt idx="19">
                  <c:v>0.30159426377663173</c:v>
                </c:pt>
                <c:pt idx="20">
                  <c:v>0.32420588751914292</c:v>
                </c:pt>
                <c:pt idx="21">
                  <c:v>0.32267053149757646</c:v>
                </c:pt>
                <c:pt idx="22">
                  <c:v>0.31024003754859492</c:v>
                </c:pt>
                <c:pt idx="23">
                  <c:v>0.28804622390773899</c:v>
                </c:pt>
                <c:pt idx="24">
                  <c:v>0.26169920979562444</c:v>
                </c:pt>
                <c:pt idx="25">
                  <c:v>0.23760900163418316</c:v>
                </c:pt>
                <c:pt idx="26">
                  <c:v>0.22523304271426356</c:v>
                </c:pt>
                <c:pt idx="27">
                  <c:v>0.23877460192822256</c:v>
                </c:pt>
                <c:pt idx="28">
                  <c:v>0.27859788998539936</c:v>
                </c:pt>
                <c:pt idx="29">
                  <c:v>0.26707414601935248</c:v>
                </c:pt>
                <c:pt idx="30">
                  <c:v>0.24617106088076085</c:v>
                </c:pt>
                <c:pt idx="31">
                  <c:v>0.23920162676881437</c:v>
                </c:pt>
                <c:pt idx="32">
                  <c:v>0.23489624237656273</c:v>
                </c:pt>
                <c:pt idx="33">
                  <c:v>0.2568900565401917</c:v>
                </c:pt>
                <c:pt idx="34">
                  <c:v>0.25108183138476858</c:v>
                </c:pt>
                <c:pt idx="35">
                  <c:v>0.2521403633938985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08B0-43C4-B44B-BC78FE02447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346707072"/>
        <c:axId val="346708608"/>
      </c:lineChart>
      <c:dateAx>
        <c:axId val="346707072"/>
        <c:scaling>
          <c:orientation val="minMax"/>
        </c:scaling>
        <c:delete val="0"/>
        <c:axPos val="b"/>
        <c:numFmt formatCode="[$-409]mmm\-yy;@" sourceLinked="1"/>
        <c:majorTickMark val="none"/>
        <c:minorTickMark val="none"/>
        <c:tickLblPos val="low"/>
        <c:crossAx val="346708608"/>
        <c:crosses val="autoZero"/>
        <c:auto val="1"/>
        <c:lblOffset val="100"/>
        <c:baseTimeUnit val="months"/>
      </c:dateAx>
      <c:valAx>
        <c:axId val="346708608"/>
        <c:scaling>
          <c:orientation val="minMax"/>
        </c:scaling>
        <c:delete val="0"/>
        <c:axPos val="l"/>
        <c:majorGridlines/>
        <c:numFmt formatCode="0.0%" sourceLinked="1"/>
        <c:majorTickMark val="none"/>
        <c:minorTickMark val="none"/>
        <c:tickLblPos val="nextTo"/>
        <c:spPr>
          <a:ln w="9525">
            <a:noFill/>
          </a:ln>
        </c:spPr>
        <c:crossAx val="346707072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  <c:externalData r:id="rId2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/>
            </a:pPr>
            <a:r>
              <a:rPr lang="en-US"/>
              <a:t>Nominal Counterparty Exposure - Trend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Nominal!$B$1</c:f>
              <c:strCache>
                <c:ptCount val="1"/>
                <c:pt idx="0">
                  <c:v> CME </c:v>
                </c:pt>
              </c:strCache>
            </c:strRef>
          </c:tx>
          <c:cat>
            <c:numRef>
              <c:f>Nominal!$A$3:$A$49999</c:f>
              <c:numCache>
                <c:formatCode>[$-409]mmm\-yy;@</c:formatCode>
                <c:ptCount val="49997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Nominal!$B$3:$B$49999</c:f>
              <c:numCache>
                <c:formatCode>_(* #,##0_);_(* \(#,##0\);_(* "-"??_);_(@_)</c:formatCode>
                <c:ptCount val="49997"/>
                <c:pt idx="0">
                  <c:v>-46012773.439999998</c:v>
                </c:pt>
                <c:pt idx="1">
                  <c:v>-53531914.07</c:v>
                </c:pt>
                <c:pt idx="2">
                  <c:v>-51338867.189999998</c:v>
                </c:pt>
                <c:pt idx="3">
                  <c:v>4271109.3799999952</c:v>
                </c:pt>
                <c:pt idx="4">
                  <c:v>-61260656.25</c:v>
                </c:pt>
                <c:pt idx="5">
                  <c:v>-62515078.129999995</c:v>
                </c:pt>
                <c:pt idx="6">
                  <c:v>-31702859.379999999</c:v>
                </c:pt>
                <c:pt idx="7">
                  <c:v>-40787140.629999995</c:v>
                </c:pt>
                <c:pt idx="8">
                  <c:v>-74526093.75</c:v>
                </c:pt>
                <c:pt idx="9">
                  <c:v>-74305359.379999995</c:v>
                </c:pt>
                <c:pt idx="10">
                  <c:v>-77263546.879999995</c:v>
                </c:pt>
                <c:pt idx="11">
                  <c:v>-77673828.129999995</c:v>
                </c:pt>
                <c:pt idx="12">
                  <c:v>-73381882.810000002</c:v>
                </c:pt>
                <c:pt idx="13">
                  <c:v>-42324890.629999995</c:v>
                </c:pt>
                <c:pt idx="14">
                  <c:v>-43954875</c:v>
                </c:pt>
                <c:pt idx="15">
                  <c:v>-74195921.879999995</c:v>
                </c:pt>
                <c:pt idx="16">
                  <c:v>-46885734.380000003</c:v>
                </c:pt>
                <c:pt idx="17">
                  <c:v>-77533171.879999995</c:v>
                </c:pt>
                <c:pt idx="18">
                  <c:v>-83501531.25</c:v>
                </c:pt>
                <c:pt idx="19">
                  <c:v>-82639921.879999995</c:v>
                </c:pt>
                <c:pt idx="20">
                  <c:v>-91321398.439999998</c:v>
                </c:pt>
                <c:pt idx="21">
                  <c:v>87641421.879999995</c:v>
                </c:pt>
                <c:pt idx="22">
                  <c:v>90636593.75</c:v>
                </c:pt>
                <c:pt idx="23">
                  <c:v>-92372195.310000002</c:v>
                </c:pt>
                <c:pt idx="24">
                  <c:v>-92805578.129999995</c:v>
                </c:pt>
                <c:pt idx="25">
                  <c:v>-96037453.129999995</c:v>
                </c:pt>
                <c:pt idx="26">
                  <c:v>-98390312.5</c:v>
                </c:pt>
                <c:pt idx="27">
                  <c:v>107706343.75</c:v>
                </c:pt>
                <c:pt idx="28">
                  <c:v>40280132.810000002</c:v>
                </c:pt>
                <c:pt idx="29">
                  <c:v>-1921218.75</c:v>
                </c:pt>
                <c:pt idx="30">
                  <c:v>-4554593.75</c:v>
                </c:pt>
                <c:pt idx="31">
                  <c:v>83732890.629999995</c:v>
                </c:pt>
                <c:pt idx="32">
                  <c:v>86054687.5</c:v>
                </c:pt>
                <c:pt idx="33">
                  <c:v>90792359.379999995</c:v>
                </c:pt>
                <c:pt idx="34">
                  <c:v>97030031.25</c:v>
                </c:pt>
                <c:pt idx="35">
                  <c:v>165537515.63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3B1-4EE5-AB4D-E09AE90CA0E2}"/>
            </c:ext>
          </c:extLst>
        </c:ser>
        <c:ser>
          <c:idx val="6"/>
          <c:order val="1"/>
          <c:tx>
            <c:strRef>
              <c:f>Nominal!$C$1</c:f>
              <c:strCache>
                <c:ptCount val="1"/>
                <c:pt idx="0">
                  <c:v> EUREX </c:v>
                </c:pt>
              </c:strCache>
            </c:strRef>
          </c:tx>
          <c:marker>
            <c:symbol val="none"/>
          </c:marker>
          <c:cat>
            <c:numRef>
              <c:f>Nominal!$A$3:$A$49999</c:f>
              <c:numCache>
                <c:formatCode>[$-409]mmm\-yy;@</c:formatCode>
                <c:ptCount val="49997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Nominal!$C$3:$C$49999</c:f>
              <c:numCache>
                <c:formatCode>_(* #,##0_);_(* \(#,##0\);_(* "-"??_);_(@_)</c:formatCode>
                <c:ptCount val="49997"/>
                <c:pt idx="0">
                  <c:v>-33393654.839999996</c:v>
                </c:pt>
                <c:pt idx="1">
                  <c:v>-37026224.789999999</c:v>
                </c:pt>
                <c:pt idx="2">
                  <c:v>-35247721.850000001</c:v>
                </c:pt>
                <c:pt idx="3">
                  <c:v>-45798995.539999999</c:v>
                </c:pt>
                <c:pt idx="4">
                  <c:v>-39750049.920000002</c:v>
                </c:pt>
                <c:pt idx="5">
                  <c:v>-37631005.899999999</c:v>
                </c:pt>
                <c:pt idx="6">
                  <c:v>-41211161.25</c:v>
                </c:pt>
                <c:pt idx="7">
                  <c:v>-55870706.899999999</c:v>
                </c:pt>
                <c:pt idx="8">
                  <c:v>-58965296.379999995</c:v>
                </c:pt>
                <c:pt idx="9">
                  <c:v>-59251069.760000005</c:v>
                </c:pt>
                <c:pt idx="10">
                  <c:v>-61135294.5</c:v>
                </c:pt>
                <c:pt idx="11">
                  <c:v>-60279565.259999998</c:v>
                </c:pt>
                <c:pt idx="12">
                  <c:v>-69586123.260000005</c:v>
                </c:pt>
                <c:pt idx="13">
                  <c:v>68953618.390000001</c:v>
                </c:pt>
                <c:pt idx="14">
                  <c:v>-65827682.290000007</c:v>
                </c:pt>
                <c:pt idx="15">
                  <c:v>-68374800</c:v>
                </c:pt>
                <c:pt idx="16">
                  <c:v>-64082793.549999997</c:v>
                </c:pt>
                <c:pt idx="17">
                  <c:v>-70308210.929999992</c:v>
                </c:pt>
                <c:pt idx="18">
                  <c:v>-66834179.959999993</c:v>
                </c:pt>
                <c:pt idx="19">
                  <c:v>-67579828.609999999</c:v>
                </c:pt>
                <c:pt idx="20">
                  <c:v>-71352810.700000003</c:v>
                </c:pt>
                <c:pt idx="21">
                  <c:v>-83875387.329999998</c:v>
                </c:pt>
                <c:pt idx="22">
                  <c:v>87543504.770000011</c:v>
                </c:pt>
                <c:pt idx="23">
                  <c:v>73955620.409999996</c:v>
                </c:pt>
                <c:pt idx="24">
                  <c:v>-74051442.269999996</c:v>
                </c:pt>
                <c:pt idx="25">
                  <c:v>83503922.459999993</c:v>
                </c:pt>
                <c:pt idx="26">
                  <c:v>24702277.600000001</c:v>
                </c:pt>
                <c:pt idx="27">
                  <c:v>-108297514.18000001</c:v>
                </c:pt>
                <c:pt idx="28">
                  <c:v>-80942397.430000007</c:v>
                </c:pt>
                <c:pt idx="29">
                  <c:v>-90013484.349999994</c:v>
                </c:pt>
                <c:pt idx="30">
                  <c:v>-144994632.84</c:v>
                </c:pt>
                <c:pt idx="31">
                  <c:v>-144496015.30000001</c:v>
                </c:pt>
                <c:pt idx="32">
                  <c:v>-132041319.21000001</c:v>
                </c:pt>
                <c:pt idx="33">
                  <c:v>-141680524.75</c:v>
                </c:pt>
                <c:pt idx="34">
                  <c:v>-134886517.90000001</c:v>
                </c:pt>
                <c:pt idx="35">
                  <c:v>41594645.859999999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3B1-4EE5-AB4D-E09AE90CA0E2}"/>
            </c:ext>
          </c:extLst>
        </c:ser>
        <c:ser>
          <c:idx val="1"/>
          <c:order val="2"/>
          <c:tx>
            <c:strRef>
              <c:f>Nominal!$E$1</c:f>
              <c:strCache>
                <c:ptCount val="1"/>
                <c:pt idx="0">
                  <c:v> Japan SCC </c:v>
                </c:pt>
              </c:strCache>
            </c:strRef>
          </c:tx>
          <c:val>
            <c:numRef>
              <c:f>Nominal!$E$3:$E$50000</c:f>
              <c:numCache>
                <c:formatCode>_(* #,##0_);_(* \(#,##0\);_(* "-"??_);_(@_)</c:formatCode>
                <c:ptCount val="49998"/>
                <c:pt idx="0">
                  <c:v>-50711735.950000003</c:v>
                </c:pt>
                <c:pt idx="1">
                  <c:v>-39444807.57</c:v>
                </c:pt>
                <c:pt idx="2">
                  <c:v>-29871600.039999999</c:v>
                </c:pt>
                <c:pt idx="3">
                  <c:v>-42291381.770000003</c:v>
                </c:pt>
                <c:pt idx="4">
                  <c:v>-43652921.090000004</c:v>
                </c:pt>
                <c:pt idx="5">
                  <c:v>-52896968.829999998</c:v>
                </c:pt>
                <c:pt idx="6">
                  <c:v>-53444494.409999996</c:v>
                </c:pt>
                <c:pt idx="7">
                  <c:v>0</c:v>
                </c:pt>
                <c:pt idx="8">
                  <c:v>63218532.130000003</c:v>
                </c:pt>
                <c:pt idx="9">
                  <c:v>57313720.890000001</c:v>
                </c:pt>
                <c:pt idx="10">
                  <c:v>-54103800.060000002</c:v>
                </c:pt>
                <c:pt idx="11">
                  <c:v>-64074474.920000002</c:v>
                </c:pt>
                <c:pt idx="12">
                  <c:v>-61397999.719999999</c:v>
                </c:pt>
                <c:pt idx="13">
                  <c:v>-46023601.850000001</c:v>
                </c:pt>
                <c:pt idx="14">
                  <c:v>47687178.460000001</c:v>
                </c:pt>
                <c:pt idx="15">
                  <c:v>51086193.799999997</c:v>
                </c:pt>
                <c:pt idx="16">
                  <c:v>60604327.520000003</c:v>
                </c:pt>
                <c:pt idx="17">
                  <c:v>68844697.569999993</c:v>
                </c:pt>
                <c:pt idx="18">
                  <c:v>-66607609.100000001</c:v>
                </c:pt>
                <c:pt idx="19">
                  <c:v>-65450485.18</c:v>
                </c:pt>
                <c:pt idx="20">
                  <c:v>-59412794.890000001</c:v>
                </c:pt>
                <c:pt idx="21">
                  <c:v>-40450223.710000001</c:v>
                </c:pt>
                <c:pt idx="22">
                  <c:v>-35023994.75</c:v>
                </c:pt>
                <c:pt idx="23">
                  <c:v>58794420.219999999</c:v>
                </c:pt>
                <c:pt idx="24">
                  <c:v>-58688597.609999999</c:v>
                </c:pt>
                <c:pt idx="25">
                  <c:v>-72674200.840000004</c:v>
                </c:pt>
                <c:pt idx="26">
                  <c:v>-72994857.159999996</c:v>
                </c:pt>
                <c:pt idx="27">
                  <c:v>-72189380.769999996</c:v>
                </c:pt>
                <c:pt idx="28">
                  <c:v>-69023415.590000004</c:v>
                </c:pt>
                <c:pt idx="29">
                  <c:v>-46082262.030000001</c:v>
                </c:pt>
                <c:pt idx="30">
                  <c:v>-51971892.420000002</c:v>
                </c:pt>
                <c:pt idx="31">
                  <c:v>-50444533.039999999</c:v>
                </c:pt>
                <c:pt idx="32">
                  <c:v>-64166592.880000003</c:v>
                </c:pt>
                <c:pt idx="33">
                  <c:v>-75395470.090000004</c:v>
                </c:pt>
                <c:pt idx="34">
                  <c:v>-80358573.239999995</c:v>
                </c:pt>
                <c:pt idx="35">
                  <c:v>-96554694.010000005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3B1-4EE5-AB4D-E09AE90CA0E2}"/>
            </c:ext>
          </c:extLst>
        </c:ser>
        <c:ser>
          <c:idx val="2"/>
          <c:order val="3"/>
          <c:tx>
            <c:strRef>
              <c:f>Nominal!$D$1</c:f>
              <c:strCache>
                <c:ptCount val="1"/>
                <c:pt idx="0">
                  <c:v> ICE Euro </c:v>
                </c:pt>
              </c:strCache>
            </c:strRef>
          </c:tx>
          <c:val>
            <c:numRef>
              <c:f>Nominal!$D$3:$D$10000</c:f>
              <c:numCache>
                <c:formatCode>_(* #,##0_);_(* \(#,##0\);_(* "-"??_);_(@_)</c:formatCode>
                <c:ptCount val="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3B1-4EE5-AB4D-E09AE90CA0E2}"/>
            </c:ext>
          </c:extLst>
        </c:ser>
        <c:ser>
          <c:idx val="3"/>
          <c:order val="4"/>
          <c:tx>
            <c:strRef>
              <c:f>Nominal!$G$1</c:f>
              <c:strCache>
                <c:ptCount val="1"/>
                <c:pt idx="0">
                  <c:v> Canadian DCC </c:v>
                </c:pt>
              </c:strCache>
            </c:strRef>
          </c:tx>
          <c:val>
            <c:numRef>
              <c:f>Nominal!$G$3:$G$10000</c:f>
              <c:numCache>
                <c:formatCode>_(* #,##0_);_(* \(#,##0\);_(* "-"??_);_(@_)</c:formatCode>
                <c:ptCount val="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43B1-4EE5-AB4D-E09AE90CA0E2}"/>
            </c:ext>
          </c:extLst>
        </c:ser>
        <c:ser>
          <c:idx val="4"/>
          <c:order val="5"/>
          <c:tx>
            <c:strRef>
              <c:f>Nominal!$F$1</c:f>
              <c:strCache>
                <c:ptCount val="1"/>
                <c:pt idx="0">
                  <c:v> ASX Clear </c:v>
                </c:pt>
              </c:strCache>
            </c:strRef>
          </c:tx>
          <c:val>
            <c:numRef>
              <c:f>Nominal!$F$3:$F$5000</c:f>
              <c:numCache>
                <c:formatCode>_(* #,##0_);_(* \(#,##0\);_(* "-"??_);_(@_)</c:formatCode>
                <c:ptCount val="4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43B1-4EE5-AB4D-E09AE90CA0E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387423232"/>
        <c:axId val="333705984"/>
      </c:lineChart>
      <c:dateAx>
        <c:axId val="387423232"/>
        <c:scaling>
          <c:orientation val="minMax"/>
        </c:scaling>
        <c:delete val="0"/>
        <c:axPos val="b"/>
        <c:numFmt formatCode="[$-409]mmm\-yy;@" sourceLinked="1"/>
        <c:majorTickMark val="none"/>
        <c:minorTickMark val="none"/>
        <c:tickLblPos val="low"/>
        <c:crossAx val="333705984"/>
        <c:crosses val="autoZero"/>
        <c:auto val="1"/>
        <c:lblOffset val="100"/>
        <c:baseTimeUnit val="months"/>
      </c:dateAx>
      <c:valAx>
        <c:axId val="333705984"/>
        <c:scaling>
          <c:orientation val="minMax"/>
        </c:scaling>
        <c:delete val="0"/>
        <c:axPos val="l"/>
        <c:majorGridlines/>
        <c:numFmt formatCode="_(* #,##0_);_(* \(#,##0\);_(* &quot;-&quot;??_);_(@_)" sourceLinked="1"/>
        <c:majorTickMark val="none"/>
        <c:minorTickMark val="none"/>
        <c:tickLblPos val="nextTo"/>
        <c:spPr>
          <a:ln w="9525">
            <a:noFill/>
          </a:ln>
        </c:spPr>
        <c:crossAx val="387423232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  <c:externalData r:id="rId2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/>
            </a:pPr>
            <a:r>
              <a:rPr lang="en-US"/>
              <a:t>Equity Counterparty Exposure - Trend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9.3512685914260721E-2"/>
          <c:y val="7.691511445789577E-2"/>
          <c:w val="0.89424354930908467"/>
          <c:h val="0.755575177748119"/>
        </c:manualLayout>
      </c:layout>
      <c:lineChart>
        <c:grouping val="standard"/>
        <c:varyColors val="0"/>
        <c:ser>
          <c:idx val="0"/>
          <c:order val="0"/>
          <c:tx>
            <c:strRef>
              <c:f>Equity!$B$1</c:f>
              <c:strCache>
                <c:ptCount val="1"/>
                <c:pt idx="0">
                  <c:v> CME </c:v>
                </c:pt>
              </c:strCache>
            </c:strRef>
          </c:tx>
          <c:cat>
            <c:numRef>
              <c:f>Equity!$A$3:$A$49999</c:f>
              <c:numCache>
                <c:formatCode>[$-409]mmm\-yy;@</c:formatCode>
                <c:ptCount val="49997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Equity!$B$3:$B$49999</c:f>
              <c:numCache>
                <c:formatCode>_(* #,##0_);_(* \(#,##0\);_(* "-"??_);_(@_)</c:formatCode>
                <c:ptCount val="49997"/>
                <c:pt idx="0">
                  <c:v>-9180360</c:v>
                </c:pt>
                <c:pt idx="1">
                  <c:v>-10995800</c:v>
                </c:pt>
                <c:pt idx="2">
                  <c:v>-12070140</c:v>
                </c:pt>
                <c:pt idx="3">
                  <c:v>-18532312.5</c:v>
                </c:pt>
                <c:pt idx="4">
                  <c:v>-2822475</c:v>
                </c:pt>
                <c:pt idx="5">
                  <c:v>-2541220</c:v>
                </c:pt>
                <c:pt idx="6">
                  <c:v>-2070230</c:v>
                </c:pt>
                <c:pt idx="7">
                  <c:v>28663900</c:v>
                </c:pt>
                <c:pt idx="8">
                  <c:v>30099060</c:v>
                </c:pt>
                <c:pt idx="9">
                  <c:v>26329845</c:v>
                </c:pt>
                <c:pt idx="10">
                  <c:v>24385632.5</c:v>
                </c:pt>
                <c:pt idx="11">
                  <c:v>-23412422.5</c:v>
                </c:pt>
                <c:pt idx="12">
                  <c:v>-3366020</c:v>
                </c:pt>
                <c:pt idx="13">
                  <c:v>28588390</c:v>
                </c:pt>
                <c:pt idx="14">
                  <c:v>32371577.5</c:v>
                </c:pt>
                <c:pt idx="15">
                  <c:v>29180700</c:v>
                </c:pt>
                <c:pt idx="16">
                  <c:v>24280850</c:v>
                </c:pt>
                <c:pt idx="17">
                  <c:v>24336990</c:v>
                </c:pt>
                <c:pt idx="18">
                  <c:v>27018005</c:v>
                </c:pt>
                <c:pt idx="19">
                  <c:v>29045155</c:v>
                </c:pt>
                <c:pt idx="20">
                  <c:v>24986790</c:v>
                </c:pt>
                <c:pt idx="21">
                  <c:v>21591787.5</c:v>
                </c:pt>
                <c:pt idx="22">
                  <c:v>18110980</c:v>
                </c:pt>
                <c:pt idx="23">
                  <c:v>21827995</c:v>
                </c:pt>
                <c:pt idx="24">
                  <c:v>24137732.5</c:v>
                </c:pt>
                <c:pt idx="25">
                  <c:v>21505347.5</c:v>
                </c:pt>
                <c:pt idx="26">
                  <c:v>20294300</c:v>
                </c:pt>
                <c:pt idx="27">
                  <c:v>21555855</c:v>
                </c:pt>
                <c:pt idx="28">
                  <c:v>20941140</c:v>
                </c:pt>
                <c:pt idx="29">
                  <c:v>16569630</c:v>
                </c:pt>
                <c:pt idx="30">
                  <c:v>19788675</c:v>
                </c:pt>
                <c:pt idx="31">
                  <c:v>21754250</c:v>
                </c:pt>
                <c:pt idx="32">
                  <c:v>39660240</c:v>
                </c:pt>
                <c:pt idx="33">
                  <c:v>46861657.5</c:v>
                </c:pt>
                <c:pt idx="34">
                  <c:v>49515740</c:v>
                </c:pt>
                <c:pt idx="35">
                  <c:v>35867700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CEE-4196-A27A-FBCC4E5054ED}"/>
            </c:ext>
          </c:extLst>
        </c:ser>
        <c:ser>
          <c:idx val="1"/>
          <c:order val="1"/>
          <c:tx>
            <c:strRef>
              <c:f>Equity!$D$1</c:f>
              <c:strCache>
                <c:ptCount val="1"/>
                <c:pt idx="0">
                  <c:v> EUREX </c:v>
                </c:pt>
              </c:strCache>
            </c:strRef>
          </c:tx>
          <c:cat>
            <c:numRef>
              <c:f>Equity!$A$3:$A$49999</c:f>
              <c:numCache>
                <c:formatCode>[$-409]mmm\-yy;@</c:formatCode>
                <c:ptCount val="49997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Equity!$D$3:$D$49999</c:f>
              <c:numCache>
                <c:formatCode>_(* #,##0_);_(* \(#,##0\);_(* "-"??_);_(@_)</c:formatCode>
                <c:ptCount val="49997"/>
                <c:pt idx="0">
                  <c:v>15997437.16</c:v>
                </c:pt>
                <c:pt idx="1">
                  <c:v>19491252.469999999</c:v>
                </c:pt>
                <c:pt idx="2">
                  <c:v>17588466.740000002</c:v>
                </c:pt>
                <c:pt idx="3">
                  <c:v>23170621.370000001</c:v>
                </c:pt>
                <c:pt idx="4">
                  <c:v>23875766.399999999</c:v>
                </c:pt>
                <c:pt idx="5">
                  <c:v>23019593.670000002</c:v>
                </c:pt>
                <c:pt idx="6">
                  <c:v>25775595.060000002</c:v>
                </c:pt>
                <c:pt idx="7">
                  <c:v>31580091.579999998</c:v>
                </c:pt>
                <c:pt idx="8">
                  <c:v>24866605.800000001</c:v>
                </c:pt>
                <c:pt idx="9">
                  <c:v>24188964.800000001</c:v>
                </c:pt>
                <c:pt idx="10">
                  <c:v>25273900.579999998</c:v>
                </c:pt>
                <c:pt idx="11">
                  <c:v>-28158650.539999999</c:v>
                </c:pt>
                <c:pt idx="12">
                  <c:v>-30885594.23</c:v>
                </c:pt>
                <c:pt idx="13">
                  <c:v>33543155.590000004</c:v>
                </c:pt>
                <c:pt idx="14">
                  <c:v>38381176.769999996</c:v>
                </c:pt>
                <c:pt idx="15">
                  <c:v>38803320</c:v>
                </c:pt>
                <c:pt idx="16">
                  <c:v>33069261.460000001</c:v>
                </c:pt>
                <c:pt idx="17">
                  <c:v>30902955.57</c:v>
                </c:pt>
                <c:pt idx="18">
                  <c:v>29416611.629999999</c:v>
                </c:pt>
                <c:pt idx="19">
                  <c:v>26972792.509999998</c:v>
                </c:pt>
                <c:pt idx="20">
                  <c:v>24445482.479999997</c:v>
                </c:pt>
                <c:pt idx="21">
                  <c:v>24287256.890000001</c:v>
                </c:pt>
                <c:pt idx="22">
                  <c:v>20257490.759999998</c:v>
                </c:pt>
                <c:pt idx="23">
                  <c:v>24136683.759999998</c:v>
                </c:pt>
                <c:pt idx="24">
                  <c:v>21845591.43</c:v>
                </c:pt>
                <c:pt idx="25">
                  <c:v>27556838.41</c:v>
                </c:pt>
                <c:pt idx="26">
                  <c:v>28736323.199999999</c:v>
                </c:pt>
                <c:pt idx="27">
                  <c:v>30732683.780000001</c:v>
                </c:pt>
                <c:pt idx="28">
                  <c:v>23286363.530000001</c:v>
                </c:pt>
                <c:pt idx="29">
                  <c:v>19791937.149999999</c:v>
                </c:pt>
                <c:pt idx="30">
                  <c:v>25459785.25</c:v>
                </c:pt>
                <c:pt idx="31">
                  <c:v>25725907.280000001</c:v>
                </c:pt>
                <c:pt idx="32">
                  <c:v>36679935.090000004</c:v>
                </c:pt>
                <c:pt idx="33">
                  <c:v>37599148.129999995</c:v>
                </c:pt>
                <c:pt idx="34">
                  <c:v>34676900.219999999</c:v>
                </c:pt>
                <c:pt idx="35">
                  <c:v>36837992.409999996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CEE-4196-A27A-FBCC4E5054ED}"/>
            </c:ext>
          </c:extLst>
        </c:ser>
        <c:ser>
          <c:idx val="4"/>
          <c:order val="2"/>
          <c:tx>
            <c:strRef>
              <c:f>Equity!$F$1</c:f>
              <c:strCache>
                <c:ptCount val="1"/>
                <c:pt idx="0">
                  <c:v> Korea Exchange </c:v>
                </c:pt>
              </c:strCache>
            </c:strRef>
          </c:tx>
          <c:marker>
            <c:symbol val="none"/>
          </c:marker>
          <c:cat>
            <c:numRef>
              <c:f>Equity!$A$3:$A$49999</c:f>
              <c:numCache>
                <c:formatCode>[$-409]mmm\-yy;@</c:formatCode>
                <c:ptCount val="49997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Equity!$F$3:$F$49999</c:f>
              <c:numCache>
                <c:formatCode>_(* #,##0_);_(* \(#,##0\);_(* "-"??_);_(@_)</c:formatCode>
                <c:ptCount val="49997"/>
                <c:pt idx="0">
                  <c:v>-6368821.6699999999</c:v>
                </c:pt>
                <c:pt idx="1">
                  <c:v>7437236.1600000001</c:v>
                </c:pt>
                <c:pt idx="2">
                  <c:v>-6839353.8600000003</c:v>
                </c:pt>
                <c:pt idx="3">
                  <c:v>-9448553.9800000004</c:v>
                </c:pt>
                <c:pt idx="4">
                  <c:v>11401075.91</c:v>
                </c:pt>
                <c:pt idx="5">
                  <c:v>13027330.949999999</c:v>
                </c:pt>
                <c:pt idx="6">
                  <c:v>15375668.800000001</c:v>
                </c:pt>
                <c:pt idx="7">
                  <c:v>15868915</c:v>
                </c:pt>
                <c:pt idx="8">
                  <c:v>14133762.060000001</c:v>
                </c:pt>
                <c:pt idx="9">
                  <c:v>12495368.310000001</c:v>
                </c:pt>
                <c:pt idx="10">
                  <c:v>11312594.869999999</c:v>
                </c:pt>
                <c:pt idx="11">
                  <c:v>-11692826.42</c:v>
                </c:pt>
                <c:pt idx="12">
                  <c:v>10279175.4</c:v>
                </c:pt>
                <c:pt idx="13">
                  <c:v>9026898.4399999995</c:v>
                </c:pt>
                <c:pt idx="14">
                  <c:v>9842961.4700000007</c:v>
                </c:pt>
                <c:pt idx="15">
                  <c:v>10814020.43</c:v>
                </c:pt>
                <c:pt idx="16">
                  <c:v>8773496.8499999996</c:v>
                </c:pt>
                <c:pt idx="17">
                  <c:v>9680582.1400000006</c:v>
                </c:pt>
                <c:pt idx="18">
                  <c:v>9683309.1199999992</c:v>
                </c:pt>
                <c:pt idx="19">
                  <c:v>10613037.949999999</c:v>
                </c:pt>
                <c:pt idx="20">
                  <c:v>9618314.1799999997</c:v>
                </c:pt>
                <c:pt idx="21">
                  <c:v>6384950.6799999997</c:v>
                </c:pt>
                <c:pt idx="22">
                  <c:v>5250905.8</c:v>
                </c:pt>
                <c:pt idx="23">
                  <c:v>7718648.0800000001</c:v>
                </c:pt>
                <c:pt idx="24">
                  <c:v>7690079.1399999997</c:v>
                </c:pt>
                <c:pt idx="25">
                  <c:v>-8638592.5700000003</c:v>
                </c:pt>
                <c:pt idx="26">
                  <c:v>-8942528.5399999991</c:v>
                </c:pt>
                <c:pt idx="27">
                  <c:v>-9634295.4199999999</c:v>
                </c:pt>
                <c:pt idx="28">
                  <c:v>-11501591.630000001</c:v>
                </c:pt>
                <c:pt idx="29">
                  <c:v>-11114010.289999999</c:v>
                </c:pt>
                <c:pt idx="30">
                  <c:v>-15263355.810000001</c:v>
                </c:pt>
                <c:pt idx="31">
                  <c:v>14761915.92</c:v>
                </c:pt>
                <c:pt idx="32">
                  <c:v>15056716.42</c:v>
                </c:pt>
                <c:pt idx="33">
                  <c:v>15007563.880000001</c:v>
                </c:pt>
                <c:pt idx="34">
                  <c:v>16825715.039999999</c:v>
                </c:pt>
                <c:pt idx="35">
                  <c:v>11910090.779999999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CEE-4196-A27A-FBCC4E5054ED}"/>
            </c:ext>
          </c:extLst>
        </c:ser>
        <c:ser>
          <c:idx val="7"/>
          <c:order val="3"/>
          <c:tx>
            <c:strRef>
              <c:f>Equity!$G$1</c:f>
              <c:strCache>
                <c:ptCount val="1"/>
                <c:pt idx="0">
                  <c:v> Japan SCC </c:v>
                </c:pt>
              </c:strCache>
            </c:strRef>
          </c:tx>
          <c:marker>
            <c:symbol val="none"/>
          </c:marker>
          <c:cat>
            <c:numRef>
              <c:f>Equity!$A$3:$A$49999</c:f>
              <c:numCache>
                <c:formatCode>[$-409]mmm\-yy;@</c:formatCode>
                <c:ptCount val="49997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Equity!$G$3:$G$49999</c:f>
              <c:numCache>
                <c:formatCode>_(* #,##0_);_(* \(#,##0\);_(* "-"??_);_(@_)</c:formatCode>
                <c:ptCount val="49997"/>
                <c:pt idx="0">
                  <c:v>7313350.2599999998</c:v>
                </c:pt>
                <c:pt idx="1">
                  <c:v>8187165.9800000004</c:v>
                </c:pt>
                <c:pt idx="2">
                  <c:v>8589582.6500000004</c:v>
                </c:pt>
                <c:pt idx="3">
                  <c:v>13062438.949999999</c:v>
                </c:pt>
                <c:pt idx="4">
                  <c:v>14417508.17</c:v>
                </c:pt>
                <c:pt idx="5">
                  <c:v>16092760.26</c:v>
                </c:pt>
                <c:pt idx="6">
                  <c:v>15835126.439999999</c:v>
                </c:pt>
                <c:pt idx="7">
                  <c:v>13109234.23</c:v>
                </c:pt>
                <c:pt idx="8">
                  <c:v>10675825.119999999</c:v>
                </c:pt>
                <c:pt idx="9">
                  <c:v>9607639.4700000007</c:v>
                </c:pt>
                <c:pt idx="10">
                  <c:v>10388920.07</c:v>
                </c:pt>
                <c:pt idx="11">
                  <c:v>9717793.4900000002</c:v>
                </c:pt>
                <c:pt idx="12">
                  <c:v>10439778.689999999</c:v>
                </c:pt>
                <c:pt idx="13">
                  <c:v>10201265.609999999</c:v>
                </c:pt>
                <c:pt idx="14">
                  <c:v>12246943.279999999</c:v>
                </c:pt>
                <c:pt idx="15">
                  <c:v>11164293.5</c:v>
                </c:pt>
                <c:pt idx="16">
                  <c:v>8800686.3000000007</c:v>
                </c:pt>
                <c:pt idx="17">
                  <c:v>8327722.7999999998</c:v>
                </c:pt>
                <c:pt idx="18">
                  <c:v>8365783.9100000001</c:v>
                </c:pt>
                <c:pt idx="19">
                  <c:v>10690083.74</c:v>
                </c:pt>
                <c:pt idx="20">
                  <c:v>8727928.3000000007</c:v>
                </c:pt>
                <c:pt idx="21">
                  <c:v>4775587.25</c:v>
                </c:pt>
                <c:pt idx="22">
                  <c:v>3846381.09</c:v>
                </c:pt>
                <c:pt idx="23">
                  <c:v>6099677.0599999996</c:v>
                </c:pt>
                <c:pt idx="24">
                  <c:v>6854797.6600000001</c:v>
                </c:pt>
                <c:pt idx="25">
                  <c:v>9981078.4600000009</c:v>
                </c:pt>
                <c:pt idx="26">
                  <c:v>10520654.300000001</c:v>
                </c:pt>
                <c:pt idx="27">
                  <c:v>10969372.74</c:v>
                </c:pt>
                <c:pt idx="28">
                  <c:v>11366727.43</c:v>
                </c:pt>
                <c:pt idx="29">
                  <c:v>7881769.9900000002</c:v>
                </c:pt>
                <c:pt idx="30">
                  <c:v>9815846.8599999994</c:v>
                </c:pt>
                <c:pt idx="31">
                  <c:v>10129240.17</c:v>
                </c:pt>
                <c:pt idx="32">
                  <c:v>16198331.35</c:v>
                </c:pt>
                <c:pt idx="33">
                  <c:v>15536378.1</c:v>
                </c:pt>
                <c:pt idx="34">
                  <c:v>16348446.98</c:v>
                </c:pt>
                <c:pt idx="35">
                  <c:v>10310541.49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CEE-4196-A27A-FBCC4E5054ED}"/>
            </c:ext>
          </c:extLst>
        </c:ser>
        <c:ser>
          <c:idx val="2"/>
          <c:order val="4"/>
          <c:tx>
            <c:strRef>
              <c:f>Equity!$C$1</c:f>
              <c:strCache>
                <c:ptCount val="1"/>
                <c:pt idx="0">
                  <c:v> ICE </c:v>
                </c:pt>
              </c:strCache>
            </c:strRef>
          </c:tx>
          <c:val>
            <c:numRef>
              <c:f>Equity!$C$3:$C$10000</c:f>
              <c:numCache>
                <c:formatCode>_(* #,##0_);_(* \(#,##0\);_(* "-"??_);_(@_)</c:formatCode>
                <c:ptCount val="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ECEE-4196-A27A-FBCC4E5054ED}"/>
            </c:ext>
          </c:extLst>
        </c:ser>
        <c:ser>
          <c:idx val="3"/>
          <c:order val="5"/>
          <c:tx>
            <c:strRef>
              <c:f>Equity!$E$1</c:f>
              <c:strCache>
                <c:ptCount val="1"/>
                <c:pt idx="0">
                  <c:v> ICE Euro </c:v>
                </c:pt>
              </c:strCache>
            </c:strRef>
          </c:tx>
          <c:val>
            <c:numRef>
              <c:f>Equity!$E$3:$E$10000</c:f>
              <c:numCache>
                <c:formatCode>_(* #,##0_);_(* \(#,##0\);_(* "-"??_);_(@_)</c:formatCode>
                <c:ptCount val="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ECEE-4196-A27A-FBCC4E5054ED}"/>
            </c:ext>
          </c:extLst>
        </c:ser>
        <c:ser>
          <c:idx val="5"/>
          <c:order val="6"/>
          <c:tx>
            <c:strRef>
              <c:f>Equity!$H$1</c:f>
              <c:strCache>
                <c:ptCount val="1"/>
                <c:pt idx="0">
                  <c:v> ASX </c:v>
                </c:pt>
              </c:strCache>
            </c:strRef>
          </c:tx>
          <c:val>
            <c:numRef>
              <c:f>Equity!$H$3:$H$10000</c:f>
              <c:numCache>
                <c:formatCode>_(* #,##0_);_(* \(#,##0\);_(* "-"??_);_(@_)</c:formatCode>
                <c:ptCount val="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ECEE-4196-A27A-FBCC4E5054ED}"/>
            </c:ext>
          </c:extLst>
        </c:ser>
        <c:ser>
          <c:idx val="6"/>
          <c:order val="7"/>
          <c:tx>
            <c:strRef>
              <c:f>Equity!$I$1</c:f>
              <c:strCache>
                <c:ptCount val="1"/>
                <c:pt idx="0">
                  <c:v> Canadian </c:v>
                </c:pt>
              </c:strCache>
            </c:strRef>
          </c:tx>
          <c:val>
            <c:numRef>
              <c:f>Equity!$I$3:$I$10000</c:f>
              <c:numCache>
                <c:formatCode>_(* #,##0_);_(* \(#,##0\);_(* "-"??_);_(@_)</c:formatCode>
                <c:ptCount val="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ECEE-4196-A27A-FBCC4E5054ED}"/>
            </c:ext>
          </c:extLst>
        </c:ser>
        <c:ser>
          <c:idx val="8"/>
          <c:order val="8"/>
          <c:tx>
            <c:strRef>
              <c:f>Equity!$J$1</c:f>
              <c:strCache>
                <c:ptCount val="1"/>
                <c:pt idx="0">
                  <c:v> HKFE </c:v>
                </c:pt>
              </c:strCache>
            </c:strRef>
          </c:tx>
          <c:val>
            <c:numRef>
              <c:f>Equity!$J$3:$J$10000</c:f>
              <c:numCache>
                <c:formatCode>_(* #,##0_);_(* \(#,##0\);_(* "-"??_);_(@_)</c:formatCode>
                <c:ptCount val="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8-ECEE-4196-A27A-FBCC4E5054ED}"/>
            </c:ext>
          </c:extLst>
        </c:ser>
        <c:ser>
          <c:idx val="9"/>
          <c:order val="9"/>
          <c:tx>
            <c:strRef>
              <c:f>Equity!$K$1</c:f>
              <c:strCache>
                <c:ptCount val="1"/>
                <c:pt idx="0">
                  <c:v> JSE </c:v>
                </c:pt>
              </c:strCache>
            </c:strRef>
          </c:tx>
          <c:val>
            <c:numRef>
              <c:f>Equity!$K$3:$K$10000</c:f>
              <c:numCache>
                <c:formatCode>_(* #,##0_);_(* \(#,##0\);_(* "-"??_);_(@_)</c:formatCode>
                <c:ptCount val="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9-ECEE-4196-A27A-FBCC4E5054ED}"/>
            </c:ext>
          </c:extLst>
        </c:ser>
        <c:ser>
          <c:idx val="10"/>
          <c:order val="10"/>
          <c:tx>
            <c:strRef>
              <c:f>Equity!$L$1</c:f>
              <c:strCache>
                <c:ptCount val="1"/>
                <c:pt idx="0">
                  <c:v>Singapore</c:v>
                </c:pt>
              </c:strCache>
            </c:strRef>
          </c:tx>
          <c:val>
            <c:numRef>
              <c:f>Equity!$L$3:$L$10000</c:f>
              <c:numCache>
                <c:formatCode>_(* #,##0_);_(* \(#,##0\);_(* "-"??_);_(@_)</c:formatCode>
                <c:ptCount val="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A-ECEE-4196-A27A-FBCC4E5054E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339534592"/>
        <c:axId val="339536128"/>
      </c:lineChart>
      <c:dateAx>
        <c:axId val="339534592"/>
        <c:scaling>
          <c:orientation val="minMax"/>
        </c:scaling>
        <c:delete val="0"/>
        <c:axPos val="b"/>
        <c:numFmt formatCode="[$-409]mmm\-yy;@" sourceLinked="1"/>
        <c:majorTickMark val="none"/>
        <c:minorTickMark val="none"/>
        <c:tickLblPos val="low"/>
        <c:crossAx val="339536128"/>
        <c:crosses val="autoZero"/>
        <c:auto val="1"/>
        <c:lblOffset val="100"/>
        <c:baseTimeUnit val="months"/>
      </c:dateAx>
      <c:valAx>
        <c:axId val="339536128"/>
        <c:scaling>
          <c:orientation val="minMax"/>
        </c:scaling>
        <c:delete val="0"/>
        <c:axPos val="l"/>
        <c:majorGridlines/>
        <c:numFmt formatCode="_(* #,##0_);_(* \(#,##0\);_(* &quot;-&quot;??_);_(@_)" sourceLinked="1"/>
        <c:majorTickMark val="none"/>
        <c:minorTickMark val="none"/>
        <c:tickLblPos val="nextTo"/>
        <c:spPr>
          <a:ln w="9525">
            <a:noFill/>
          </a:ln>
        </c:spPr>
        <c:crossAx val="339534592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  <c:externalData r:id="rId2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/>
            </a:pPr>
            <a:r>
              <a:rPr lang="en-US"/>
              <a:t>Commodity Counterparty Exposure - Trend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Commodity!$B$1</c:f>
              <c:strCache>
                <c:ptCount val="1"/>
                <c:pt idx="0">
                  <c:v> CME </c:v>
                </c:pt>
              </c:strCache>
            </c:strRef>
          </c:tx>
          <c:cat>
            <c:numRef>
              <c:f>Commodity!$A$3:$A$49999</c:f>
              <c:numCache>
                <c:formatCode>[$-409]mmm\-yy;@</c:formatCode>
                <c:ptCount val="49997"/>
                <c:pt idx="0">
                  <c:v>44911</c:v>
                </c:pt>
                <c:pt idx="1">
                  <c:v>44942</c:v>
                </c:pt>
                <c:pt idx="2">
                  <c:v>44958</c:v>
                </c:pt>
                <c:pt idx="3">
                  <c:v>44989</c:v>
                </c:pt>
                <c:pt idx="4">
                  <c:v>45020</c:v>
                </c:pt>
                <c:pt idx="5">
                  <c:v>45051</c:v>
                </c:pt>
                <c:pt idx="6">
                  <c:v>45082</c:v>
                </c:pt>
                <c:pt idx="7">
                  <c:v>45113</c:v>
                </c:pt>
                <c:pt idx="8">
                  <c:v>45144</c:v>
                </c:pt>
                <c:pt idx="9">
                  <c:v>45175</c:v>
                </c:pt>
                <c:pt idx="10">
                  <c:v>45206</c:v>
                </c:pt>
                <c:pt idx="11">
                  <c:v>45237</c:v>
                </c:pt>
                <c:pt idx="12">
                  <c:v>45268</c:v>
                </c:pt>
                <c:pt idx="13">
                  <c:v>45299</c:v>
                </c:pt>
                <c:pt idx="14">
                  <c:v>45330</c:v>
                </c:pt>
                <c:pt idx="15">
                  <c:v>45361</c:v>
                </c:pt>
                <c:pt idx="16">
                  <c:v>45392</c:v>
                </c:pt>
                <c:pt idx="17">
                  <c:v>45423</c:v>
                </c:pt>
                <c:pt idx="18">
                  <c:v>45454</c:v>
                </c:pt>
                <c:pt idx="19">
                  <c:v>45485</c:v>
                </c:pt>
                <c:pt idx="20">
                  <c:v>45516</c:v>
                </c:pt>
                <c:pt idx="21">
                  <c:v>45536</c:v>
                </c:pt>
                <c:pt idx="22">
                  <c:v>45567</c:v>
                </c:pt>
                <c:pt idx="23">
                  <c:v>45598</c:v>
                </c:pt>
                <c:pt idx="24">
                  <c:v>45629</c:v>
                </c:pt>
                <c:pt idx="25">
                  <c:v>45660</c:v>
                </c:pt>
                <c:pt idx="26">
                  <c:v>45691</c:v>
                </c:pt>
                <c:pt idx="27">
                  <c:v>45722</c:v>
                </c:pt>
                <c:pt idx="28">
                  <c:v>45753</c:v>
                </c:pt>
                <c:pt idx="29">
                  <c:v>45784</c:v>
                </c:pt>
                <c:pt idx="30">
                  <c:v>45815</c:v>
                </c:pt>
                <c:pt idx="31">
                  <c:v>45846</c:v>
                </c:pt>
                <c:pt idx="32">
                  <c:v>45877</c:v>
                </c:pt>
                <c:pt idx="33">
                  <c:v>45908</c:v>
                </c:pt>
                <c:pt idx="34">
                  <c:v>45939</c:v>
                </c:pt>
                <c:pt idx="35">
                  <c:v>45970</c:v>
                </c:pt>
              </c:numCache>
            </c:numRef>
          </c:cat>
          <c:val>
            <c:numRef>
              <c:f>Commodity!$B$3:$B$49999</c:f>
              <c:numCache>
                <c:formatCode>_(* #,##0_);_(* \(#,##0\);_(* "-"??_);_(@_)</c:formatCode>
                <c:ptCount val="49997"/>
                <c:pt idx="0">
                  <c:v>1209923.8000000007</c:v>
                </c:pt>
                <c:pt idx="1">
                  <c:v>9882598.1999999993</c:v>
                </c:pt>
                <c:pt idx="2">
                  <c:v>10598407.300000001</c:v>
                </c:pt>
                <c:pt idx="3">
                  <c:v>40050201.100000001</c:v>
                </c:pt>
                <c:pt idx="4">
                  <c:v>31251611</c:v>
                </c:pt>
                <c:pt idx="5">
                  <c:v>22247751.300000001</c:v>
                </c:pt>
                <c:pt idx="6">
                  <c:v>-4253349</c:v>
                </c:pt>
                <c:pt idx="7">
                  <c:v>17485226</c:v>
                </c:pt>
                <c:pt idx="8">
                  <c:v>31726051.300000001</c:v>
                </c:pt>
                <c:pt idx="9">
                  <c:v>5494322.6000000015</c:v>
                </c:pt>
                <c:pt idx="10">
                  <c:v>3031264.9000000004</c:v>
                </c:pt>
                <c:pt idx="11">
                  <c:v>-7653323.8000000007</c:v>
                </c:pt>
                <c:pt idx="12">
                  <c:v>-19345726.5</c:v>
                </c:pt>
                <c:pt idx="13">
                  <c:v>-56061394.700000003</c:v>
                </c:pt>
                <c:pt idx="14">
                  <c:v>-42772607.600000001</c:v>
                </c:pt>
                <c:pt idx="15">
                  <c:v>-20072535.700000003</c:v>
                </c:pt>
                <c:pt idx="16">
                  <c:v>-8008190.8999999985</c:v>
                </c:pt>
                <c:pt idx="17">
                  <c:v>23237962.799999997</c:v>
                </c:pt>
                <c:pt idx="18">
                  <c:v>10966567.600000001</c:v>
                </c:pt>
                <c:pt idx="19">
                  <c:v>13062175.9</c:v>
                </c:pt>
                <c:pt idx="20">
                  <c:v>12519504.6</c:v>
                </c:pt>
                <c:pt idx="21">
                  <c:v>540829.90000000037</c:v>
                </c:pt>
                <c:pt idx="22">
                  <c:v>-9552239.1000000015</c:v>
                </c:pt>
                <c:pt idx="23">
                  <c:v>-434569.59999999963</c:v>
                </c:pt>
                <c:pt idx="24">
                  <c:v>11186089.5</c:v>
                </c:pt>
                <c:pt idx="25">
                  <c:v>13592006.199999999</c:v>
                </c:pt>
                <c:pt idx="26">
                  <c:v>20139432</c:v>
                </c:pt>
                <c:pt idx="27">
                  <c:v>37533865.100000001</c:v>
                </c:pt>
                <c:pt idx="28">
                  <c:v>37559219.100000001</c:v>
                </c:pt>
                <c:pt idx="29">
                  <c:v>11365147.100000001</c:v>
                </c:pt>
                <c:pt idx="30">
                  <c:v>-6593542.0999999996</c:v>
                </c:pt>
                <c:pt idx="31">
                  <c:v>-3823991.8999999985</c:v>
                </c:pt>
                <c:pt idx="32">
                  <c:v>27510965.300000001</c:v>
                </c:pt>
                <c:pt idx="33">
                  <c:v>11316394</c:v>
                </c:pt>
                <c:pt idx="34">
                  <c:v>3375171.3000000007</c:v>
                </c:pt>
                <c:pt idx="35">
                  <c:v>31238311.100000001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63B-441E-AB49-BD20FC2DDEC6}"/>
            </c:ext>
          </c:extLst>
        </c:ser>
        <c:ser>
          <c:idx val="6"/>
          <c:order val="1"/>
          <c:tx>
            <c:strRef>
              <c:f>Commodity!$C$1</c:f>
              <c:strCache>
                <c:ptCount val="1"/>
                <c:pt idx="0">
                  <c:v> ICE </c:v>
                </c:pt>
              </c:strCache>
            </c:strRef>
          </c:tx>
          <c:marker>
            <c:symbol val="none"/>
          </c:marker>
          <c:cat>
            <c:numRef>
              <c:f>Commodity!$A$3:$A$49999</c:f>
              <c:numCache>
                <c:formatCode>[$-409]mmm\-yy;@</c:formatCode>
                <c:ptCount val="49997"/>
                <c:pt idx="0">
                  <c:v>44911</c:v>
                </c:pt>
                <c:pt idx="1">
                  <c:v>44942</c:v>
                </c:pt>
                <c:pt idx="2">
                  <c:v>44958</c:v>
                </c:pt>
                <c:pt idx="3">
                  <c:v>44989</c:v>
                </c:pt>
                <c:pt idx="4">
                  <c:v>45020</c:v>
                </c:pt>
                <c:pt idx="5">
                  <c:v>45051</c:v>
                </c:pt>
                <c:pt idx="6">
                  <c:v>45082</c:v>
                </c:pt>
                <c:pt idx="7">
                  <c:v>45113</c:v>
                </c:pt>
                <c:pt idx="8">
                  <c:v>45144</c:v>
                </c:pt>
                <c:pt idx="9">
                  <c:v>45175</c:v>
                </c:pt>
                <c:pt idx="10">
                  <c:v>45206</c:v>
                </c:pt>
                <c:pt idx="11">
                  <c:v>45237</c:v>
                </c:pt>
                <c:pt idx="12">
                  <c:v>45268</c:v>
                </c:pt>
                <c:pt idx="13">
                  <c:v>45299</c:v>
                </c:pt>
                <c:pt idx="14">
                  <c:v>45330</c:v>
                </c:pt>
                <c:pt idx="15">
                  <c:v>45361</c:v>
                </c:pt>
                <c:pt idx="16">
                  <c:v>45392</c:v>
                </c:pt>
                <c:pt idx="17">
                  <c:v>45423</c:v>
                </c:pt>
                <c:pt idx="18">
                  <c:v>45454</c:v>
                </c:pt>
                <c:pt idx="19">
                  <c:v>45485</c:v>
                </c:pt>
                <c:pt idx="20">
                  <c:v>45516</c:v>
                </c:pt>
                <c:pt idx="21">
                  <c:v>45536</c:v>
                </c:pt>
                <c:pt idx="22">
                  <c:v>45567</c:v>
                </c:pt>
                <c:pt idx="23">
                  <c:v>45598</c:v>
                </c:pt>
                <c:pt idx="24">
                  <c:v>45629</c:v>
                </c:pt>
                <c:pt idx="25">
                  <c:v>45660</c:v>
                </c:pt>
                <c:pt idx="26">
                  <c:v>45691</c:v>
                </c:pt>
                <c:pt idx="27">
                  <c:v>45722</c:v>
                </c:pt>
                <c:pt idx="28">
                  <c:v>45753</c:v>
                </c:pt>
                <c:pt idx="29">
                  <c:v>45784</c:v>
                </c:pt>
                <c:pt idx="30">
                  <c:v>45815</c:v>
                </c:pt>
                <c:pt idx="31">
                  <c:v>45846</c:v>
                </c:pt>
                <c:pt idx="32">
                  <c:v>45877</c:v>
                </c:pt>
                <c:pt idx="33">
                  <c:v>45908</c:v>
                </c:pt>
                <c:pt idx="34">
                  <c:v>45939</c:v>
                </c:pt>
                <c:pt idx="35">
                  <c:v>45970</c:v>
                </c:pt>
              </c:numCache>
            </c:numRef>
          </c:cat>
          <c:val>
            <c:numRef>
              <c:f>Commodity!$C$3:$C$49999</c:f>
              <c:numCache>
                <c:formatCode>_(* #,##0_);_(* \(#,##0\);_(* "-"??_);_(@_)</c:formatCode>
                <c:ptCount val="49997"/>
                <c:pt idx="0">
                  <c:v>4456578</c:v>
                </c:pt>
                <c:pt idx="1">
                  <c:v>4523090.3</c:v>
                </c:pt>
                <c:pt idx="2">
                  <c:v>-796872.29999999981</c:v>
                </c:pt>
                <c:pt idx="3">
                  <c:v>-1463980</c:v>
                </c:pt>
                <c:pt idx="4">
                  <c:v>6151548.25</c:v>
                </c:pt>
                <c:pt idx="5">
                  <c:v>4679277.7</c:v>
                </c:pt>
                <c:pt idx="6">
                  <c:v>4145209.4000000004</c:v>
                </c:pt>
                <c:pt idx="7">
                  <c:v>2523306.1500000004</c:v>
                </c:pt>
                <c:pt idx="8">
                  <c:v>5337118.8000000007</c:v>
                </c:pt>
                <c:pt idx="9">
                  <c:v>6414886.4500000002</c:v>
                </c:pt>
                <c:pt idx="10">
                  <c:v>4755704.7</c:v>
                </c:pt>
                <c:pt idx="11">
                  <c:v>4246423</c:v>
                </c:pt>
                <c:pt idx="12">
                  <c:v>12433326.300000001</c:v>
                </c:pt>
                <c:pt idx="13">
                  <c:v>5740960.2000000002</c:v>
                </c:pt>
                <c:pt idx="14">
                  <c:v>7789171.3499999996</c:v>
                </c:pt>
                <c:pt idx="15">
                  <c:v>5388209.5499999998</c:v>
                </c:pt>
                <c:pt idx="16">
                  <c:v>4041153.8</c:v>
                </c:pt>
                <c:pt idx="17">
                  <c:v>-2692940.75</c:v>
                </c:pt>
                <c:pt idx="18">
                  <c:v>1564101</c:v>
                </c:pt>
                <c:pt idx="19">
                  <c:v>-4297151.8</c:v>
                </c:pt>
                <c:pt idx="20">
                  <c:v>-3995334.75</c:v>
                </c:pt>
                <c:pt idx="21">
                  <c:v>-6897565.2999999998</c:v>
                </c:pt>
                <c:pt idx="22">
                  <c:v>1614919.7999999998</c:v>
                </c:pt>
                <c:pt idx="23">
                  <c:v>1826660.2000000002</c:v>
                </c:pt>
                <c:pt idx="24">
                  <c:v>1199523.1499999999</c:v>
                </c:pt>
                <c:pt idx="25">
                  <c:v>-6477567.75</c:v>
                </c:pt>
                <c:pt idx="26">
                  <c:v>-6891788.25</c:v>
                </c:pt>
                <c:pt idx="27">
                  <c:v>-8981273.1999999993</c:v>
                </c:pt>
                <c:pt idx="28">
                  <c:v>-8244780</c:v>
                </c:pt>
                <c:pt idx="29">
                  <c:v>-8888808.5</c:v>
                </c:pt>
                <c:pt idx="30">
                  <c:v>-10834534.5</c:v>
                </c:pt>
                <c:pt idx="31">
                  <c:v>-20314704</c:v>
                </c:pt>
                <c:pt idx="32">
                  <c:v>-21917350.300000001</c:v>
                </c:pt>
                <c:pt idx="33">
                  <c:v>-13336483.5</c:v>
                </c:pt>
                <c:pt idx="34">
                  <c:v>-14525747.15</c:v>
                </c:pt>
                <c:pt idx="35">
                  <c:v>-13008933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63B-441E-AB49-BD20FC2DDEC6}"/>
            </c:ext>
          </c:extLst>
        </c:ser>
        <c:ser>
          <c:idx val="1"/>
          <c:order val="2"/>
          <c:tx>
            <c:strRef>
              <c:f>Commodity!$D$1</c:f>
              <c:strCache>
                <c:ptCount val="1"/>
                <c:pt idx="0">
                  <c:v> ICE Euro </c:v>
                </c:pt>
              </c:strCache>
            </c:strRef>
          </c:tx>
          <c:marker>
            <c:symbol val="none"/>
          </c:marker>
          <c:cat>
            <c:numRef>
              <c:f>Commodity!$A$3:$A$49999</c:f>
              <c:numCache>
                <c:formatCode>[$-409]mmm\-yy;@</c:formatCode>
                <c:ptCount val="49997"/>
                <c:pt idx="0">
                  <c:v>44911</c:v>
                </c:pt>
                <c:pt idx="1">
                  <c:v>44942</c:v>
                </c:pt>
                <c:pt idx="2">
                  <c:v>44958</c:v>
                </c:pt>
                <c:pt idx="3">
                  <c:v>44989</c:v>
                </c:pt>
                <c:pt idx="4">
                  <c:v>45020</c:v>
                </c:pt>
                <c:pt idx="5">
                  <c:v>45051</c:v>
                </c:pt>
                <c:pt idx="6">
                  <c:v>45082</c:v>
                </c:pt>
                <c:pt idx="7">
                  <c:v>45113</c:v>
                </c:pt>
                <c:pt idx="8">
                  <c:v>45144</c:v>
                </c:pt>
                <c:pt idx="9">
                  <c:v>45175</c:v>
                </c:pt>
                <c:pt idx="10">
                  <c:v>45206</c:v>
                </c:pt>
                <c:pt idx="11">
                  <c:v>45237</c:v>
                </c:pt>
                <c:pt idx="12">
                  <c:v>45268</c:v>
                </c:pt>
                <c:pt idx="13">
                  <c:v>45299</c:v>
                </c:pt>
                <c:pt idx="14">
                  <c:v>45330</c:v>
                </c:pt>
                <c:pt idx="15">
                  <c:v>45361</c:v>
                </c:pt>
                <c:pt idx="16">
                  <c:v>45392</c:v>
                </c:pt>
                <c:pt idx="17">
                  <c:v>45423</c:v>
                </c:pt>
                <c:pt idx="18">
                  <c:v>45454</c:v>
                </c:pt>
                <c:pt idx="19">
                  <c:v>45485</c:v>
                </c:pt>
                <c:pt idx="20">
                  <c:v>45516</c:v>
                </c:pt>
                <c:pt idx="21">
                  <c:v>45536</c:v>
                </c:pt>
                <c:pt idx="22">
                  <c:v>45567</c:v>
                </c:pt>
                <c:pt idx="23">
                  <c:v>45598</c:v>
                </c:pt>
                <c:pt idx="24">
                  <c:v>45629</c:v>
                </c:pt>
                <c:pt idx="25">
                  <c:v>45660</c:v>
                </c:pt>
                <c:pt idx="26">
                  <c:v>45691</c:v>
                </c:pt>
                <c:pt idx="27">
                  <c:v>45722</c:v>
                </c:pt>
                <c:pt idx="28">
                  <c:v>45753</c:v>
                </c:pt>
                <c:pt idx="29">
                  <c:v>45784</c:v>
                </c:pt>
                <c:pt idx="30">
                  <c:v>45815</c:v>
                </c:pt>
                <c:pt idx="31">
                  <c:v>45846</c:v>
                </c:pt>
                <c:pt idx="32">
                  <c:v>45877</c:v>
                </c:pt>
                <c:pt idx="33">
                  <c:v>45908</c:v>
                </c:pt>
                <c:pt idx="34">
                  <c:v>45939</c:v>
                </c:pt>
                <c:pt idx="35">
                  <c:v>45970</c:v>
                </c:pt>
              </c:numCache>
            </c:numRef>
          </c:cat>
          <c:val>
            <c:numRef>
              <c:f>Commodity!$D$3:$D$49999</c:f>
              <c:numCache>
                <c:formatCode>_(* #,##0_);_(* \(#,##0\);_(* "-"??_);_(@_)</c:formatCode>
                <c:ptCount val="49997"/>
                <c:pt idx="0">
                  <c:v>6507420</c:v>
                </c:pt>
                <c:pt idx="1">
                  <c:v>7332150</c:v>
                </c:pt>
                <c:pt idx="2">
                  <c:v>6976550</c:v>
                </c:pt>
                <c:pt idx="3">
                  <c:v>-1880435</c:v>
                </c:pt>
                <c:pt idx="4">
                  <c:v>-2222590</c:v>
                </c:pt>
                <c:pt idx="5">
                  <c:v>-795925</c:v>
                </c:pt>
                <c:pt idx="6">
                  <c:v>-11119770</c:v>
                </c:pt>
                <c:pt idx="7">
                  <c:v>-13117530</c:v>
                </c:pt>
                <c:pt idx="8">
                  <c:v>299240</c:v>
                </c:pt>
                <c:pt idx="9">
                  <c:v>-1244375</c:v>
                </c:pt>
                <c:pt idx="10">
                  <c:v>14797055</c:v>
                </c:pt>
                <c:pt idx="11">
                  <c:v>-1253590</c:v>
                </c:pt>
                <c:pt idx="12">
                  <c:v>9609550</c:v>
                </c:pt>
                <c:pt idx="13">
                  <c:v>10685700</c:v>
                </c:pt>
                <c:pt idx="14">
                  <c:v>-553765</c:v>
                </c:pt>
                <c:pt idx="15">
                  <c:v>13604200</c:v>
                </c:pt>
                <c:pt idx="16">
                  <c:v>13418915</c:v>
                </c:pt>
                <c:pt idx="17">
                  <c:v>15003130</c:v>
                </c:pt>
                <c:pt idx="18">
                  <c:v>16288000</c:v>
                </c:pt>
                <c:pt idx="19">
                  <c:v>16451380</c:v>
                </c:pt>
                <c:pt idx="20">
                  <c:v>167555</c:v>
                </c:pt>
                <c:pt idx="21">
                  <c:v>13534700</c:v>
                </c:pt>
                <c:pt idx="22">
                  <c:v>-12240000</c:v>
                </c:pt>
                <c:pt idx="23">
                  <c:v>-665215</c:v>
                </c:pt>
                <c:pt idx="24">
                  <c:v>-544050</c:v>
                </c:pt>
                <c:pt idx="25">
                  <c:v>-354130</c:v>
                </c:pt>
                <c:pt idx="26">
                  <c:v>885230</c:v>
                </c:pt>
                <c:pt idx="27">
                  <c:v>1441620</c:v>
                </c:pt>
                <c:pt idx="28">
                  <c:v>44860</c:v>
                </c:pt>
                <c:pt idx="29">
                  <c:v>-15615760</c:v>
                </c:pt>
                <c:pt idx="30">
                  <c:v>-19983140</c:v>
                </c:pt>
                <c:pt idx="31">
                  <c:v>-234200</c:v>
                </c:pt>
                <c:pt idx="32">
                  <c:v>-89790</c:v>
                </c:pt>
                <c:pt idx="33">
                  <c:v>65820</c:v>
                </c:pt>
                <c:pt idx="34">
                  <c:v>232110</c:v>
                </c:pt>
                <c:pt idx="35">
                  <c:v>15592220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63B-441E-AB49-BD20FC2DDEC6}"/>
            </c:ext>
          </c:extLst>
        </c:ser>
        <c:ser>
          <c:idx val="2"/>
          <c:order val="3"/>
          <c:tx>
            <c:strRef>
              <c:f>Commodity!$E$1</c:f>
              <c:strCache>
                <c:ptCount val="1"/>
                <c:pt idx="0">
                  <c:v> LME </c:v>
                </c:pt>
              </c:strCache>
            </c:strRef>
          </c:tx>
          <c:val>
            <c:numRef>
              <c:f>Commodity!$E$3:$E$10000</c:f>
              <c:numCache>
                <c:formatCode>_(* #,##0_);_(* \(#,##0\);_(* "-"??_);_(@_)</c:formatCode>
                <c:ptCount val="999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363B-441E-AB49-BD20FC2DDEC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349955200"/>
        <c:axId val="349956736"/>
      </c:lineChart>
      <c:dateAx>
        <c:axId val="349955200"/>
        <c:scaling>
          <c:orientation val="minMax"/>
        </c:scaling>
        <c:delete val="0"/>
        <c:axPos val="b"/>
        <c:numFmt formatCode="[$-409]mmm\-yy;@" sourceLinked="1"/>
        <c:majorTickMark val="none"/>
        <c:minorTickMark val="none"/>
        <c:tickLblPos val="low"/>
        <c:crossAx val="349956736"/>
        <c:crosses val="autoZero"/>
        <c:auto val="1"/>
        <c:lblOffset val="100"/>
        <c:baseTimeUnit val="months"/>
      </c:dateAx>
      <c:valAx>
        <c:axId val="349956736"/>
        <c:scaling>
          <c:orientation val="minMax"/>
        </c:scaling>
        <c:delete val="0"/>
        <c:axPos val="l"/>
        <c:majorGridlines/>
        <c:numFmt formatCode="_(* #,##0_);_(* \(#,##0\);_(* &quot;-&quot;??_);_(@_)" sourceLinked="1"/>
        <c:majorTickMark val="none"/>
        <c:minorTickMark val="none"/>
        <c:tickLblPos val="nextTo"/>
        <c:spPr>
          <a:ln w="9525">
            <a:noFill/>
          </a:ln>
        </c:spPr>
        <c:crossAx val="349955200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  <c:externalData r:id="rId2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/>
            </a:pPr>
            <a:r>
              <a:rPr lang="en-US"/>
              <a:t>Currency Counterparty Exposure - Trend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Currency!$B$1</c:f>
              <c:strCache>
                <c:ptCount val="1"/>
                <c:pt idx="0">
                  <c:v> CME </c:v>
                </c:pt>
              </c:strCache>
            </c:strRef>
          </c:tx>
          <c:cat>
            <c:numRef>
              <c:f>Currency!$A$3:$A$49999</c:f>
              <c:numCache>
                <c:formatCode>[$-409]mmm\-yy;@</c:formatCode>
                <c:ptCount val="49997"/>
                <c:pt idx="0">
                  <c:v>44925</c:v>
                </c:pt>
                <c:pt idx="1">
                  <c:v>44957</c:v>
                </c:pt>
                <c:pt idx="2">
                  <c:v>44958</c:v>
                </c:pt>
                <c:pt idx="3">
                  <c:v>44990</c:v>
                </c:pt>
                <c:pt idx="4">
                  <c:v>45022</c:v>
                </c:pt>
                <c:pt idx="5">
                  <c:v>45054</c:v>
                </c:pt>
                <c:pt idx="6">
                  <c:v>45086</c:v>
                </c:pt>
                <c:pt idx="7">
                  <c:v>45118</c:v>
                </c:pt>
                <c:pt idx="8">
                  <c:v>45150</c:v>
                </c:pt>
                <c:pt idx="9">
                  <c:v>45182</c:v>
                </c:pt>
                <c:pt idx="10">
                  <c:v>45214</c:v>
                </c:pt>
                <c:pt idx="11">
                  <c:v>45246</c:v>
                </c:pt>
                <c:pt idx="12">
                  <c:v>45278</c:v>
                </c:pt>
                <c:pt idx="13">
                  <c:v>45310</c:v>
                </c:pt>
                <c:pt idx="14">
                  <c:v>45342</c:v>
                </c:pt>
                <c:pt idx="15">
                  <c:v>45374</c:v>
                </c:pt>
                <c:pt idx="16">
                  <c:v>45406</c:v>
                </c:pt>
                <c:pt idx="17">
                  <c:v>45438</c:v>
                </c:pt>
                <c:pt idx="18">
                  <c:v>45470</c:v>
                </c:pt>
                <c:pt idx="19">
                  <c:v>45502</c:v>
                </c:pt>
                <c:pt idx="20">
                  <c:v>45534</c:v>
                </c:pt>
                <c:pt idx="21">
                  <c:v>45536</c:v>
                </c:pt>
                <c:pt idx="22">
                  <c:v>45568</c:v>
                </c:pt>
                <c:pt idx="23">
                  <c:v>45600</c:v>
                </c:pt>
                <c:pt idx="24">
                  <c:v>45632</c:v>
                </c:pt>
                <c:pt idx="25">
                  <c:v>45664</c:v>
                </c:pt>
                <c:pt idx="26">
                  <c:v>45696</c:v>
                </c:pt>
                <c:pt idx="27">
                  <c:v>45728</c:v>
                </c:pt>
                <c:pt idx="28">
                  <c:v>45760</c:v>
                </c:pt>
                <c:pt idx="29">
                  <c:v>45792</c:v>
                </c:pt>
                <c:pt idx="30">
                  <c:v>45824</c:v>
                </c:pt>
                <c:pt idx="31">
                  <c:v>45856</c:v>
                </c:pt>
                <c:pt idx="32">
                  <c:v>45888</c:v>
                </c:pt>
                <c:pt idx="33">
                  <c:v>45920</c:v>
                </c:pt>
                <c:pt idx="34">
                  <c:v>45952</c:v>
                </c:pt>
                <c:pt idx="35">
                  <c:v>45984</c:v>
                </c:pt>
              </c:numCache>
            </c:numRef>
          </c:cat>
          <c:val>
            <c:numRef>
              <c:f>Currency!$B$3:$B$49999</c:f>
              <c:numCache>
                <c:formatCode>_(* #,##0_);_(* \(#,##0\);_(* "-"??_);_(@_)</c:formatCode>
                <c:ptCount val="49997"/>
                <c:pt idx="0">
                  <c:v>-62866800</c:v>
                </c:pt>
                <c:pt idx="1">
                  <c:v>-24336037.5</c:v>
                </c:pt>
                <c:pt idx="2">
                  <c:v>-23954086.25</c:v>
                </c:pt>
                <c:pt idx="3">
                  <c:v>-14642533.75</c:v>
                </c:pt>
                <c:pt idx="4">
                  <c:v>33632157.5</c:v>
                </c:pt>
                <c:pt idx="5">
                  <c:v>34079613.75</c:v>
                </c:pt>
                <c:pt idx="6">
                  <c:v>-3652518.75</c:v>
                </c:pt>
                <c:pt idx="7">
                  <c:v>-38037625</c:v>
                </c:pt>
                <c:pt idx="8">
                  <c:v>63505035</c:v>
                </c:pt>
                <c:pt idx="9">
                  <c:v>-552790</c:v>
                </c:pt>
                <c:pt idx="10">
                  <c:v>-139464556.25</c:v>
                </c:pt>
                <c:pt idx="11">
                  <c:v>-160354446.25</c:v>
                </c:pt>
                <c:pt idx="12">
                  <c:v>-152746698.75</c:v>
                </c:pt>
                <c:pt idx="13">
                  <c:v>14310731.25</c:v>
                </c:pt>
                <c:pt idx="14">
                  <c:v>-9477336.25</c:v>
                </c:pt>
                <c:pt idx="15">
                  <c:v>-7456705</c:v>
                </c:pt>
                <c:pt idx="16">
                  <c:v>-54057812.5</c:v>
                </c:pt>
                <c:pt idx="17">
                  <c:v>-100412315</c:v>
                </c:pt>
                <c:pt idx="18">
                  <c:v>-96275673.75</c:v>
                </c:pt>
                <c:pt idx="19">
                  <c:v>-63390563.75</c:v>
                </c:pt>
                <c:pt idx="20">
                  <c:v>-10821975</c:v>
                </c:pt>
                <c:pt idx="21">
                  <c:v>-17040105</c:v>
                </c:pt>
                <c:pt idx="22">
                  <c:v>67206618.75</c:v>
                </c:pt>
                <c:pt idx="23">
                  <c:v>-19051636.25</c:v>
                </c:pt>
                <c:pt idx="24">
                  <c:v>-96074156.25</c:v>
                </c:pt>
                <c:pt idx="25">
                  <c:v>-126462518.75</c:v>
                </c:pt>
                <c:pt idx="26">
                  <c:v>-123225645</c:v>
                </c:pt>
                <c:pt idx="27">
                  <c:v>-105796175</c:v>
                </c:pt>
                <c:pt idx="28">
                  <c:v>-118498168.75</c:v>
                </c:pt>
                <c:pt idx="29">
                  <c:v>51740501.25</c:v>
                </c:pt>
                <c:pt idx="30">
                  <c:v>133523898.75</c:v>
                </c:pt>
                <c:pt idx="31">
                  <c:v>123624440</c:v>
                </c:pt>
                <c:pt idx="32">
                  <c:v>118513900</c:v>
                </c:pt>
                <c:pt idx="33">
                  <c:v>203335720</c:v>
                </c:pt>
                <c:pt idx="34">
                  <c:v>92316755</c:v>
                </c:pt>
                <c:pt idx="35">
                  <c:v>44104856.25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B60-42A5-A593-20AD2A9BDA5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350723072"/>
        <c:axId val="350728960"/>
      </c:lineChart>
      <c:dateAx>
        <c:axId val="350723072"/>
        <c:scaling>
          <c:orientation val="minMax"/>
        </c:scaling>
        <c:delete val="0"/>
        <c:axPos val="b"/>
        <c:numFmt formatCode="[$-409]mmm\-yy;@" sourceLinked="1"/>
        <c:majorTickMark val="none"/>
        <c:minorTickMark val="none"/>
        <c:tickLblPos val="low"/>
        <c:crossAx val="350728960"/>
        <c:crosses val="autoZero"/>
        <c:auto val="1"/>
        <c:lblOffset val="100"/>
        <c:baseTimeUnit val="months"/>
      </c:dateAx>
      <c:valAx>
        <c:axId val="350728960"/>
        <c:scaling>
          <c:orientation val="minMax"/>
        </c:scaling>
        <c:delete val="0"/>
        <c:axPos val="l"/>
        <c:majorGridlines/>
        <c:numFmt formatCode="_(* #,##0_);_(* \(#,##0\);_(* &quot;-&quot;??_);_(@_)" sourceLinked="1"/>
        <c:majorTickMark val="none"/>
        <c:minorTickMark val="none"/>
        <c:tickLblPos val="nextTo"/>
        <c:spPr>
          <a:ln w="9525">
            <a:noFill/>
          </a:ln>
        </c:spPr>
        <c:crossAx val="350723072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  <c:externalData r:id="rId2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68FB3CDF-B634-434D-9C2F-57C09CC98F8E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81100" y="696913"/>
            <a:ext cx="46482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342E40A8-B7E5-46F0-8807-818FB859E7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2129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42E40A8-B7E5-46F0-8807-818FB859E7B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5810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B2CCA-5336-4035-A960-8AAD2F39951D}" type="datetime1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7EAC7-63AF-4B4E-91D8-824EED01C0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7800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B5EAA-D835-482C-8451-965CA6E9DC95}" type="datetime1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7EAC7-63AF-4B4E-91D8-824EED01C0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9060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2F531-3A7C-4736-9C68-067979137E5E}" type="datetime1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7EAC7-63AF-4B4E-91D8-824EED01C0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1662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8EFCD6-0F9A-4AF6-92C0-480AFDB50AF4}" type="datetime1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7EAC7-63AF-4B4E-91D8-824EED01C0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6892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0D76F1-3890-47C0-939E-A9D774F8459A}" type="datetime1">
              <a:rPr lang="en-US" smtClean="0"/>
              <a:t>1/8/2026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7EAC7-63AF-4B4E-91D8-824EED01C0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349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D5DF69-6684-459F-8205-25F8AFB68731}" type="datetime1">
              <a:rPr lang="en-US" smtClean="0"/>
              <a:t>1/8/2026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7EAC7-63AF-4B4E-91D8-824EED01C0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3129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248025-7296-41F3-828D-15F3EE3B667F}" type="datetime1">
              <a:rPr lang="en-US" smtClean="0"/>
              <a:t>1/8/2026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7EAC7-63AF-4B4E-91D8-824EED01C0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5933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534142-F615-47A3-9C4B-8557AE29D00B}" type="datetime1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7EAC7-63AF-4B4E-91D8-824EED01C0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351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D9787D-4735-4854-B88E-AF4B8138B313}" type="datetime1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7EAC7-63AF-4B4E-91D8-824EED01C0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2884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C87C2-2FFA-4350-9E36-4F59241416EE}" type="datetime1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7EAC7-63AF-4B4E-91D8-824EED01C0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4676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2CDAF-12DD-4D29-83C4-5850C5ED290B}" type="datetime1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7EAC7-63AF-4B4E-91D8-824EED01C0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0799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FA5F5D-EED3-429D-AABD-2E6E980FAFCA}" type="datetime1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C7EAC7-63AF-4B4E-91D8-824EED01C0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582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4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6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A1AA50E-FF6E-104B-4175-23B45DC120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11705"/>
            <a:ext cx="9144000" cy="581769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762000"/>
          </a:xfrm>
        </p:spPr>
        <p:txBody>
          <a:bodyPr>
            <a:normAutofit/>
          </a:bodyPr>
          <a:lstStyle/>
          <a:p>
            <a:r>
              <a:rPr lang="en-US" sz="2000" dirty="0"/>
              <a:t>Counterparty Exposure</a:t>
            </a:r>
            <a:br>
              <a:rPr lang="en-US" sz="2000" dirty="0"/>
            </a:br>
            <a:r>
              <a:rPr lang="en-US" sz="2000" dirty="0"/>
              <a:t>All Programs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7EAC7-63AF-4B4E-91D8-824EED01C05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069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2CB152E-52B5-807A-5F0F-5770662D0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" y="366589"/>
            <a:ext cx="8991600" cy="6124822"/>
          </a:xfrm>
          <a:prstGeom prst="rect">
            <a:avLst/>
          </a:prstGeom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7EAC7-63AF-4B4E-91D8-824EED01C05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4153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7EAC7-63AF-4B4E-91D8-824EED01C05E}" type="slidenum">
              <a:rPr lang="en-US" smtClean="0"/>
              <a:t>3</a:t>
            </a:fld>
            <a:endParaRPr lang="en-US"/>
          </a:p>
        </p:txBody>
      </p:sp>
      <p:graphicFrame>
        <p:nvGraphicFramePr>
          <p:cNvPr id="5" name="Chart 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50937002"/>
              </p:ext>
            </p:extLst>
          </p:nvPr>
        </p:nvGraphicFramePr>
        <p:xfrm>
          <a:off x="76200" y="12405"/>
          <a:ext cx="8915400" cy="67090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7007144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7EAC7-63AF-4B4E-91D8-824EED01C05E}" type="slidenum">
              <a:rPr lang="en-US" smtClean="0"/>
              <a:t>4</a:t>
            </a:fld>
            <a:endParaRPr lang="en-US"/>
          </a:p>
        </p:txBody>
      </p:sp>
      <p:graphicFrame>
        <p:nvGraphicFramePr>
          <p:cNvPr id="7" name="Chart 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94226445"/>
              </p:ext>
            </p:extLst>
          </p:nvPr>
        </p:nvGraphicFramePr>
        <p:xfrm>
          <a:off x="0" y="152400"/>
          <a:ext cx="9067800" cy="62039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7548307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7EAC7-63AF-4B4E-91D8-824EED01C05E}" type="slidenum">
              <a:rPr lang="en-US" smtClean="0"/>
              <a:t>5</a:t>
            </a:fld>
            <a:endParaRPr lang="en-US"/>
          </a:p>
        </p:txBody>
      </p:sp>
      <p:graphicFrame>
        <p:nvGraphicFramePr>
          <p:cNvPr id="4" name="Chart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51747595"/>
              </p:ext>
            </p:extLst>
          </p:nvPr>
        </p:nvGraphicFramePr>
        <p:xfrm>
          <a:off x="152400" y="152399"/>
          <a:ext cx="8839200" cy="65690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9372329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EDC2C9E-027F-A2DE-7514-A7B363FA71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04636"/>
            <a:ext cx="9144000" cy="517236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Counterparty Exposure</a:t>
            </a:r>
            <a:br>
              <a:rPr lang="en-US" dirty="0"/>
            </a:br>
            <a:r>
              <a:rPr lang="en-US" dirty="0"/>
              <a:t>excluding Trend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7EAC7-63AF-4B4E-91D8-824EED01C05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059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7EAC7-63AF-4B4E-91D8-824EED01C05E}" type="slidenum">
              <a:rPr lang="en-US" smtClean="0"/>
              <a:t>7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D608DE-2ECA-83B7-4909-ACF725B79D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78343"/>
            <a:ext cx="9144000" cy="2301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41692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7EAC7-63AF-4B4E-91D8-824EED01C05E}" type="slidenum">
              <a:rPr lang="en-US" smtClean="0"/>
              <a:t>8</a:t>
            </a:fld>
            <a:endParaRPr lang="en-US"/>
          </a:p>
        </p:txBody>
      </p:sp>
      <p:graphicFrame>
        <p:nvGraphicFramePr>
          <p:cNvPr id="5" name="Chart 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58486568"/>
              </p:ext>
            </p:extLst>
          </p:nvPr>
        </p:nvGraphicFramePr>
        <p:xfrm>
          <a:off x="76200" y="76200"/>
          <a:ext cx="8991600" cy="66452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8194098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7EAC7-63AF-4B4E-91D8-824EED01C05E}" type="slidenum">
              <a:rPr lang="en-US" smtClean="0"/>
              <a:t>9</a:t>
            </a:fld>
            <a:endParaRPr lang="en-US"/>
          </a:p>
        </p:txBody>
      </p:sp>
      <p:graphicFrame>
        <p:nvGraphicFramePr>
          <p:cNvPr id="5" name="Chart 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21321494"/>
              </p:ext>
            </p:extLst>
          </p:nvPr>
        </p:nvGraphicFramePr>
        <p:xfrm>
          <a:off x="0" y="25002"/>
          <a:ext cx="9144000" cy="680799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0841169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7EAC7-63AF-4B4E-91D8-824EED01C05E}" type="slidenum">
              <a:rPr lang="en-US" smtClean="0"/>
              <a:t>10</a:t>
            </a:fld>
            <a:endParaRPr lang="en-US"/>
          </a:p>
        </p:txBody>
      </p:sp>
      <p:graphicFrame>
        <p:nvGraphicFramePr>
          <p:cNvPr id="4" name="Chart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90604076"/>
              </p:ext>
            </p:extLst>
          </p:nvPr>
        </p:nvGraphicFramePr>
        <p:xfrm>
          <a:off x="152400" y="380999"/>
          <a:ext cx="8763000" cy="63404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926118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6553200" y="6324600"/>
            <a:ext cx="2133600" cy="365125"/>
          </a:xfrm>
        </p:spPr>
        <p:txBody>
          <a:bodyPr/>
          <a:lstStyle/>
          <a:p>
            <a:fld id="{7AC7EAC7-63AF-4B4E-91D8-824EED01C05E}" type="slidenum">
              <a:rPr lang="en-US" smtClean="0"/>
              <a:t>11</a:t>
            </a:fld>
            <a:endParaRPr lang="en-US" dirty="0"/>
          </a:p>
        </p:txBody>
      </p:sp>
      <p:graphicFrame>
        <p:nvGraphicFramePr>
          <p:cNvPr id="4" name="Chart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91753510"/>
              </p:ext>
            </p:extLst>
          </p:nvPr>
        </p:nvGraphicFramePr>
        <p:xfrm>
          <a:off x="152400" y="42530"/>
          <a:ext cx="8839200" cy="62820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41783833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7EAC7-63AF-4B4E-91D8-824EED01C05E}" type="slidenum">
              <a:rPr lang="en-US" smtClean="0"/>
              <a:t>12</a:t>
            </a:fld>
            <a:endParaRPr lang="en-US"/>
          </a:p>
        </p:txBody>
      </p:sp>
      <p:graphicFrame>
        <p:nvGraphicFramePr>
          <p:cNvPr id="4" name="Chart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90937503"/>
              </p:ext>
            </p:extLst>
          </p:nvPr>
        </p:nvGraphicFramePr>
        <p:xfrm>
          <a:off x="76200" y="33945"/>
          <a:ext cx="8991600" cy="6687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9384611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7EAC7-63AF-4B4E-91D8-824EED01C05E}" type="slidenum">
              <a:rPr lang="en-US" smtClean="0"/>
              <a:t>13</a:t>
            </a:fld>
            <a:endParaRPr lang="en-US"/>
          </a:p>
        </p:txBody>
      </p:sp>
      <p:graphicFrame>
        <p:nvGraphicFramePr>
          <p:cNvPr id="4" name="Chart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42341884"/>
              </p:ext>
            </p:extLst>
          </p:nvPr>
        </p:nvGraphicFramePr>
        <p:xfrm>
          <a:off x="152400" y="152400"/>
          <a:ext cx="8839200" cy="65690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1569699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7EAC7-63AF-4B4E-91D8-824EED01C05E}" type="slidenum">
              <a:rPr lang="en-US" smtClean="0"/>
              <a:t>14</a:t>
            </a:fld>
            <a:endParaRPr lang="en-US"/>
          </a:p>
        </p:txBody>
      </p:sp>
      <p:graphicFrame>
        <p:nvGraphicFramePr>
          <p:cNvPr id="5" name="Chart 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40623608"/>
              </p:ext>
            </p:extLst>
          </p:nvPr>
        </p:nvGraphicFramePr>
        <p:xfrm>
          <a:off x="76200" y="165034"/>
          <a:ext cx="8915400" cy="64643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0410973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7EAC7-63AF-4B4E-91D8-824EED01C05E}" type="slidenum">
              <a:rPr lang="en-US" smtClean="0"/>
              <a:t>15</a:t>
            </a:fld>
            <a:endParaRPr lang="en-US"/>
          </a:p>
        </p:txBody>
      </p:sp>
      <p:graphicFrame>
        <p:nvGraphicFramePr>
          <p:cNvPr id="4" name="Chart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54008400"/>
              </p:ext>
            </p:extLst>
          </p:nvPr>
        </p:nvGraphicFramePr>
        <p:xfrm>
          <a:off x="76200" y="76200"/>
          <a:ext cx="8991600" cy="66452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599035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Counterparty Exposure</a:t>
            </a:r>
            <a:br>
              <a:rPr lang="en-US" dirty="0"/>
            </a:br>
            <a:r>
              <a:rPr lang="en-US" dirty="0"/>
              <a:t>Trend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7EAC7-63AF-4B4E-91D8-824EED01C05E}" type="slidenum">
              <a:rPr lang="en-US" smtClean="0"/>
              <a:t>16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C692DD5-EFE1-EB19-06E1-D8ACD8FD68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31298"/>
            <a:ext cx="9144000" cy="2795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20108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7EAC7-63AF-4B4E-91D8-824EED01C05E}" type="slidenum">
              <a:rPr lang="en-US" smtClean="0"/>
              <a:t>17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2BED3DC-0BF7-C2DC-60C9-065613C649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17913"/>
            <a:ext cx="9144000" cy="4822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8897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7EAC7-63AF-4B4E-91D8-824EED01C05E}" type="slidenum">
              <a:rPr lang="en-US" smtClean="0"/>
              <a:t>18</a:t>
            </a:fld>
            <a:endParaRPr lang="en-US"/>
          </a:p>
        </p:txBody>
      </p:sp>
      <p:graphicFrame>
        <p:nvGraphicFramePr>
          <p:cNvPr id="4" name="Chart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42377094"/>
              </p:ext>
            </p:extLst>
          </p:nvPr>
        </p:nvGraphicFramePr>
        <p:xfrm>
          <a:off x="76200" y="76201"/>
          <a:ext cx="8915400" cy="6400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8585906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7EAC7-63AF-4B4E-91D8-824EED01C05E}" type="slidenum">
              <a:rPr lang="en-US" smtClean="0"/>
              <a:t>19</a:t>
            </a:fld>
            <a:endParaRPr lang="en-US"/>
          </a:p>
        </p:txBody>
      </p:sp>
      <p:graphicFrame>
        <p:nvGraphicFramePr>
          <p:cNvPr id="5" name="Chart 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55722449"/>
              </p:ext>
            </p:extLst>
          </p:nvPr>
        </p:nvGraphicFramePr>
        <p:xfrm>
          <a:off x="76199" y="120252"/>
          <a:ext cx="8991601" cy="661749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4042452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7EAC7-63AF-4B4E-91D8-824EED01C05E}" type="slidenum">
              <a:rPr lang="en-US" smtClean="0"/>
              <a:t>20</a:t>
            </a:fld>
            <a:endParaRPr lang="en-US"/>
          </a:p>
        </p:txBody>
      </p:sp>
      <p:graphicFrame>
        <p:nvGraphicFramePr>
          <p:cNvPr id="5" name="Chart 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96262899"/>
              </p:ext>
            </p:extLst>
          </p:nvPr>
        </p:nvGraphicFramePr>
        <p:xfrm>
          <a:off x="76200" y="120253"/>
          <a:ext cx="8839200" cy="65091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8649587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7EAC7-63AF-4B4E-91D8-824EED01C05E}" type="slidenum">
              <a:rPr lang="en-US" smtClean="0"/>
              <a:t>21</a:t>
            </a:fld>
            <a:endParaRPr lang="en-US"/>
          </a:p>
        </p:txBody>
      </p:sp>
      <p:graphicFrame>
        <p:nvGraphicFramePr>
          <p:cNvPr id="4" name="Chart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97152017"/>
              </p:ext>
            </p:extLst>
          </p:nvPr>
        </p:nvGraphicFramePr>
        <p:xfrm>
          <a:off x="76200" y="120253"/>
          <a:ext cx="8915400" cy="6356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2880746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7EAC7-63AF-4B4E-91D8-824EED01C05E}" type="slidenum">
              <a:rPr lang="en-US" smtClean="0"/>
              <a:t>22</a:t>
            </a:fld>
            <a:endParaRPr lang="en-US"/>
          </a:p>
        </p:txBody>
      </p:sp>
      <p:graphicFrame>
        <p:nvGraphicFramePr>
          <p:cNvPr id="4" name="Chart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02144691"/>
              </p:ext>
            </p:extLst>
          </p:nvPr>
        </p:nvGraphicFramePr>
        <p:xfrm>
          <a:off x="76200" y="120253"/>
          <a:ext cx="8915400" cy="65091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5693818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C7EAC7-63AF-4B4E-91D8-824EED01C05E}" type="slidenum">
              <a:rPr lang="en-US" smtClean="0"/>
              <a:t>23</a:t>
            </a:fld>
            <a:endParaRPr lang="en-US"/>
          </a:p>
        </p:txBody>
      </p:sp>
      <p:graphicFrame>
        <p:nvGraphicFramePr>
          <p:cNvPr id="5" name="Chart 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29267447"/>
              </p:ext>
            </p:extLst>
          </p:nvPr>
        </p:nvGraphicFramePr>
        <p:xfrm>
          <a:off x="228600" y="120253"/>
          <a:ext cx="8686800" cy="65091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199905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 panose="020F03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 panose="020F03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 panose="020F03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 panose="020F03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 panose="020F03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 panose="020F03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 panose="020F03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 panose="020F03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 panose="020F03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1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 panose="020F03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1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 panose="020F03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1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 panose="020F03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1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 panose="020F03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1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 panose="020F03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1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 panose="020F03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1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 panose="020F03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1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 panose="020F03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38194</TotalTime>
  <Words>126</Words>
  <Application>Microsoft Office PowerPoint</Application>
  <PresentationFormat>On-screen Show (4:3)</PresentationFormat>
  <Paragraphs>45</Paragraphs>
  <Slides>23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Counterparty Exposure All Programs</vt:lpstr>
      <vt:lpstr>PowerPoint Presentation</vt:lpstr>
      <vt:lpstr>PowerPoint Presentation</vt:lpstr>
      <vt:lpstr>PowerPoint Presentation</vt:lpstr>
      <vt:lpstr>PowerPoint Presentation</vt:lpstr>
      <vt:lpstr>Counterparty Exposure excluding Trend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Counterparty Exposure Trend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MOSERS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Tyson Rehfeld</dc:creator>
  <cp:lastModifiedBy>Lindsey Bestgen</cp:lastModifiedBy>
  <cp:revision>712</cp:revision>
  <cp:lastPrinted>2018-03-22T15:43:01Z</cp:lastPrinted>
  <dcterms:created xsi:type="dcterms:W3CDTF">2014-10-14T16:12:01Z</dcterms:created>
  <dcterms:modified xsi:type="dcterms:W3CDTF">2026-01-08T20:44:32Z</dcterms:modified>
</cp:coreProperties>
</file>